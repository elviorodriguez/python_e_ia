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256" r:id="rId2"/>
    <p:sldId id="390" r:id="rId3"/>
    <p:sldId id="391" r:id="rId4"/>
    <p:sldId id="393" r:id="rId5"/>
    <p:sldId id="394" r:id="rId6"/>
    <p:sldId id="294" r:id="rId7"/>
    <p:sldId id="295" r:id="rId8"/>
    <p:sldId id="397" r:id="rId9"/>
    <p:sldId id="395" r:id="rId10"/>
    <p:sldId id="398" r:id="rId11"/>
    <p:sldId id="331" r:id="rId12"/>
    <p:sldId id="340" r:id="rId13"/>
    <p:sldId id="341" r:id="rId14"/>
    <p:sldId id="342" r:id="rId15"/>
    <p:sldId id="343" r:id="rId16"/>
    <p:sldId id="345" r:id="rId17"/>
    <p:sldId id="379" r:id="rId18"/>
    <p:sldId id="321" r:id="rId19"/>
    <p:sldId id="411" r:id="rId20"/>
    <p:sldId id="346" r:id="rId21"/>
    <p:sldId id="347" r:id="rId22"/>
    <p:sldId id="333" r:id="rId23"/>
    <p:sldId id="349" r:id="rId24"/>
    <p:sldId id="348" r:id="rId25"/>
    <p:sldId id="350" r:id="rId26"/>
    <p:sldId id="351" r:id="rId27"/>
    <p:sldId id="353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352" r:id="rId39"/>
    <p:sldId id="355" r:id="rId40"/>
    <p:sldId id="356" r:id="rId41"/>
    <p:sldId id="360" r:id="rId42"/>
    <p:sldId id="357" r:id="rId43"/>
    <p:sldId id="358" r:id="rId44"/>
    <p:sldId id="359" r:id="rId45"/>
    <p:sldId id="362" r:id="rId46"/>
    <p:sldId id="363" r:id="rId47"/>
    <p:sldId id="366" r:id="rId48"/>
    <p:sldId id="330" r:id="rId49"/>
    <p:sldId id="409" r:id="rId50"/>
    <p:sldId id="412" r:id="rId51"/>
    <p:sldId id="410" r:id="rId52"/>
    <p:sldId id="375" r:id="rId53"/>
    <p:sldId id="365" r:id="rId54"/>
    <p:sldId id="376" r:id="rId55"/>
    <p:sldId id="374" r:id="rId56"/>
    <p:sldId id="370" r:id="rId57"/>
    <p:sldId id="371" r:id="rId58"/>
    <p:sldId id="299" r:id="rId59"/>
    <p:sldId id="383" r:id="rId60"/>
    <p:sldId id="388" r:id="rId61"/>
    <p:sldId id="389" r:id="rId62"/>
    <p:sldId id="429" r:id="rId63"/>
    <p:sldId id="413" r:id="rId64"/>
    <p:sldId id="414" r:id="rId65"/>
    <p:sldId id="392" r:id="rId66"/>
    <p:sldId id="415" r:id="rId67"/>
    <p:sldId id="387" r:id="rId68"/>
    <p:sldId id="416" r:id="rId69"/>
    <p:sldId id="396" r:id="rId70"/>
    <p:sldId id="417" r:id="rId71"/>
    <p:sldId id="418" r:id="rId72"/>
    <p:sldId id="430" r:id="rId73"/>
    <p:sldId id="419" r:id="rId74"/>
    <p:sldId id="420" r:id="rId75"/>
    <p:sldId id="421" r:id="rId76"/>
    <p:sldId id="422" r:id="rId77"/>
    <p:sldId id="423" r:id="rId78"/>
    <p:sldId id="424" r:id="rId79"/>
    <p:sldId id="425" r:id="rId80"/>
    <p:sldId id="426" r:id="rId81"/>
    <p:sldId id="427" r:id="rId82"/>
    <p:sldId id="428" r:id="rId83"/>
    <p:sldId id="368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00FF00"/>
    <a:srgbClr val="FF00FF"/>
    <a:srgbClr val="00FFFF"/>
    <a:srgbClr val="919191"/>
    <a:srgbClr val="838383"/>
    <a:srgbClr val="0CEE01"/>
    <a:srgbClr val="719E3C"/>
    <a:srgbClr val="19232D"/>
    <a:srgbClr val="0099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8E375-076D-4D16-A33E-45A1CD074487}" v="652" dt="2026-10-18T16:21:48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vio rodriguez" userId="1c1449da70e07349" providerId="LiveId" clId="{B6FBDA6B-F2A7-4BBE-A2C3-07D2143358BF}"/>
    <pc:docChg chg="undo redo custSel addSld delSld modSld sldOrd">
      <pc:chgData name="elvio rodriguez" userId="1c1449da70e07349" providerId="LiveId" clId="{B6FBDA6B-F2A7-4BBE-A2C3-07D2143358BF}" dt="2026-10-18T16:23:25.945" v="7608" actId="47"/>
      <pc:docMkLst>
        <pc:docMk/>
      </pc:docMkLst>
      <pc:sldChg chg="modSp mod">
        <pc:chgData name="elvio rodriguez" userId="1c1449da70e07349" providerId="LiveId" clId="{B6FBDA6B-F2A7-4BBE-A2C3-07D2143358BF}" dt="2026-10-15T12:49:36.924" v="3796" actId="947"/>
        <pc:sldMkLst>
          <pc:docMk/>
          <pc:sldMk cId="907928504" sldId="256"/>
        </pc:sldMkLst>
        <pc:spChg chg="mod">
          <ac:chgData name="elvio rodriguez" userId="1c1449da70e07349" providerId="LiveId" clId="{B6FBDA6B-F2A7-4BBE-A2C3-07D2143358BF}" dt="2026-10-15T12:49:36.924" v="3796" actId="947"/>
          <ac:spMkLst>
            <pc:docMk/>
            <pc:sldMk cId="907928504" sldId="256"/>
            <ac:spMk id="5" creationId="{21F42136-630C-904C-C2CA-FDDBE4AC9AF9}"/>
          </ac:spMkLst>
        </pc:spChg>
      </pc:sldChg>
      <pc:sldChg chg="delSp modSp add del mod modTransition">
        <pc:chgData name="elvio rodriguez" userId="1c1449da70e07349" providerId="LiveId" clId="{B6FBDA6B-F2A7-4BBE-A2C3-07D2143358BF}" dt="2026-10-17T16:14:33.980" v="6953"/>
        <pc:sldMkLst>
          <pc:docMk/>
          <pc:sldMk cId="1866065811" sldId="294"/>
        </pc:sldMkLst>
        <pc:spChg chg="mod">
          <ac:chgData name="elvio rodriguez" userId="1c1449da70e07349" providerId="LiveId" clId="{B6FBDA6B-F2A7-4BBE-A2C3-07D2143358BF}" dt="2026-10-15T13:36:41.342" v="4581" actId="1038"/>
          <ac:spMkLst>
            <pc:docMk/>
            <pc:sldMk cId="1866065811" sldId="294"/>
            <ac:spMk id="10" creationId="{57253AFF-3F1D-D886-5DFB-9318CCE7E616}"/>
          </ac:spMkLst>
        </pc:spChg>
        <pc:spChg chg="mod">
          <ac:chgData name="elvio rodriguez" userId="1c1449da70e07349" providerId="LiveId" clId="{B6FBDA6B-F2A7-4BBE-A2C3-07D2143358BF}" dt="2026-10-15T13:36:41.342" v="4581" actId="1038"/>
          <ac:spMkLst>
            <pc:docMk/>
            <pc:sldMk cId="1866065811" sldId="294"/>
            <ac:spMk id="12" creationId="{547DED2D-1A74-96B6-A153-F9996CB4033B}"/>
          </ac:spMkLst>
        </pc:spChg>
        <pc:spChg chg="mod">
          <ac:chgData name="elvio rodriguez" userId="1c1449da70e07349" providerId="LiveId" clId="{B6FBDA6B-F2A7-4BBE-A2C3-07D2143358BF}" dt="2026-10-15T13:36:41.342" v="4581" actId="1038"/>
          <ac:spMkLst>
            <pc:docMk/>
            <pc:sldMk cId="1866065811" sldId="294"/>
            <ac:spMk id="14" creationId="{5D640E85-FE7A-39EC-86E8-3EEB22841B0C}"/>
          </ac:spMkLst>
        </pc:spChg>
        <pc:spChg chg="mod">
          <ac:chgData name="elvio rodriguez" userId="1c1449da70e07349" providerId="LiveId" clId="{B6FBDA6B-F2A7-4BBE-A2C3-07D2143358BF}" dt="2026-10-15T13:36:41.342" v="4581" actId="1038"/>
          <ac:spMkLst>
            <pc:docMk/>
            <pc:sldMk cId="1866065811" sldId="294"/>
            <ac:spMk id="20" creationId="{79E84A18-9572-CAA8-EC55-8C899E161A96}"/>
          </ac:spMkLst>
        </pc:spChg>
        <pc:spChg chg="mod">
          <ac:chgData name="elvio rodriguez" userId="1c1449da70e07349" providerId="LiveId" clId="{B6FBDA6B-F2A7-4BBE-A2C3-07D2143358BF}" dt="2026-10-15T13:36:41.342" v="4581" actId="1038"/>
          <ac:spMkLst>
            <pc:docMk/>
            <pc:sldMk cId="1866065811" sldId="294"/>
            <ac:spMk id="27" creationId="{A0A44B78-8A9F-48A5-A82A-444D163A49A8}"/>
          </ac:spMkLst>
        </pc:spChg>
        <pc:picChg chg="mod">
          <ac:chgData name="elvio rodriguez" userId="1c1449da70e07349" providerId="LiveId" clId="{B6FBDA6B-F2A7-4BBE-A2C3-07D2143358BF}" dt="2026-10-15T13:36:41.342" v="4581" actId="1038"/>
          <ac:picMkLst>
            <pc:docMk/>
            <pc:sldMk cId="1866065811" sldId="294"/>
            <ac:picMk id="6" creationId="{9C19C46A-5898-C7DE-73C2-6B333992A5FA}"/>
          </ac:picMkLst>
        </pc:picChg>
        <pc:picChg chg="mod">
          <ac:chgData name="elvio rodriguez" userId="1c1449da70e07349" providerId="LiveId" clId="{B6FBDA6B-F2A7-4BBE-A2C3-07D2143358BF}" dt="2026-10-15T13:36:41.342" v="4581" actId="1038"/>
          <ac:picMkLst>
            <pc:docMk/>
            <pc:sldMk cId="1866065811" sldId="294"/>
            <ac:picMk id="8" creationId="{9E099440-9650-0C48-2BA6-9F774DC951C8}"/>
          </ac:picMkLst>
        </pc:picChg>
        <pc:picChg chg="mod">
          <ac:chgData name="elvio rodriguez" userId="1c1449da70e07349" providerId="LiveId" clId="{B6FBDA6B-F2A7-4BBE-A2C3-07D2143358BF}" dt="2026-10-15T13:36:41.342" v="4581" actId="1038"/>
          <ac:picMkLst>
            <pc:docMk/>
            <pc:sldMk cId="1866065811" sldId="294"/>
            <ac:picMk id="16" creationId="{FD47800A-F7B8-E7F0-A597-C2E097A90C7F}"/>
          </ac:picMkLst>
        </pc:picChg>
        <pc:picChg chg="mod">
          <ac:chgData name="elvio rodriguez" userId="1c1449da70e07349" providerId="LiveId" clId="{B6FBDA6B-F2A7-4BBE-A2C3-07D2143358BF}" dt="2026-10-15T13:36:41.342" v="4581" actId="1038"/>
          <ac:picMkLst>
            <pc:docMk/>
            <pc:sldMk cId="1866065811" sldId="294"/>
            <ac:picMk id="25" creationId="{E0FA1657-FD7B-8E20-9153-B7E2587CDF13}"/>
          </ac:picMkLst>
        </pc:picChg>
        <pc:picChg chg="mod">
          <ac:chgData name="elvio rodriguez" userId="1c1449da70e07349" providerId="LiveId" clId="{B6FBDA6B-F2A7-4BBE-A2C3-07D2143358BF}" dt="2026-10-15T13:36:41.342" v="4581" actId="1038"/>
          <ac:picMkLst>
            <pc:docMk/>
            <pc:sldMk cId="1866065811" sldId="294"/>
            <ac:picMk id="35" creationId="{4DF2CF8F-1785-B3FB-4F69-DA3F7A601411}"/>
          </ac:picMkLst>
        </pc:picChg>
        <pc:cxnChg chg="mod">
          <ac:chgData name="elvio rodriguez" userId="1c1449da70e07349" providerId="LiveId" clId="{B6FBDA6B-F2A7-4BBE-A2C3-07D2143358BF}" dt="2026-10-15T13:28:40.015" v="4470" actId="1076"/>
          <ac:cxnSpMkLst>
            <pc:docMk/>
            <pc:sldMk cId="1866065811" sldId="294"/>
            <ac:cxnSpMk id="30" creationId="{31540BE3-8433-6D3C-A8E2-1BBA155CB3A6}"/>
          </ac:cxnSpMkLst>
        </pc:cxnChg>
      </pc:sldChg>
      <pc:sldChg chg="add del modTransition modAnim">
        <pc:chgData name="elvio rodriguez" userId="1c1449da70e07349" providerId="LiveId" clId="{B6FBDA6B-F2A7-4BBE-A2C3-07D2143358BF}" dt="2026-10-17T16:16:28.663" v="6957"/>
        <pc:sldMkLst>
          <pc:docMk/>
          <pc:sldMk cId="3734260462" sldId="295"/>
        </pc:sldMkLst>
      </pc:sldChg>
      <pc:sldChg chg="modSp add mod">
        <pc:chgData name="elvio rodriguez" userId="1c1449da70e07349" providerId="LiveId" clId="{B6FBDA6B-F2A7-4BBE-A2C3-07D2143358BF}" dt="2026-10-18T00:00:57.731" v="7011" actId="20577"/>
        <pc:sldMkLst>
          <pc:docMk/>
          <pc:sldMk cId="4200325393" sldId="299"/>
        </pc:sldMkLst>
        <pc:spChg chg="mod">
          <ac:chgData name="elvio rodriguez" userId="1c1449da70e07349" providerId="LiveId" clId="{B6FBDA6B-F2A7-4BBE-A2C3-07D2143358BF}" dt="2026-10-18T00:00:57.731" v="7011" actId="20577"/>
          <ac:spMkLst>
            <pc:docMk/>
            <pc:sldMk cId="4200325393" sldId="299"/>
            <ac:spMk id="2" creationId="{E8DC8064-7039-BBC9-F8C8-22EC0B461AD3}"/>
          </ac:spMkLst>
        </pc:spChg>
      </pc:sldChg>
      <pc:sldChg chg="addSp delSp mod">
        <pc:chgData name="elvio rodriguez" userId="1c1449da70e07349" providerId="LiveId" clId="{B6FBDA6B-F2A7-4BBE-A2C3-07D2143358BF}" dt="2026-10-17T15:00:00.924" v="5930" actId="478"/>
        <pc:sldMkLst>
          <pc:docMk/>
          <pc:sldMk cId="2290440698" sldId="321"/>
        </pc:sldMkLst>
        <pc:spChg chg="add del">
          <ac:chgData name="elvio rodriguez" userId="1c1449da70e07349" providerId="LiveId" clId="{B6FBDA6B-F2A7-4BBE-A2C3-07D2143358BF}" dt="2026-10-17T15:00:00.924" v="5930" actId="478"/>
          <ac:spMkLst>
            <pc:docMk/>
            <pc:sldMk cId="2290440698" sldId="321"/>
            <ac:spMk id="5" creationId="{1347E693-8B62-91D2-34A4-B97E146D9370}"/>
          </ac:spMkLst>
        </pc:spChg>
      </pc:sldChg>
      <pc:sldChg chg="modSp mod ord">
        <pc:chgData name="elvio rodriguez" userId="1c1449da70e07349" providerId="LiveId" clId="{B6FBDA6B-F2A7-4BBE-A2C3-07D2143358BF}" dt="2026-10-17T16:19:53.849" v="7000" actId="20577"/>
        <pc:sldMkLst>
          <pc:docMk/>
          <pc:sldMk cId="3617595538" sldId="330"/>
        </pc:sldMkLst>
        <pc:spChg chg="mod">
          <ac:chgData name="elvio rodriguez" userId="1c1449da70e07349" providerId="LiveId" clId="{B6FBDA6B-F2A7-4BBE-A2C3-07D2143358BF}" dt="2026-10-17T16:19:53.849" v="7000" actId="20577"/>
          <ac:spMkLst>
            <pc:docMk/>
            <pc:sldMk cId="3617595538" sldId="330"/>
            <ac:spMk id="2" creationId="{C7B76FF3-FE78-FF9B-EEDE-97EAA298057A}"/>
          </ac:spMkLst>
        </pc:spChg>
      </pc:sldChg>
      <pc:sldChg chg="modSp mod modTransition">
        <pc:chgData name="elvio rodriguez" userId="1c1449da70e07349" providerId="LiveId" clId="{B6FBDA6B-F2A7-4BBE-A2C3-07D2143358BF}" dt="2026-10-17T16:14:39.524" v="6954"/>
        <pc:sldMkLst>
          <pc:docMk/>
          <pc:sldMk cId="3208501723" sldId="331"/>
        </pc:sldMkLst>
        <pc:spChg chg="mod">
          <ac:chgData name="elvio rodriguez" userId="1c1449da70e07349" providerId="LiveId" clId="{B6FBDA6B-F2A7-4BBE-A2C3-07D2143358BF}" dt="2026-10-15T12:49:14.506" v="3789" actId="20577"/>
          <ac:spMkLst>
            <pc:docMk/>
            <pc:sldMk cId="3208501723" sldId="331"/>
            <ac:spMk id="2" creationId="{1B3C3DBA-5A3D-4131-77C6-D4EEC6A3C780}"/>
          </ac:spMkLst>
        </pc:spChg>
      </pc:sldChg>
      <pc:sldChg chg="addSp modSp mod">
        <pc:chgData name="elvio rodriguez" userId="1c1449da70e07349" providerId="LiveId" clId="{B6FBDA6B-F2A7-4BBE-A2C3-07D2143358BF}" dt="2026-10-17T15:59:03.419" v="6538" actId="20577"/>
        <pc:sldMkLst>
          <pc:docMk/>
          <pc:sldMk cId="1626336882" sldId="333"/>
        </pc:sldMkLst>
        <pc:spChg chg="add mod">
          <ac:chgData name="elvio rodriguez" userId="1c1449da70e07349" providerId="LiveId" clId="{B6FBDA6B-F2A7-4BBE-A2C3-07D2143358BF}" dt="2026-10-17T15:58:14.411" v="6524" actId="1076"/>
          <ac:spMkLst>
            <pc:docMk/>
            <pc:sldMk cId="1626336882" sldId="333"/>
            <ac:spMk id="15" creationId="{426FA8B3-24DE-D182-03CE-F730E51FA9A1}"/>
          </ac:spMkLst>
        </pc:spChg>
        <pc:spChg chg="mod">
          <ac:chgData name="elvio rodriguez" userId="1c1449da70e07349" providerId="LiveId" clId="{B6FBDA6B-F2A7-4BBE-A2C3-07D2143358BF}" dt="2026-10-17T15:58:21.894" v="6534" actId="20577"/>
          <ac:spMkLst>
            <pc:docMk/>
            <pc:sldMk cId="1626336882" sldId="333"/>
            <ac:spMk id="17" creationId="{F5E2CCC6-E026-EBFB-1496-5B6EF4276211}"/>
          </ac:spMkLst>
        </pc:spChg>
        <pc:spChg chg="add mod">
          <ac:chgData name="elvio rodriguez" userId="1c1449da70e07349" providerId="LiveId" clId="{B6FBDA6B-F2A7-4BBE-A2C3-07D2143358BF}" dt="2026-10-17T15:56:56.769" v="6464" actId="571"/>
          <ac:spMkLst>
            <pc:docMk/>
            <pc:sldMk cId="1626336882" sldId="333"/>
            <ac:spMk id="18" creationId="{10FD1EAA-E890-A11F-F0E0-11A47DD6938D}"/>
          </ac:spMkLst>
        </pc:spChg>
        <pc:spChg chg="add mod">
          <ac:chgData name="elvio rodriguez" userId="1c1449da70e07349" providerId="LiveId" clId="{B6FBDA6B-F2A7-4BBE-A2C3-07D2143358BF}" dt="2026-10-17T15:59:03.419" v="6538" actId="20577"/>
          <ac:spMkLst>
            <pc:docMk/>
            <pc:sldMk cId="1626336882" sldId="333"/>
            <ac:spMk id="19" creationId="{7922D50E-512A-E249-B760-0E214997669B}"/>
          </ac:spMkLst>
        </pc:spChg>
      </pc:sldChg>
      <pc:sldChg chg="modSp mod">
        <pc:chgData name="elvio rodriguez" userId="1c1449da70e07349" providerId="LiveId" clId="{B6FBDA6B-F2A7-4BBE-A2C3-07D2143358BF}" dt="2026-10-16T15:47:24.635" v="4754" actId="207"/>
        <pc:sldMkLst>
          <pc:docMk/>
          <pc:sldMk cId="1854269381" sldId="343"/>
        </pc:sldMkLst>
        <pc:spChg chg="mod">
          <ac:chgData name="elvio rodriguez" userId="1c1449da70e07349" providerId="LiveId" clId="{B6FBDA6B-F2A7-4BBE-A2C3-07D2143358BF}" dt="2026-10-16T15:47:24.635" v="4754" actId="207"/>
          <ac:spMkLst>
            <pc:docMk/>
            <pc:sldMk cId="1854269381" sldId="343"/>
            <ac:spMk id="11" creationId="{2D029BFA-C241-408A-A59B-899E98383EA2}"/>
          </ac:spMkLst>
        </pc:spChg>
      </pc:sldChg>
      <pc:sldChg chg="modSp mod">
        <pc:chgData name="elvio rodriguez" userId="1c1449da70e07349" providerId="LiveId" clId="{B6FBDA6B-F2A7-4BBE-A2C3-07D2143358BF}" dt="2026-10-18T00:15:33.578" v="7079" actId="1036"/>
        <pc:sldMkLst>
          <pc:docMk/>
          <pc:sldMk cId="3663678027" sldId="346"/>
        </pc:sldMkLst>
        <pc:spChg chg="mod">
          <ac:chgData name="elvio rodriguez" userId="1c1449da70e07349" providerId="LiveId" clId="{B6FBDA6B-F2A7-4BBE-A2C3-07D2143358BF}" dt="2026-10-18T00:15:33.578" v="7079" actId="1036"/>
          <ac:spMkLst>
            <pc:docMk/>
            <pc:sldMk cId="3663678027" sldId="346"/>
            <ac:spMk id="3" creationId="{BBFEEC8B-10A3-2A1F-B088-9752269389A5}"/>
          </ac:spMkLst>
        </pc:spChg>
        <pc:picChg chg="mod">
          <ac:chgData name="elvio rodriguez" userId="1c1449da70e07349" providerId="LiveId" clId="{B6FBDA6B-F2A7-4BBE-A2C3-07D2143358BF}" dt="2026-10-18T00:15:33.578" v="7079" actId="1036"/>
          <ac:picMkLst>
            <pc:docMk/>
            <pc:sldMk cId="3663678027" sldId="346"/>
            <ac:picMk id="8" creationId="{A7616766-A96B-E836-BA95-8D895E376E50}"/>
          </ac:picMkLst>
        </pc:picChg>
      </pc:sldChg>
      <pc:sldChg chg="modSp mod">
        <pc:chgData name="elvio rodriguez" userId="1c1449da70e07349" providerId="LiveId" clId="{B6FBDA6B-F2A7-4BBE-A2C3-07D2143358BF}" dt="2026-10-16T15:47:57.621" v="4756" actId="20577"/>
        <pc:sldMkLst>
          <pc:docMk/>
          <pc:sldMk cId="3906990131" sldId="347"/>
        </pc:sldMkLst>
        <pc:spChg chg="mod">
          <ac:chgData name="elvio rodriguez" userId="1c1449da70e07349" providerId="LiveId" clId="{B6FBDA6B-F2A7-4BBE-A2C3-07D2143358BF}" dt="2026-10-16T15:47:57.621" v="4756" actId="20577"/>
          <ac:spMkLst>
            <pc:docMk/>
            <pc:sldMk cId="3906990131" sldId="347"/>
            <ac:spMk id="2" creationId="{1EBF64C7-DC9A-B9C5-C146-F92DCC837B87}"/>
          </ac:spMkLst>
        </pc:spChg>
      </pc:sldChg>
      <pc:sldChg chg="addSp delSp modSp mod modAnim">
        <pc:chgData name="elvio rodriguez" userId="1c1449da70e07349" providerId="LiveId" clId="{B6FBDA6B-F2A7-4BBE-A2C3-07D2143358BF}" dt="2026-10-18T15:34:55.783" v="7423"/>
        <pc:sldMkLst>
          <pc:docMk/>
          <pc:sldMk cId="1333085062" sldId="348"/>
        </pc:sldMkLst>
        <pc:spChg chg="add mod">
          <ac:chgData name="elvio rodriguez" userId="1c1449da70e07349" providerId="LiveId" clId="{B6FBDA6B-F2A7-4BBE-A2C3-07D2143358BF}" dt="2026-10-18T15:34:36.053" v="7421" actId="113"/>
          <ac:spMkLst>
            <pc:docMk/>
            <pc:sldMk cId="1333085062" sldId="348"/>
            <ac:spMk id="2" creationId="{700FA4BD-5E1D-37DB-27F3-EF1E78F84C3C}"/>
          </ac:spMkLst>
        </pc:spChg>
        <pc:spChg chg="mod">
          <ac:chgData name="elvio rodriguez" userId="1c1449da70e07349" providerId="LiveId" clId="{B6FBDA6B-F2A7-4BBE-A2C3-07D2143358BF}" dt="2026-10-18T15:32:47.650" v="7387" actId="207"/>
          <ac:spMkLst>
            <pc:docMk/>
            <pc:sldMk cId="1333085062" sldId="348"/>
            <ac:spMk id="41" creationId="{42537BA8-8062-5AA8-E2EE-2F21DFD53714}"/>
          </ac:spMkLst>
        </pc:spChg>
      </pc:sldChg>
      <pc:sldChg chg="modSp mod">
        <pc:chgData name="elvio rodriguez" userId="1c1449da70e07349" providerId="LiveId" clId="{B6FBDA6B-F2A7-4BBE-A2C3-07D2143358BF}" dt="2026-10-17T15:38:35.836" v="6068" actId="20577"/>
        <pc:sldMkLst>
          <pc:docMk/>
          <pc:sldMk cId="1680083419" sldId="352"/>
        </pc:sldMkLst>
        <pc:spChg chg="mod">
          <ac:chgData name="elvio rodriguez" userId="1c1449da70e07349" providerId="LiveId" clId="{B6FBDA6B-F2A7-4BBE-A2C3-07D2143358BF}" dt="2026-10-17T15:38:35.836" v="6068" actId="20577"/>
          <ac:spMkLst>
            <pc:docMk/>
            <pc:sldMk cId="1680083419" sldId="352"/>
            <ac:spMk id="4" creationId="{F345C6D2-ABA6-FE6A-C517-51C9A2C3B87F}"/>
          </ac:spMkLst>
        </pc:spChg>
      </pc:sldChg>
      <pc:sldChg chg="modSp mod">
        <pc:chgData name="elvio rodriguez" userId="1c1449da70e07349" providerId="LiveId" clId="{B6FBDA6B-F2A7-4BBE-A2C3-07D2143358BF}" dt="2026-10-17T15:38:30.698" v="6067" actId="20577"/>
        <pc:sldMkLst>
          <pc:docMk/>
          <pc:sldMk cId="1764294884" sldId="353"/>
        </pc:sldMkLst>
        <pc:spChg chg="mod">
          <ac:chgData name="elvio rodriguez" userId="1c1449da70e07349" providerId="LiveId" clId="{B6FBDA6B-F2A7-4BBE-A2C3-07D2143358BF}" dt="2026-10-17T15:38:30.698" v="6067" actId="20577"/>
          <ac:spMkLst>
            <pc:docMk/>
            <pc:sldMk cId="1764294884" sldId="353"/>
            <ac:spMk id="5" creationId="{C2793D1C-5B1B-6DD3-F53D-0A2553D484B5}"/>
          </ac:spMkLst>
        </pc:spChg>
      </pc:sldChg>
      <pc:sldChg chg="modSp mod">
        <pc:chgData name="elvio rodriguez" userId="1c1449da70e07349" providerId="LiveId" clId="{B6FBDA6B-F2A7-4BBE-A2C3-07D2143358BF}" dt="2026-10-17T15:38:45.754" v="6070" actId="20577"/>
        <pc:sldMkLst>
          <pc:docMk/>
          <pc:sldMk cId="2297824210" sldId="358"/>
        </pc:sldMkLst>
        <pc:spChg chg="mod">
          <ac:chgData name="elvio rodriguez" userId="1c1449da70e07349" providerId="LiveId" clId="{B6FBDA6B-F2A7-4BBE-A2C3-07D2143358BF}" dt="2026-10-17T15:38:45.754" v="6070" actId="20577"/>
          <ac:spMkLst>
            <pc:docMk/>
            <pc:sldMk cId="2297824210" sldId="358"/>
            <ac:spMk id="5" creationId="{35DC6AF7-5F23-C1A6-F29A-AD835D8675A4}"/>
          </ac:spMkLst>
        </pc:spChg>
      </pc:sldChg>
      <pc:sldChg chg="modSp mod">
        <pc:chgData name="elvio rodriguez" userId="1c1449da70e07349" providerId="LiveId" clId="{B6FBDA6B-F2A7-4BBE-A2C3-07D2143358BF}" dt="2026-10-17T15:38:50.383" v="6072" actId="20577"/>
        <pc:sldMkLst>
          <pc:docMk/>
          <pc:sldMk cId="1653428922" sldId="359"/>
        </pc:sldMkLst>
        <pc:spChg chg="mod">
          <ac:chgData name="elvio rodriguez" userId="1c1449da70e07349" providerId="LiveId" clId="{B6FBDA6B-F2A7-4BBE-A2C3-07D2143358BF}" dt="2026-10-17T15:38:48.897" v="6071" actId="20577"/>
          <ac:spMkLst>
            <pc:docMk/>
            <pc:sldMk cId="1653428922" sldId="359"/>
            <ac:spMk id="6" creationId="{840F7AB6-2A89-1561-B557-7341958B640F}"/>
          </ac:spMkLst>
        </pc:spChg>
        <pc:spChg chg="mod">
          <ac:chgData name="elvio rodriguez" userId="1c1449da70e07349" providerId="LiveId" clId="{B6FBDA6B-F2A7-4BBE-A2C3-07D2143358BF}" dt="2026-10-17T15:38:50.383" v="6072" actId="20577"/>
          <ac:spMkLst>
            <pc:docMk/>
            <pc:sldMk cId="1653428922" sldId="359"/>
            <ac:spMk id="13" creationId="{DC0D182D-1FFE-3E19-1CA2-0DA8F54663DB}"/>
          </ac:spMkLst>
        </pc:spChg>
      </pc:sldChg>
      <pc:sldChg chg="modSp mod">
        <pc:chgData name="elvio rodriguez" userId="1c1449da70e07349" providerId="LiveId" clId="{B6FBDA6B-F2A7-4BBE-A2C3-07D2143358BF}" dt="2026-10-16T19:01:00.838" v="5736" actId="20577"/>
        <pc:sldMkLst>
          <pc:docMk/>
          <pc:sldMk cId="3954271016" sldId="360"/>
        </pc:sldMkLst>
        <pc:spChg chg="mod">
          <ac:chgData name="elvio rodriguez" userId="1c1449da70e07349" providerId="LiveId" clId="{B6FBDA6B-F2A7-4BBE-A2C3-07D2143358BF}" dt="2026-10-16T19:01:00.838" v="5736" actId="20577"/>
          <ac:spMkLst>
            <pc:docMk/>
            <pc:sldMk cId="3954271016" sldId="360"/>
            <ac:spMk id="4" creationId="{1C5DD671-CDFD-46DE-4C84-49C2448F3D98}"/>
          </ac:spMkLst>
        </pc:spChg>
      </pc:sldChg>
      <pc:sldChg chg="addSp delSp modSp mod modAnim">
        <pc:chgData name="elvio rodriguez" userId="1c1449da70e07349" providerId="LiveId" clId="{B6FBDA6B-F2A7-4BBE-A2C3-07D2143358BF}" dt="2026-10-17T15:06:16.540" v="5981" actId="1038"/>
        <pc:sldMkLst>
          <pc:docMk/>
          <pc:sldMk cId="1020625565" sldId="362"/>
        </pc:sldMkLst>
        <pc:spChg chg="mod">
          <ac:chgData name="elvio rodriguez" userId="1c1449da70e07349" providerId="LiveId" clId="{B6FBDA6B-F2A7-4BBE-A2C3-07D2143358BF}" dt="2026-10-04T22:14:25.999" v="49" actId="207"/>
          <ac:spMkLst>
            <pc:docMk/>
            <pc:sldMk cId="1020625565" sldId="362"/>
            <ac:spMk id="2" creationId="{78B3F95B-784F-4A14-DC1B-7F4A7AA1970D}"/>
          </ac:spMkLst>
        </pc:spChg>
        <pc:spChg chg="add mod">
          <ac:chgData name="elvio rodriguez" userId="1c1449da70e07349" providerId="LiveId" clId="{B6FBDA6B-F2A7-4BBE-A2C3-07D2143358BF}" dt="2026-10-17T15:06:10.440" v="5976" actId="14100"/>
          <ac:spMkLst>
            <pc:docMk/>
            <pc:sldMk cId="1020625565" sldId="362"/>
            <ac:spMk id="3" creationId="{63BDDE9F-AF96-C984-ADAB-173E17BA69FC}"/>
          </ac:spMkLst>
        </pc:spChg>
        <pc:spChg chg="add mod">
          <ac:chgData name="elvio rodriguez" userId="1c1449da70e07349" providerId="LiveId" clId="{B6FBDA6B-F2A7-4BBE-A2C3-07D2143358BF}" dt="2026-10-17T15:06:10.440" v="5976" actId="14100"/>
          <ac:spMkLst>
            <pc:docMk/>
            <pc:sldMk cId="1020625565" sldId="362"/>
            <ac:spMk id="5" creationId="{3BA4241F-C99C-4B62-0D3F-E993338B459D}"/>
          </ac:spMkLst>
        </pc:spChg>
        <pc:spChg chg="add mod">
          <ac:chgData name="elvio rodriguez" userId="1c1449da70e07349" providerId="LiveId" clId="{B6FBDA6B-F2A7-4BBE-A2C3-07D2143358BF}" dt="2026-10-17T15:06:16.540" v="5981" actId="1038"/>
          <ac:spMkLst>
            <pc:docMk/>
            <pc:sldMk cId="1020625565" sldId="362"/>
            <ac:spMk id="6" creationId="{A91BC767-4B87-68BD-60F7-5FB261D006C0}"/>
          </ac:spMkLst>
        </pc:spChg>
        <pc:spChg chg="add mod">
          <ac:chgData name="elvio rodriguez" userId="1c1449da70e07349" providerId="LiveId" clId="{B6FBDA6B-F2A7-4BBE-A2C3-07D2143358BF}" dt="2026-10-17T15:05:45.003" v="5932" actId="208"/>
          <ac:spMkLst>
            <pc:docMk/>
            <pc:sldMk cId="1020625565" sldId="362"/>
            <ac:spMk id="7" creationId="{69A2DE6F-A49C-D1D2-FE06-61653F717F9D}"/>
          </ac:spMkLst>
        </pc:spChg>
        <pc:spChg chg="add mod">
          <ac:chgData name="elvio rodriguez" userId="1c1449da70e07349" providerId="LiveId" clId="{B6FBDA6B-F2A7-4BBE-A2C3-07D2143358BF}" dt="2026-10-17T15:05:45.003" v="5932" actId="208"/>
          <ac:spMkLst>
            <pc:docMk/>
            <pc:sldMk cId="1020625565" sldId="362"/>
            <ac:spMk id="8" creationId="{FB9A55C1-7A7A-1CB4-0892-F410CBB7C2C3}"/>
          </ac:spMkLst>
        </pc:spChg>
        <pc:spChg chg="add mod">
          <ac:chgData name="elvio rodriguez" userId="1c1449da70e07349" providerId="LiveId" clId="{B6FBDA6B-F2A7-4BBE-A2C3-07D2143358BF}" dt="2026-10-17T15:05:39.274" v="5931" actId="207"/>
          <ac:spMkLst>
            <pc:docMk/>
            <pc:sldMk cId="1020625565" sldId="362"/>
            <ac:spMk id="9" creationId="{42B2E8CB-1D25-40F4-CA3D-59BDC58457EB}"/>
          </ac:spMkLst>
        </pc:spChg>
        <pc:spChg chg="add mod">
          <ac:chgData name="elvio rodriguez" userId="1c1449da70e07349" providerId="LiveId" clId="{B6FBDA6B-F2A7-4BBE-A2C3-07D2143358BF}" dt="2026-10-17T15:05:39.274" v="5931" actId="207"/>
          <ac:spMkLst>
            <pc:docMk/>
            <pc:sldMk cId="1020625565" sldId="362"/>
            <ac:spMk id="10" creationId="{85BD5638-2848-EFDE-4D3B-3BEA31F117DB}"/>
          </ac:spMkLst>
        </pc:spChg>
        <pc:spChg chg="mod">
          <ac:chgData name="elvio rodriguez" userId="1c1449da70e07349" providerId="LiveId" clId="{B6FBDA6B-F2A7-4BBE-A2C3-07D2143358BF}" dt="2026-10-17T15:05:46.876" v="5934" actId="1076"/>
          <ac:spMkLst>
            <pc:docMk/>
            <pc:sldMk cId="1020625565" sldId="362"/>
            <ac:spMk id="15" creationId="{3D251ACD-5208-D80C-E2FF-26077C8F16BE}"/>
          </ac:spMkLst>
        </pc:spChg>
      </pc:sldChg>
      <pc:sldChg chg="addSp delSp modSp add mod delAnim">
        <pc:chgData name="elvio rodriguez" userId="1c1449da70e07349" providerId="LiveId" clId="{B6FBDA6B-F2A7-4BBE-A2C3-07D2143358BF}" dt="2026-10-18T15:37:21.669" v="7424" actId="1076"/>
        <pc:sldMkLst>
          <pc:docMk/>
          <pc:sldMk cId="2250179783" sldId="363"/>
        </pc:sldMkLst>
        <pc:spChg chg="mod">
          <ac:chgData name="elvio rodriguez" userId="1c1449da70e07349" providerId="LiveId" clId="{B6FBDA6B-F2A7-4BBE-A2C3-07D2143358BF}" dt="2026-10-04T22:20:34.316" v="133" actId="20577"/>
          <ac:spMkLst>
            <pc:docMk/>
            <pc:sldMk cId="2250179783" sldId="363"/>
            <ac:spMk id="4" creationId="{2F5FBC65-64D2-FD0F-EEE4-D736D79A64F0}"/>
          </ac:spMkLst>
        </pc:spChg>
        <pc:spChg chg="mod">
          <ac:chgData name="elvio rodriguez" userId="1c1449da70e07349" providerId="LiveId" clId="{B6FBDA6B-F2A7-4BBE-A2C3-07D2143358BF}" dt="2026-10-18T15:37:21.669" v="7424" actId="1076"/>
          <ac:spMkLst>
            <pc:docMk/>
            <pc:sldMk cId="2250179783" sldId="363"/>
            <ac:spMk id="6" creationId="{ACDCD8CD-00FF-B6DE-5D48-735129844AF7}"/>
          </ac:spMkLst>
        </pc:spChg>
        <pc:spChg chg="add mod">
          <ac:chgData name="elvio rodriguez" userId="1c1449da70e07349" providerId="LiveId" clId="{B6FBDA6B-F2A7-4BBE-A2C3-07D2143358BF}" dt="2026-10-04T22:23:24.738" v="279" actId="20577"/>
          <ac:spMkLst>
            <pc:docMk/>
            <pc:sldMk cId="2250179783" sldId="363"/>
            <ac:spMk id="11" creationId="{FC52D272-0C36-ACED-0B63-1F46DF282457}"/>
          </ac:spMkLst>
        </pc:spChg>
        <pc:spChg chg="mod">
          <ac:chgData name="elvio rodriguez" userId="1c1449da70e07349" providerId="LiveId" clId="{B6FBDA6B-F2A7-4BBE-A2C3-07D2143358BF}" dt="2026-10-04T22:23:00.756" v="268" actId="115"/>
          <ac:spMkLst>
            <pc:docMk/>
            <pc:sldMk cId="2250179783" sldId="363"/>
            <ac:spMk id="15" creationId="{363490DE-A963-22BC-8657-B0B181D7CD9C}"/>
          </ac:spMkLst>
        </pc:spChg>
      </pc:sldChg>
      <pc:sldChg chg="addSp delSp modSp add mod">
        <pc:chgData name="elvio rodriguez" userId="1c1449da70e07349" providerId="LiveId" clId="{B6FBDA6B-F2A7-4BBE-A2C3-07D2143358BF}" dt="2026-10-17T15:50:13.217" v="6437" actId="1035"/>
        <pc:sldMkLst>
          <pc:docMk/>
          <pc:sldMk cId="3901488636" sldId="365"/>
        </pc:sldMkLst>
        <pc:spChg chg="add mod">
          <ac:chgData name="elvio rodriguez" userId="1c1449da70e07349" providerId="LiveId" clId="{B6FBDA6B-F2A7-4BBE-A2C3-07D2143358BF}" dt="2026-10-04T22:54:46.754" v="1527" actId="1076"/>
          <ac:spMkLst>
            <pc:docMk/>
            <pc:sldMk cId="3901488636" sldId="365"/>
            <ac:spMk id="3" creationId="{0A2BD205-5727-B8A9-DFAC-48D76E11D126}"/>
          </ac:spMkLst>
        </pc:spChg>
        <pc:spChg chg="add del mod">
          <ac:chgData name="elvio rodriguez" userId="1c1449da70e07349" providerId="LiveId" clId="{B6FBDA6B-F2A7-4BBE-A2C3-07D2143358BF}" dt="2026-10-17T15:50:13.217" v="6437" actId="1035"/>
          <ac:spMkLst>
            <pc:docMk/>
            <pc:sldMk cId="3901488636" sldId="365"/>
            <ac:spMk id="5" creationId="{0A60512A-BEF2-296B-8CBB-4F40C509495D}"/>
          </ac:spMkLst>
        </pc:spChg>
        <pc:spChg chg="mod">
          <ac:chgData name="elvio rodriguez" userId="1c1449da70e07349" providerId="LiveId" clId="{B6FBDA6B-F2A7-4BBE-A2C3-07D2143358BF}" dt="2026-10-04T22:25:40.860" v="298" actId="20577"/>
          <ac:spMkLst>
            <pc:docMk/>
            <pc:sldMk cId="3901488636" sldId="365"/>
            <ac:spMk id="6" creationId="{625C90F2-4E06-9697-CEC8-92F4E9F8256A}"/>
          </ac:spMkLst>
        </pc:spChg>
        <pc:spChg chg="add">
          <ac:chgData name="elvio rodriguez" userId="1c1449da70e07349" providerId="LiveId" clId="{B6FBDA6B-F2A7-4BBE-A2C3-07D2143358BF}" dt="2026-10-17T15:46:23.909" v="6417" actId="22"/>
          <ac:spMkLst>
            <pc:docMk/>
            <pc:sldMk cId="3901488636" sldId="365"/>
            <ac:spMk id="8" creationId="{5A2E1E60-B78C-4166-11EA-204DCE6D8404}"/>
          </ac:spMkLst>
        </pc:spChg>
        <pc:spChg chg="mod">
          <ac:chgData name="elvio rodriguez" userId="1c1449da70e07349" providerId="LiveId" clId="{B6FBDA6B-F2A7-4BBE-A2C3-07D2143358BF}" dt="2026-10-17T15:49:56.474" v="6425" actId="113"/>
          <ac:spMkLst>
            <pc:docMk/>
            <pc:sldMk cId="3901488636" sldId="365"/>
            <ac:spMk id="10" creationId="{79471CCE-820D-E88F-6599-C7A1456BD03F}"/>
          </ac:spMkLst>
        </pc:spChg>
        <pc:spChg chg="add">
          <ac:chgData name="elvio rodriguez" userId="1c1449da70e07349" providerId="LiveId" clId="{B6FBDA6B-F2A7-4BBE-A2C3-07D2143358BF}" dt="2026-10-17T15:46:23.909" v="6417" actId="22"/>
          <ac:spMkLst>
            <pc:docMk/>
            <pc:sldMk cId="3901488636" sldId="365"/>
            <ac:spMk id="11" creationId="{B0C0A23E-F9E0-3BD1-DE85-CDD2B3356DD6}"/>
          </ac:spMkLst>
        </pc:spChg>
        <pc:spChg chg="add">
          <ac:chgData name="elvio rodriguez" userId="1c1449da70e07349" providerId="LiveId" clId="{B6FBDA6B-F2A7-4BBE-A2C3-07D2143358BF}" dt="2026-10-17T15:46:23.909" v="6417" actId="22"/>
          <ac:spMkLst>
            <pc:docMk/>
            <pc:sldMk cId="3901488636" sldId="365"/>
            <ac:spMk id="13" creationId="{A6A1BAF2-B375-F855-2575-2E4338E6A231}"/>
          </ac:spMkLst>
        </pc:spChg>
        <pc:spChg chg="add del mod">
          <ac:chgData name="elvio rodriguez" userId="1c1449da70e07349" providerId="LiveId" clId="{B6FBDA6B-F2A7-4BBE-A2C3-07D2143358BF}" dt="2026-10-17T15:46:23.654" v="6416" actId="478"/>
          <ac:spMkLst>
            <pc:docMk/>
            <pc:sldMk cId="3901488636" sldId="365"/>
            <ac:spMk id="15" creationId="{C48EA3FC-4509-EFA2-D990-ED48586BA1B4}"/>
          </ac:spMkLst>
        </pc:spChg>
        <pc:spChg chg="add del mod">
          <ac:chgData name="elvio rodriguez" userId="1c1449da70e07349" providerId="LiveId" clId="{B6FBDA6B-F2A7-4BBE-A2C3-07D2143358BF}" dt="2026-10-17T15:46:23.654" v="6416" actId="478"/>
          <ac:spMkLst>
            <pc:docMk/>
            <pc:sldMk cId="3901488636" sldId="365"/>
            <ac:spMk id="17" creationId="{838EF759-868B-D146-C279-E1DDFDAAD0C8}"/>
          </ac:spMkLst>
        </pc:spChg>
        <pc:spChg chg="add del mod">
          <ac:chgData name="elvio rodriguez" userId="1c1449da70e07349" providerId="LiveId" clId="{B6FBDA6B-F2A7-4BBE-A2C3-07D2143358BF}" dt="2026-10-17T15:46:23.654" v="6416" actId="478"/>
          <ac:spMkLst>
            <pc:docMk/>
            <pc:sldMk cId="3901488636" sldId="365"/>
            <ac:spMk id="19" creationId="{1971952E-6FC7-4FD4-962A-D4CD6E1EC461}"/>
          </ac:spMkLst>
        </pc:spChg>
        <pc:cxnChg chg="add mod">
          <ac:chgData name="elvio rodriguez" userId="1c1449da70e07349" providerId="LiveId" clId="{B6FBDA6B-F2A7-4BBE-A2C3-07D2143358BF}" dt="2026-10-04T22:54:46.754" v="1527" actId="1076"/>
          <ac:cxnSpMkLst>
            <pc:docMk/>
            <pc:sldMk cId="3901488636" sldId="365"/>
            <ac:cxnSpMk id="4" creationId="{9AFC635A-11D0-632E-C9B0-6DEDF64E3B1F}"/>
          </ac:cxnSpMkLst>
        </pc:cxnChg>
      </pc:sldChg>
      <pc:sldChg chg="addSp delSp modSp add mod">
        <pc:chgData name="elvio rodriguez" userId="1c1449da70e07349" providerId="LiveId" clId="{B6FBDA6B-F2A7-4BBE-A2C3-07D2143358BF}" dt="2026-10-04T22:34:28.237" v="672" actId="20577"/>
        <pc:sldMkLst>
          <pc:docMk/>
          <pc:sldMk cId="3099910162" sldId="366"/>
        </pc:sldMkLst>
        <pc:spChg chg="mod">
          <ac:chgData name="elvio rodriguez" userId="1c1449da70e07349" providerId="LiveId" clId="{B6FBDA6B-F2A7-4BBE-A2C3-07D2143358BF}" dt="2026-10-04T22:34:01.288" v="658" actId="1076"/>
          <ac:spMkLst>
            <pc:docMk/>
            <pc:sldMk cId="3099910162" sldId="366"/>
            <ac:spMk id="2" creationId="{DEDAF1EC-C8AC-F13C-0E0F-74F667D44754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3" creationId="{E02900BE-4C94-959A-5767-CF8C78AEC8B1}"/>
          </ac:spMkLst>
        </pc:spChg>
        <pc:spChg chg="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4" creationId="{777A105E-ED00-D7AB-9E56-A0DC5AF92F84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7" creationId="{945DB51E-0DA6-2ABA-FAAE-108516B56686}"/>
          </ac:spMkLst>
        </pc:spChg>
        <pc:spChg chg="add mod">
          <ac:chgData name="elvio rodriguez" userId="1c1449da70e07349" providerId="LiveId" clId="{B6FBDA6B-F2A7-4BBE-A2C3-07D2143358BF}" dt="2026-10-04T22:34:28.237" v="672" actId="20577"/>
          <ac:spMkLst>
            <pc:docMk/>
            <pc:sldMk cId="3099910162" sldId="366"/>
            <ac:spMk id="9" creationId="{53CC7833-EC6B-0B20-BD52-B70DAA2D75EB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13" creationId="{8CD9FE42-7269-2E9C-5669-D5D177DE49BB}"/>
          </ac:spMkLst>
        </pc:spChg>
        <pc:spChg chg="add mod">
          <ac:chgData name="elvio rodriguez" userId="1c1449da70e07349" providerId="LiveId" clId="{B6FBDA6B-F2A7-4BBE-A2C3-07D2143358BF}" dt="2026-10-04T22:34:09.846" v="660" actId="1076"/>
          <ac:spMkLst>
            <pc:docMk/>
            <pc:sldMk cId="3099910162" sldId="366"/>
            <ac:spMk id="14" creationId="{A50E9AC2-2FE3-238B-BB7A-0B3471A095F5}"/>
          </ac:spMkLst>
        </pc:spChg>
      </pc:sldChg>
      <pc:sldChg chg="modSp add mod">
        <pc:chgData name="elvio rodriguez" userId="1c1449da70e07349" providerId="LiveId" clId="{B6FBDA6B-F2A7-4BBE-A2C3-07D2143358BF}" dt="2026-10-16T17:42:09.520" v="5732" actId="20577"/>
        <pc:sldMkLst>
          <pc:docMk/>
          <pc:sldMk cId="3345647232" sldId="368"/>
        </pc:sldMkLst>
        <pc:spChg chg="mod">
          <ac:chgData name="elvio rodriguez" userId="1c1449da70e07349" providerId="LiveId" clId="{B6FBDA6B-F2A7-4BBE-A2C3-07D2143358BF}" dt="2026-10-16T17:42:09.520" v="5732" actId="20577"/>
          <ac:spMkLst>
            <pc:docMk/>
            <pc:sldMk cId="3345647232" sldId="368"/>
            <ac:spMk id="2" creationId="{01D75F57-A71E-9A79-28D4-514AAA81949D}"/>
          </ac:spMkLst>
        </pc:spChg>
      </pc:sldChg>
      <pc:sldChg chg="addSp delSp modSp new del mod">
        <pc:chgData name="elvio rodriguez" userId="1c1449da70e07349" providerId="LiveId" clId="{B6FBDA6B-F2A7-4BBE-A2C3-07D2143358BF}" dt="2026-10-17T15:47:33.436" v="6420" actId="47"/>
        <pc:sldMkLst>
          <pc:docMk/>
          <pc:sldMk cId="1848415808" sldId="369"/>
        </pc:sldMkLst>
      </pc:sldChg>
      <pc:sldChg chg="addSp delSp modSp add mod addAnim delAnim modAnim">
        <pc:chgData name="elvio rodriguez" userId="1c1449da70e07349" providerId="LiveId" clId="{B6FBDA6B-F2A7-4BBE-A2C3-07D2143358BF}" dt="2026-10-06T01:16:52.045" v="1878" actId="1076"/>
        <pc:sldMkLst>
          <pc:docMk/>
          <pc:sldMk cId="3214661882" sldId="370"/>
        </pc:sldMkLst>
        <pc:spChg chg="mod">
          <ac:chgData name="elvio rodriguez" userId="1c1449da70e07349" providerId="LiveId" clId="{B6FBDA6B-F2A7-4BBE-A2C3-07D2143358BF}" dt="2026-10-04T23:27:16.838" v="1767" actId="1076"/>
          <ac:spMkLst>
            <pc:docMk/>
            <pc:sldMk cId="3214661882" sldId="370"/>
            <ac:spMk id="2" creationId="{7F4DCC07-5D56-88F2-1217-2A8CCB5D55E0}"/>
          </ac:spMkLst>
        </pc:spChg>
        <pc:spChg chg="mod">
          <ac:chgData name="elvio rodriguez" userId="1c1449da70e07349" providerId="LiveId" clId="{B6FBDA6B-F2A7-4BBE-A2C3-07D2143358BF}" dt="2026-10-04T23:27:21.732" v="1769" actId="1076"/>
          <ac:spMkLst>
            <pc:docMk/>
            <pc:sldMk cId="3214661882" sldId="370"/>
            <ac:spMk id="3" creationId="{B89CE30D-C437-2750-D325-AF7E9893243D}"/>
          </ac:spMkLst>
        </pc:spChg>
        <pc:spChg chg="mod">
          <ac:chgData name="elvio rodriguez" userId="1c1449da70e07349" providerId="LiveId" clId="{B6FBDA6B-F2A7-4BBE-A2C3-07D2143358BF}" dt="2026-10-04T23:27:21.732" v="1769" actId="1076"/>
          <ac:spMkLst>
            <pc:docMk/>
            <pc:sldMk cId="3214661882" sldId="370"/>
            <ac:spMk id="4" creationId="{6D8AF606-6516-A610-D81F-966D43B4997E}"/>
          </ac:spMkLst>
        </pc:spChg>
        <pc:spChg chg="add mod">
          <ac:chgData name="elvio rodriguez" userId="1c1449da70e07349" providerId="LiveId" clId="{B6FBDA6B-F2A7-4BBE-A2C3-07D2143358BF}" dt="2026-10-04T23:27:56.403" v="1780" actId="20577"/>
          <ac:spMkLst>
            <pc:docMk/>
            <pc:sldMk cId="3214661882" sldId="370"/>
            <ac:spMk id="5" creationId="{D159A847-F3A2-60DB-F7C2-3C6C6032AE61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0" creationId="{3B815731-E5B7-1181-5250-F0F11D74F043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2" creationId="{B1B28AFE-A751-6978-AC03-07B2840BC4F6}"/>
          </ac:spMkLst>
        </pc:spChg>
        <pc:spChg chg="add mod">
          <ac:chgData name="elvio rodriguez" userId="1c1449da70e07349" providerId="LiveId" clId="{B6FBDA6B-F2A7-4BBE-A2C3-07D2143358BF}" dt="2026-10-06T01:16:41.308" v="1876" actId="1076"/>
          <ac:spMkLst>
            <pc:docMk/>
            <pc:sldMk cId="3214661882" sldId="370"/>
            <ac:spMk id="15" creationId="{0E43A133-C6BB-E868-AF52-B9C2A6B32AC1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6" creationId="{3A263572-8994-CAEA-0349-4712D2CA308E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17" creationId="{73FC4BEA-91EF-1ABA-50B1-9B87F4AE6BB0}"/>
          </ac:spMkLst>
        </pc:spChg>
        <pc:spChg chg="add mod">
          <ac:chgData name="elvio rodriguez" userId="1c1449da70e07349" providerId="LiveId" clId="{B6FBDA6B-F2A7-4BBE-A2C3-07D2143358BF}" dt="2026-10-04T23:27:32.774" v="1770"/>
          <ac:spMkLst>
            <pc:docMk/>
            <pc:sldMk cId="3214661882" sldId="370"/>
            <ac:spMk id="22" creationId="{57E1EAE8-FB0A-2011-FAD3-5A1BEB859A02}"/>
          </ac:spMkLst>
        </pc:spChg>
        <pc:spChg chg="mod">
          <ac:chgData name="elvio rodriguez" userId="1c1449da70e07349" providerId="LiveId" clId="{B6FBDA6B-F2A7-4BBE-A2C3-07D2143358BF}" dt="2026-10-04T23:29:19.068" v="1802" actId="20577"/>
          <ac:spMkLst>
            <pc:docMk/>
            <pc:sldMk cId="3214661882" sldId="370"/>
            <ac:spMk id="23" creationId="{FFCA668D-04A6-47E4-95AB-FD5A7C03D43F}"/>
          </ac:spMkLst>
        </pc:spChg>
        <pc:spChg chg="add mod">
          <ac:chgData name="elvio rodriguez" userId="1c1449da70e07349" providerId="LiveId" clId="{B6FBDA6B-F2A7-4BBE-A2C3-07D2143358BF}" dt="2026-10-06T01:16:52.045" v="1878" actId="1076"/>
          <ac:spMkLst>
            <pc:docMk/>
            <pc:sldMk cId="3214661882" sldId="370"/>
            <ac:spMk id="24" creationId="{A67BE604-7639-5EDB-689F-F11C0E254290}"/>
          </ac:spMkLst>
        </pc:spChg>
        <pc:spChg chg="add mod">
          <ac:chgData name="elvio rodriguez" userId="1c1449da70e07349" providerId="LiveId" clId="{B6FBDA6B-F2A7-4BBE-A2C3-07D2143358BF}" dt="2026-10-04T23:31:50.226" v="1833" actId="1076"/>
          <ac:spMkLst>
            <pc:docMk/>
            <pc:sldMk cId="3214661882" sldId="370"/>
            <ac:spMk id="31" creationId="{5E3B6FFD-E233-CDDC-97CD-0238D603EE98}"/>
          </ac:spMkLst>
        </pc:spChg>
        <pc:cxnChg chg="add del mod">
          <ac:chgData name="elvio rodriguez" userId="1c1449da70e07349" providerId="LiveId" clId="{B6FBDA6B-F2A7-4BBE-A2C3-07D2143358BF}" dt="2026-10-06T01:16:52.045" v="1878" actId="1076"/>
          <ac:cxnSpMkLst>
            <pc:docMk/>
            <pc:sldMk cId="3214661882" sldId="370"/>
            <ac:cxnSpMk id="18" creationId="{74B876E2-93A4-7A13-1C11-8F6E56F0F538}"/>
          </ac:cxnSpMkLst>
        </pc:cxnChg>
      </pc:sldChg>
      <pc:sldChg chg="addSp delSp modSp add mod addAnim delAnim modAnim">
        <pc:chgData name="elvio rodriguez" userId="1c1449da70e07349" providerId="LiveId" clId="{B6FBDA6B-F2A7-4BBE-A2C3-07D2143358BF}" dt="2026-10-06T01:18:49.700" v="1918"/>
        <pc:sldMkLst>
          <pc:docMk/>
          <pc:sldMk cId="2841729499" sldId="371"/>
        </pc:sldMkLst>
        <pc:spChg chg="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3" creationId="{FAA8BCF3-7FCF-7730-33FE-C8D5EA41558D}"/>
          </ac:spMkLst>
        </pc:spChg>
        <pc:spChg chg="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4" creationId="{9AF3259B-3A4F-D73D-F8F7-3E67C196F1DB}"/>
          </ac:spMkLst>
        </pc:spChg>
        <pc:spChg chg="add del mod">
          <ac:chgData name="elvio rodriguez" userId="1c1449da70e07349" providerId="LiveId" clId="{B6FBDA6B-F2A7-4BBE-A2C3-07D2143358BF}" dt="2026-10-06T01:17:33.503" v="1891" actId="1076"/>
          <ac:spMkLst>
            <pc:docMk/>
            <pc:sldMk cId="2841729499" sldId="371"/>
            <ac:spMk id="7" creationId="{4075E8EF-6C3A-E5D0-77B2-5D1CB6AD0234}"/>
          </ac:spMkLst>
        </pc:spChg>
        <pc:spChg chg="add mod">
          <ac:chgData name="elvio rodriguez" userId="1c1449da70e07349" providerId="LiveId" clId="{B6FBDA6B-F2A7-4BBE-A2C3-07D2143358BF}" dt="2026-10-04T23:33:55.556" v="1869" actId="1582"/>
          <ac:spMkLst>
            <pc:docMk/>
            <pc:sldMk cId="2841729499" sldId="371"/>
            <ac:spMk id="9" creationId="{1562634B-4300-E0A8-0E0C-D0461C5C63D4}"/>
          </ac:spMkLst>
        </pc:spChg>
        <pc:spChg chg="add del mod">
          <ac:chgData name="elvio rodriguez" userId="1c1449da70e07349" providerId="LiveId" clId="{B6FBDA6B-F2A7-4BBE-A2C3-07D2143358BF}" dt="2026-10-04T23:32:03.499" v="1837" actId="478"/>
          <ac:spMkLst>
            <pc:docMk/>
            <pc:sldMk cId="2841729499" sldId="371"/>
            <ac:spMk id="10" creationId="{211EF864-E764-35A2-6F32-BBBBA1464BD9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2" creationId="{E2EEE072-050F-53A0-5470-E388B6B09DD9}"/>
          </ac:spMkLst>
        </pc:spChg>
        <pc:spChg chg="mod">
          <ac:chgData name="elvio rodriguez" userId="1c1449da70e07349" providerId="LiveId" clId="{B6FBDA6B-F2A7-4BBE-A2C3-07D2143358BF}" dt="2026-10-06T01:17:26.372" v="1890" actId="1076"/>
          <ac:spMkLst>
            <pc:docMk/>
            <pc:sldMk cId="2841729499" sldId="371"/>
            <ac:spMk id="15" creationId="{930296D1-94D1-CEC3-2163-6B7A7CEFE710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6" creationId="{E7E23101-0814-2B3C-FD30-95C455F87D4E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17" creationId="{3CED5D3D-411F-410F-0F62-AD4A98E4CFA1}"/>
          </ac:spMkLst>
        </pc:spChg>
        <pc:spChg chg="mod">
          <ac:chgData name="elvio rodriguez" userId="1c1449da70e07349" providerId="LiveId" clId="{B6FBDA6B-F2A7-4BBE-A2C3-07D2143358BF}" dt="2026-10-04T23:30:25.368" v="1811" actId="1076"/>
          <ac:spMkLst>
            <pc:docMk/>
            <pc:sldMk cId="2841729499" sldId="371"/>
            <ac:spMk id="22" creationId="{8B06C9BE-B884-86EC-2786-2319B9B924A4}"/>
          </ac:spMkLst>
        </pc:spChg>
        <pc:spChg chg="mod">
          <ac:chgData name="elvio rodriguez" userId="1c1449da70e07349" providerId="LiveId" clId="{B6FBDA6B-F2A7-4BBE-A2C3-07D2143358BF}" dt="2026-10-04T23:33:40.284" v="1867" actId="20577"/>
          <ac:spMkLst>
            <pc:docMk/>
            <pc:sldMk cId="2841729499" sldId="371"/>
            <ac:spMk id="23" creationId="{F534A11B-BF76-312F-7109-8ADD15E8FDAD}"/>
          </ac:spMkLst>
        </pc:spChg>
        <pc:spChg chg="add mod">
          <ac:chgData name="elvio rodriguez" userId="1c1449da70e07349" providerId="LiveId" clId="{B6FBDA6B-F2A7-4BBE-A2C3-07D2143358BF}" dt="2026-10-06T01:17:17.463" v="1886" actId="1076"/>
          <ac:spMkLst>
            <pc:docMk/>
            <pc:sldMk cId="2841729499" sldId="371"/>
            <ac:spMk id="25" creationId="{10A891E8-E05C-5968-AFC1-B9899FC61875}"/>
          </ac:spMkLst>
        </pc:spChg>
        <pc:spChg chg="add mod">
          <ac:chgData name="elvio rodriguez" userId="1c1449da70e07349" providerId="LiveId" clId="{B6FBDA6B-F2A7-4BBE-A2C3-07D2143358BF}" dt="2026-10-04T23:33:46.742" v="1868" actId="1076"/>
          <ac:spMkLst>
            <pc:docMk/>
            <pc:sldMk cId="2841729499" sldId="371"/>
            <ac:spMk id="26" creationId="{9E6AFB70-14B1-D38D-BB88-58B31DE1AA13}"/>
          </ac:spMkLst>
        </pc:spChg>
        <pc:picChg chg="mod">
          <ac:chgData name="elvio rodriguez" userId="1c1449da70e07349" providerId="LiveId" clId="{B6FBDA6B-F2A7-4BBE-A2C3-07D2143358BF}" dt="2026-10-04T23:30:25.368" v="1811" actId="1076"/>
          <ac:picMkLst>
            <pc:docMk/>
            <pc:sldMk cId="2841729499" sldId="371"/>
            <ac:picMk id="21" creationId="{33733D28-FF4C-E58B-61F6-1134DF3E3E95}"/>
          </ac:picMkLst>
        </pc:picChg>
        <pc:cxnChg chg="add del mod">
          <ac:chgData name="elvio rodriguez" userId="1c1449da70e07349" providerId="LiveId" clId="{B6FBDA6B-F2A7-4BBE-A2C3-07D2143358BF}" dt="2026-10-06T01:17:12.921" v="1885" actId="1076"/>
          <ac:cxnSpMkLst>
            <pc:docMk/>
            <pc:sldMk cId="2841729499" sldId="371"/>
            <ac:cxnSpMk id="5" creationId="{55C20C81-5AD3-9920-F7B2-95539FC9C14E}"/>
          </ac:cxnSpMkLst>
        </pc:cxnChg>
        <pc:cxnChg chg="add del">
          <ac:chgData name="elvio rodriguez" userId="1c1449da70e07349" providerId="LiveId" clId="{B6FBDA6B-F2A7-4BBE-A2C3-07D2143358BF}" dt="2026-10-04T23:32:04.650" v="1838" actId="478"/>
          <ac:cxnSpMkLst>
            <pc:docMk/>
            <pc:sldMk cId="2841729499" sldId="371"/>
            <ac:cxnSpMk id="6" creationId="{3DC1FDB2-6CB7-855C-32A3-93F5C4F80C35}"/>
          </ac:cxnSpMkLst>
        </pc:cxnChg>
        <pc:cxnChg chg="add del">
          <ac:chgData name="elvio rodriguez" userId="1c1449da70e07349" providerId="LiveId" clId="{B6FBDA6B-F2A7-4BBE-A2C3-07D2143358BF}" dt="2026-10-04T23:32:06.069" v="1839" actId="478"/>
          <ac:cxnSpMkLst>
            <pc:docMk/>
            <pc:sldMk cId="2841729499" sldId="371"/>
            <ac:cxnSpMk id="11" creationId="{F4C184E4-5492-8EF3-3AEF-7283C0FB838C}"/>
          </ac:cxnSpMkLst>
        </pc:cxnChg>
        <pc:cxnChg chg="add mod">
          <ac:chgData name="elvio rodriguez" userId="1c1449da70e07349" providerId="LiveId" clId="{B6FBDA6B-F2A7-4BBE-A2C3-07D2143358BF}" dt="2026-10-06T01:17:17.463" v="1886" actId="1076"/>
          <ac:cxnSpMkLst>
            <pc:docMk/>
            <pc:sldMk cId="2841729499" sldId="371"/>
            <ac:cxnSpMk id="13" creationId="{3DA1CE83-F6DA-71FA-D4FB-B9B9EA60F179}"/>
          </ac:cxnSpMkLst>
        </pc:cxnChg>
      </pc:sldChg>
      <pc:sldChg chg="addSp delSp modSp mod">
        <pc:chgData name="elvio rodriguez" userId="1c1449da70e07349" providerId="LiveId" clId="{B6FBDA6B-F2A7-4BBE-A2C3-07D2143358BF}" dt="2026-10-17T15:53:46.186" v="6459" actId="113"/>
        <pc:sldMkLst>
          <pc:docMk/>
          <pc:sldMk cId="4149779687" sldId="374"/>
        </pc:sldMkLst>
        <pc:spChg chg="add">
          <ac:chgData name="elvio rodriguez" userId="1c1449da70e07349" providerId="LiveId" clId="{B6FBDA6B-F2A7-4BBE-A2C3-07D2143358BF}" dt="2026-10-17T15:46:27.065" v="6418" actId="22"/>
          <ac:spMkLst>
            <pc:docMk/>
            <pc:sldMk cId="4149779687" sldId="374"/>
            <ac:spMk id="3" creationId="{C9DB1871-BD1A-DC11-CBD0-8A0FE3AD8DEF}"/>
          </ac:spMkLst>
        </pc:spChg>
        <pc:spChg chg="mod">
          <ac:chgData name="elvio rodriguez" userId="1c1449da70e07349" providerId="LiveId" clId="{B6FBDA6B-F2A7-4BBE-A2C3-07D2143358BF}" dt="2026-10-17T15:46:30.192" v="6419" actId="1076"/>
          <ac:spMkLst>
            <pc:docMk/>
            <pc:sldMk cId="4149779687" sldId="374"/>
            <ac:spMk id="5" creationId="{4DC3F263-FCC4-1C00-ADB3-299E1E58825C}"/>
          </ac:spMkLst>
        </pc:spChg>
        <pc:spChg chg="add">
          <ac:chgData name="elvio rodriguez" userId="1c1449da70e07349" providerId="LiveId" clId="{B6FBDA6B-F2A7-4BBE-A2C3-07D2143358BF}" dt="2026-10-17T15:46:27.065" v="6418" actId="22"/>
          <ac:spMkLst>
            <pc:docMk/>
            <pc:sldMk cId="4149779687" sldId="374"/>
            <ac:spMk id="8" creationId="{605CBDE4-4AC0-20E7-3B16-BB45F1CEAD25}"/>
          </ac:spMkLst>
        </pc:spChg>
        <pc:spChg chg="mod">
          <ac:chgData name="elvio rodriguez" userId="1c1449da70e07349" providerId="LiveId" clId="{B6FBDA6B-F2A7-4BBE-A2C3-07D2143358BF}" dt="2026-10-17T15:53:46.186" v="6459" actId="113"/>
          <ac:spMkLst>
            <pc:docMk/>
            <pc:sldMk cId="4149779687" sldId="374"/>
            <ac:spMk id="10" creationId="{3BCA21E8-ACDC-76DC-8251-02950879D616}"/>
          </ac:spMkLst>
        </pc:spChg>
        <pc:spChg chg="add">
          <ac:chgData name="elvio rodriguez" userId="1c1449da70e07349" providerId="LiveId" clId="{B6FBDA6B-F2A7-4BBE-A2C3-07D2143358BF}" dt="2026-10-17T15:46:27.065" v="6418" actId="22"/>
          <ac:spMkLst>
            <pc:docMk/>
            <pc:sldMk cId="4149779687" sldId="374"/>
            <ac:spMk id="13" creationId="{5F69CBDB-03A4-83EA-1F51-17EC0CAA6992}"/>
          </ac:spMkLst>
        </pc:spChg>
      </pc:sldChg>
      <pc:sldChg chg="delSp mod">
        <pc:chgData name="elvio rodriguez" userId="1c1449da70e07349" providerId="LiveId" clId="{B6FBDA6B-F2A7-4BBE-A2C3-07D2143358BF}" dt="2026-10-16T17:26:17.869" v="4983" actId="478"/>
        <pc:sldMkLst>
          <pc:docMk/>
          <pc:sldMk cId="1421908605" sldId="375"/>
        </pc:sldMkLst>
      </pc:sldChg>
      <pc:sldChg chg="modSp mod">
        <pc:chgData name="elvio rodriguez" userId="1c1449da70e07349" providerId="LiveId" clId="{B6FBDA6B-F2A7-4BBE-A2C3-07D2143358BF}" dt="2026-10-17T15:52:04.632" v="6458" actId="1035"/>
        <pc:sldMkLst>
          <pc:docMk/>
          <pc:sldMk cId="4183654400" sldId="376"/>
        </pc:sldMkLst>
        <pc:spChg chg="mod">
          <ac:chgData name="elvio rodriguez" userId="1c1449da70e07349" providerId="LiveId" clId="{B6FBDA6B-F2A7-4BBE-A2C3-07D2143358BF}" dt="2026-10-17T15:52:04.632" v="6458" actId="1035"/>
          <ac:spMkLst>
            <pc:docMk/>
            <pc:sldMk cId="4183654400" sldId="376"/>
            <ac:spMk id="20" creationId="{8F6E4EE6-2093-5AF1-B479-4C4928F07E37}"/>
          </ac:spMkLst>
        </pc:spChg>
      </pc:sldChg>
      <pc:sldChg chg="addSp delSp modSp add mod modTransition modShow">
        <pc:chgData name="elvio rodriguez" userId="1c1449da70e07349" providerId="LiveId" clId="{B6FBDA6B-F2A7-4BBE-A2C3-07D2143358BF}" dt="2026-10-18T15:29:46.754" v="7380"/>
        <pc:sldMkLst>
          <pc:docMk/>
          <pc:sldMk cId="1597981390" sldId="379"/>
        </pc:sldMkLst>
        <pc:spChg chg="add mod">
          <ac:chgData name="elvio rodriguez" userId="1c1449da70e07349" providerId="LiveId" clId="{B6FBDA6B-F2A7-4BBE-A2C3-07D2143358BF}" dt="2026-10-17T14:55:40.519" v="5788" actId="20577"/>
          <ac:spMkLst>
            <pc:docMk/>
            <pc:sldMk cId="1597981390" sldId="379"/>
            <ac:spMk id="4" creationId="{C8A392E9-4F51-E109-CE05-900D1BD368D8}"/>
          </ac:spMkLst>
        </pc:spChg>
        <pc:spChg chg="mod">
          <ac:chgData name="elvio rodriguez" userId="1c1449da70e07349" providerId="LiveId" clId="{B6FBDA6B-F2A7-4BBE-A2C3-07D2143358BF}" dt="2026-10-17T14:54:52.803" v="5776" actId="13822"/>
          <ac:spMkLst>
            <pc:docMk/>
            <pc:sldMk cId="1597981390" sldId="379"/>
            <ac:spMk id="5" creationId="{418EDF1A-A27A-CF12-6C27-FD3F86197E68}"/>
          </ac:spMkLst>
        </pc:spChg>
        <pc:spChg chg="mod">
          <ac:chgData name="elvio rodriguez" userId="1c1449da70e07349" providerId="LiveId" clId="{B6FBDA6B-F2A7-4BBE-A2C3-07D2143358BF}" dt="2026-10-16T15:38:41.474" v="4629" actId="20577"/>
          <ac:spMkLst>
            <pc:docMk/>
            <pc:sldMk cId="1597981390" sldId="379"/>
            <ac:spMk id="6" creationId="{094B2163-D64F-54AD-FC49-5377D396A921}"/>
          </ac:spMkLst>
        </pc:spChg>
        <pc:spChg chg="mod">
          <ac:chgData name="elvio rodriguez" userId="1c1449da70e07349" providerId="LiveId" clId="{B6FBDA6B-F2A7-4BBE-A2C3-07D2143358BF}" dt="2026-10-17T14:55:01.934" v="5777" actId="13822"/>
          <ac:spMkLst>
            <pc:docMk/>
            <pc:sldMk cId="1597981390" sldId="379"/>
            <ac:spMk id="7" creationId="{DC45430D-709B-C764-3DAD-6BA288B8E5E2}"/>
          </ac:spMkLst>
        </pc:spChg>
        <pc:spChg chg="mod">
          <ac:chgData name="elvio rodriguez" userId="1c1449da70e07349" providerId="LiveId" clId="{B6FBDA6B-F2A7-4BBE-A2C3-07D2143358BF}" dt="2026-10-17T14:54:41.263" v="5775" actId="1076"/>
          <ac:spMkLst>
            <pc:docMk/>
            <pc:sldMk cId="1597981390" sldId="379"/>
            <ac:spMk id="8" creationId="{849AE579-ADA3-A455-63D6-032674377ADE}"/>
          </ac:spMkLst>
        </pc:spChg>
      </pc:sldChg>
      <pc:sldChg chg="addSp delSp modSp add mod">
        <pc:chgData name="elvio rodriguez" userId="1c1449da70e07349" providerId="LiveId" clId="{B6FBDA6B-F2A7-4BBE-A2C3-07D2143358BF}" dt="2026-10-18T00:17:46.877" v="7089" actId="20577"/>
        <pc:sldMkLst>
          <pc:docMk/>
          <pc:sldMk cId="1434344830" sldId="383"/>
        </pc:sldMkLst>
        <pc:spChg chg="mod">
          <ac:chgData name="elvio rodriguez" userId="1c1449da70e07349" providerId="LiveId" clId="{B6FBDA6B-F2A7-4BBE-A2C3-07D2143358BF}" dt="2026-10-18T00:17:46.877" v="7089" actId="20577"/>
          <ac:spMkLst>
            <pc:docMk/>
            <pc:sldMk cId="1434344830" sldId="383"/>
            <ac:spMk id="2" creationId="{68F3CCD8-1D6A-9AD7-F1A4-43E3A0AC331D}"/>
          </ac:spMkLst>
        </pc:spChg>
        <pc:spChg chg="add del">
          <ac:chgData name="elvio rodriguez" userId="1c1449da70e07349" providerId="LiveId" clId="{B6FBDA6B-F2A7-4BBE-A2C3-07D2143358BF}" dt="2026-10-18T00:03:06.761" v="7031" actId="478"/>
          <ac:spMkLst>
            <pc:docMk/>
            <pc:sldMk cId="1434344830" sldId="383"/>
            <ac:spMk id="3" creationId="{6F32AA8F-C8CC-3344-B1DA-F4F284269E2A}"/>
          </ac:spMkLst>
        </pc:spChg>
      </pc:sldChg>
      <pc:sldChg chg="modSp add mod">
        <pc:chgData name="elvio rodriguez" userId="1c1449da70e07349" providerId="LiveId" clId="{B6FBDA6B-F2A7-4BBE-A2C3-07D2143358BF}" dt="2026-10-18T00:04:18.911" v="7033" actId="20577"/>
        <pc:sldMkLst>
          <pc:docMk/>
          <pc:sldMk cId="876657575" sldId="387"/>
        </pc:sldMkLst>
        <pc:spChg chg="mod">
          <ac:chgData name="elvio rodriguez" userId="1c1449da70e07349" providerId="LiveId" clId="{B6FBDA6B-F2A7-4BBE-A2C3-07D2143358BF}" dt="2026-10-18T00:04:18.911" v="7033" actId="20577"/>
          <ac:spMkLst>
            <pc:docMk/>
            <pc:sldMk cId="876657575" sldId="387"/>
            <ac:spMk id="6" creationId="{D1C39490-3CAA-BC19-BEC7-BE1C687BB7CF}"/>
          </ac:spMkLst>
        </pc:spChg>
      </pc:sldChg>
      <pc:sldChg chg="modSp add">
        <pc:chgData name="elvio rodriguez" userId="1c1449da70e07349" providerId="LiveId" clId="{B6FBDA6B-F2A7-4BBE-A2C3-07D2143358BF}" dt="2026-10-18T00:17:51.499" v="7090"/>
        <pc:sldMkLst>
          <pc:docMk/>
          <pc:sldMk cId="2550465163" sldId="388"/>
        </pc:sldMkLst>
        <pc:spChg chg="mod">
          <ac:chgData name="elvio rodriguez" userId="1c1449da70e07349" providerId="LiveId" clId="{B6FBDA6B-F2A7-4BBE-A2C3-07D2143358BF}" dt="2026-10-18T00:17:51.499" v="7090"/>
          <ac:spMkLst>
            <pc:docMk/>
            <pc:sldMk cId="2550465163" sldId="388"/>
            <ac:spMk id="2" creationId="{56FE3791-FD7A-C369-6DF7-D3965460D4CA}"/>
          </ac:spMkLst>
        </pc:spChg>
      </pc:sldChg>
      <pc:sldChg chg="add">
        <pc:chgData name="elvio rodriguez" userId="1c1449da70e07349" providerId="LiveId" clId="{B6FBDA6B-F2A7-4BBE-A2C3-07D2143358BF}" dt="2026-10-18T00:00:23.437" v="7001"/>
        <pc:sldMkLst>
          <pc:docMk/>
          <pc:sldMk cId="1688338599" sldId="389"/>
        </pc:sldMkLst>
      </pc:sldChg>
      <pc:sldChg chg="addSp modSp add mod modAnim">
        <pc:chgData name="elvio rodriguez" userId="1c1449da70e07349" providerId="LiveId" clId="{B6FBDA6B-F2A7-4BBE-A2C3-07D2143358BF}" dt="2026-10-18T00:11:12.472" v="7058" actId="114"/>
        <pc:sldMkLst>
          <pc:docMk/>
          <pc:sldMk cId="2046437376" sldId="390"/>
        </pc:sldMkLst>
        <pc:spChg chg="mod">
          <ac:chgData name="elvio rodriguez" userId="1c1449da70e07349" providerId="LiveId" clId="{B6FBDA6B-F2A7-4BBE-A2C3-07D2143358BF}" dt="2026-10-18T00:11:12.472" v="7058" actId="114"/>
          <ac:spMkLst>
            <pc:docMk/>
            <pc:sldMk cId="2046437376" sldId="390"/>
            <ac:spMk id="3" creationId="{A9E77C99-CD3B-109A-2B64-6348533EA02F}"/>
          </ac:spMkLst>
        </pc:spChg>
        <pc:spChg chg="add mod">
          <ac:chgData name="elvio rodriguez" userId="1c1449da70e07349" providerId="LiveId" clId="{B6FBDA6B-F2A7-4BBE-A2C3-07D2143358BF}" dt="2026-10-17T16:08:15.852" v="6889" actId="1582"/>
          <ac:spMkLst>
            <pc:docMk/>
            <pc:sldMk cId="2046437376" sldId="390"/>
            <ac:spMk id="4" creationId="{7A7E2E87-7969-00EF-A7A8-473CB07C3E2D}"/>
          </ac:spMkLst>
        </pc:spChg>
        <pc:spChg chg="add mod">
          <ac:chgData name="elvio rodriguez" userId="1c1449da70e07349" providerId="LiveId" clId="{B6FBDA6B-F2A7-4BBE-A2C3-07D2143358BF}" dt="2026-10-17T16:08:19.896" v="6890" actId="1037"/>
          <ac:spMkLst>
            <pc:docMk/>
            <pc:sldMk cId="2046437376" sldId="390"/>
            <ac:spMk id="5" creationId="{20D8EC17-D146-7052-A9E0-33738FBF21F9}"/>
          </ac:spMkLst>
        </pc:spChg>
        <pc:spChg chg="add mod">
          <ac:chgData name="elvio rodriguez" userId="1c1449da70e07349" providerId="LiveId" clId="{B6FBDA6B-F2A7-4BBE-A2C3-07D2143358BF}" dt="2026-10-17T16:10:36.226" v="6933" actId="20577"/>
          <ac:spMkLst>
            <pc:docMk/>
            <pc:sldMk cId="2046437376" sldId="390"/>
            <ac:spMk id="6" creationId="{B1A604FB-2CA4-F285-1580-32A0AECE52CD}"/>
          </ac:spMkLst>
        </pc:spChg>
      </pc:sldChg>
      <pc:sldChg chg="delSp modSp add mod addAnim delAnim modAnim">
        <pc:chgData name="elvio rodriguez" userId="1c1449da70e07349" providerId="LiveId" clId="{B6FBDA6B-F2A7-4BBE-A2C3-07D2143358BF}" dt="2026-10-18T16:22:17.243" v="7606" actId="1037"/>
        <pc:sldMkLst>
          <pc:docMk/>
          <pc:sldMk cId="2724683442" sldId="391"/>
        </pc:sldMkLst>
        <pc:spChg chg="mod">
          <ac:chgData name="elvio rodriguez" userId="1c1449da70e07349" providerId="LiveId" clId="{B6FBDA6B-F2A7-4BBE-A2C3-07D2143358BF}" dt="2026-10-18T16:21:48.396" v="7572" actId="20577"/>
          <ac:spMkLst>
            <pc:docMk/>
            <pc:sldMk cId="2724683442" sldId="391"/>
            <ac:spMk id="3" creationId="{C4A87057-66EC-472B-07C7-0D35BBF83532}"/>
          </ac:spMkLst>
        </pc:spChg>
        <pc:spChg chg="mod">
          <ac:chgData name="elvio rodriguez" userId="1c1449da70e07349" providerId="LiveId" clId="{B6FBDA6B-F2A7-4BBE-A2C3-07D2143358BF}" dt="2026-10-18T16:22:17.243" v="7606" actId="1037"/>
          <ac:spMkLst>
            <pc:docMk/>
            <pc:sldMk cId="2724683442" sldId="391"/>
            <ac:spMk id="42" creationId="{245D69E7-C966-CFA8-0603-3471C8683897}"/>
          </ac:spMkLst>
        </pc:spChg>
        <pc:grpChg chg="mod">
          <ac:chgData name="elvio rodriguez" userId="1c1449da70e07349" providerId="LiveId" clId="{B6FBDA6B-F2A7-4BBE-A2C3-07D2143358BF}" dt="2026-10-18T16:22:17.243" v="7606" actId="1037"/>
          <ac:grpSpMkLst>
            <pc:docMk/>
            <pc:sldMk cId="2724683442" sldId="391"/>
            <ac:grpSpMk id="15" creationId="{C8AC2281-60AA-7D90-D321-20126484FFD0}"/>
          </ac:grpSpMkLst>
        </pc:grpChg>
      </pc:sldChg>
      <pc:sldChg chg="modSp add">
        <pc:chgData name="elvio rodriguez" userId="1c1449da70e07349" providerId="LiveId" clId="{B6FBDA6B-F2A7-4BBE-A2C3-07D2143358BF}" dt="2026-10-18T15:41:31.704" v="7428" actId="20577"/>
        <pc:sldMkLst>
          <pc:docMk/>
          <pc:sldMk cId="3691091206" sldId="392"/>
        </pc:sldMkLst>
        <pc:spChg chg="mod">
          <ac:chgData name="elvio rodriguez" userId="1c1449da70e07349" providerId="LiveId" clId="{B6FBDA6B-F2A7-4BBE-A2C3-07D2143358BF}" dt="2026-10-18T15:41:31.704" v="7428" actId="20577"/>
          <ac:spMkLst>
            <pc:docMk/>
            <pc:sldMk cId="3691091206" sldId="392"/>
            <ac:spMk id="3" creationId="{F7F8DDA3-2CDE-6A26-2ECF-E4030826727F}"/>
          </ac:spMkLst>
        </pc:spChg>
      </pc:sldChg>
      <pc:sldChg chg="addSp delSp modSp add mod ord addAnim delAnim modAnim">
        <pc:chgData name="elvio rodriguez" userId="1c1449da70e07349" providerId="LiveId" clId="{B6FBDA6B-F2A7-4BBE-A2C3-07D2143358BF}" dt="2026-10-18T16:20:14.458" v="7563" actId="12"/>
        <pc:sldMkLst>
          <pc:docMk/>
          <pc:sldMk cId="2405319451" sldId="393"/>
        </pc:sldMkLst>
        <pc:spChg chg="mod">
          <ac:chgData name="elvio rodriguez" userId="1c1449da70e07349" providerId="LiveId" clId="{B6FBDA6B-F2A7-4BBE-A2C3-07D2143358BF}" dt="2026-10-18T16:20:14.458" v="7563" actId="12"/>
          <ac:spMkLst>
            <pc:docMk/>
            <pc:sldMk cId="2405319451" sldId="393"/>
            <ac:spMk id="3" creationId="{BC0C4E57-60DD-9E9E-CC13-90A861F30455}"/>
          </ac:spMkLst>
        </pc:spChg>
        <pc:spChg chg="add mod">
          <ac:chgData name="elvio rodriguez" userId="1c1449da70e07349" providerId="LiveId" clId="{B6FBDA6B-F2A7-4BBE-A2C3-07D2143358BF}" dt="2026-10-17T16:05:46.415" v="6872" actId="1035"/>
          <ac:spMkLst>
            <pc:docMk/>
            <pc:sldMk cId="2405319451" sldId="393"/>
            <ac:spMk id="4" creationId="{1A29C33D-53C2-EE0F-B8F3-22D66DA66664}"/>
          </ac:spMkLst>
        </pc:spChg>
        <pc:spChg chg="add mod">
          <ac:chgData name="elvio rodriguez" userId="1c1449da70e07349" providerId="LiveId" clId="{B6FBDA6B-F2A7-4BBE-A2C3-07D2143358BF}" dt="2026-10-17T16:05:46.415" v="6872" actId="1035"/>
          <ac:spMkLst>
            <pc:docMk/>
            <pc:sldMk cId="2405319451" sldId="393"/>
            <ac:spMk id="5" creationId="{7326B081-5C97-6610-E8CE-C47C30545541}"/>
          </ac:spMkLst>
        </pc:spChg>
      </pc:sldChg>
      <pc:sldChg chg="addSp modSp add mod modTransition">
        <pc:chgData name="elvio rodriguez" userId="1c1449da70e07349" providerId="LiveId" clId="{B6FBDA6B-F2A7-4BBE-A2C3-07D2143358BF}" dt="2026-10-17T16:13:29.917" v="6938"/>
        <pc:sldMkLst>
          <pc:docMk/>
          <pc:sldMk cId="2380743104" sldId="394"/>
        </pc:sldMkLst>
        <pc:spChg chg="mod">
          <ac:chgData name="elvio rodriguez" userId="1c1449da70e07349" providerId="LiveId" clId="{B6FBDA6B-F2A7-4BBE-A2C3-07D2143358BF}" dt="2026-10-15T13:37:45.983" v="4604" actId="20577"/>
          <ac:spMkLst>
            <pc:docMk/>
            <pc:sldMk cId="2380743104" sldId="394"/>
            <ac:spMk id="2" creationId="{09DE5BA7-9C39-8A45-48AF-05E913138C17}"/>
          </ac:spMkLst>
        </pc:spChg>
        <pc:spChg chg="mod">
          <ac:chgData name="elvio rodriguez" userId="1c1449da70e07349" providerId="LiveId" clId="{B6FBDA6B-F2A7-4BBE-A2C3-07D2143358BF}" dt="2026-10-15T13:03:41.938" v="4180" actId="20577"/>
          <ac:spMkLst>
            <pc:docMk/>
            <pc:sldMk cId="2380743104" sldId="394"/>
            <ac:spMk id="3" creationId="{75DA742F-0CD5-25E0-1EA2-C4E6E5CD51E5}"/>
          </ac:spMkLst>
        </pc:spChg>
        <pc:spChg chg="add mod">
          <ac:chgData name="elvio rodriguez" userId="1c1449da70e07349" providerId="LiveId" clId="{B6FBDA6B-F2A7-4BBE-A2C3-07D2143358BF}" dt="2026-10-15T13:38:02.476" v="4606" actId="1076"/>
          <ac:spMkLst>
            <pc:docMk/>
            <pc:sldMk cId="2380743104" sldId="394"/>
            <ac:spMk id="5" creationId="{58891317-7F37-86E8-287D-B2C3AEBC23FB}"/>
          </ac:spMkLst>
        </pc:spChg>
      </pc:sldChg>
      <pc:sldChg chg="addSp delSp modSp new mod modTransition modAnim">
        <pc:chgData name="elvio rodriguez" userId="1c1449da70e07349" providerId="LiveId" clId="{B6FBDA6B-F2A7-4BBE-A2C3-07D2143358BF}" dt="2026-10-17T16:17:51.238" v="6999" actId="1076"/>
        <pc:sldMkLst>
          <pc:docMk/>
          <pc:sldMk cId="446122817" sldId="395"/>
        </pc:sldMkLst>
        <pc:spChg chg="mod">
          <ac:chgData name="elvio rodriguez" userId="1c1449da70e07349" providerId="LiveId" clId="{B6FBDA6B-F2A7-4BBE-A2C3-07D2143358BF}" dt="2026-10-15T13:26:12.003" v="4448" actId="20577"/>
          <ac:spMkLst>
            <pc:docMk/>
            <pc:sldMk cId="446122817" sldId="395"/>
            <ac:spMk id="2" creationId="{D7ADC96C-C635-4AD7-175E-9E4D8FFFE24D}"/>
          </ac:spMkLst>
        </pc:spChg>
        <pc:spChg chg="add mod">
          <ac:chgData name="elvio rodriguez" userId="1c1449da70e07349" providerId="LiveId" clId="{B6FBDA6B-F2A7-4BBE-A2C3-07D2143358BF}" dt="2026-10-17T16:17:20.773" v="6959" actId="571"/>
          <ac:spMkLst>
            <pc:docMk/>
            <pc:sldMk cId="446122817" sldId="395"/>
            <ac:spMk id="3" creationId="{821936F7-5B1E-48DA-966C-290C0FB533A6}"/>
          </ac:spMkLst>
        </pc:spChg>
        <pc:spChg chg="add mod">
          <ac:chgData name="elvio rodriguez" userId="1c1449da70e07349" providerId="LiveId" clId="{B6FBDA6B-F2A7-4BBE-A2C3-07D2143358BF}" dt="2026-10-17T16:17:51.238" v="6999" actId="1076"/>
          <ac:spMkLst>
            <pc:docMk/>
            <pc:sldMk cId="446122817" sldId="395"/>
            <ac:spMk id="4" creationId="{EA0D3877-4D7E-5D72-E58C-572DACF7F92E}"/>
          </ac:spMkLst>
        </pc:spChg>
        <pc:spChg chg="add mod">
          <ac:chgData name="elvio rodriguez" userId="1c1449da70e07349" providerId="LiveId" clId="{B6FBDA6B-F2A7-4BBE-A2C3-07D2143358BF}" dt="2026-10-15T13:19:32.856" v="4302" actId="1076"/>
          <ac:spMkLst>
            <pc:docMk/>
            <pc:sldMk cId="446122817" sldId="395"/>
            <ac:spMk id="10" creationId="{A5833AAF-FFB5-696B-A4DC-B22CD384C690}"/>
          </ac:spMkLst>
        </pc:spChg>
        <pc:spChg chg="add mod">
          <ac:chgData name="elvio rodriguez" userId="1c1449da70e07349" providerId="LiveId" clId="{B6FBDA6B-F2A7-4BBE-A2C3-07D2143358BF}" dt="2026-10-15T13:19:32.856" v="4302" actId="1076"/>
          <ac:spMkLst>
            <pc:docMk/>
            <pc:sldMk cId="446122817" sldId="395"/>
            <ac:spMk id="12" creationId="{44A63EC8-94E4-E011-693A-A7EDAD0A1093}"/>
          </ac:spMkLst>
        </pc:spChg>
        <pc:spChg chg="add mod">
          <ac:chgData name="elvio rodriguez" userId="1c1449da70e07349" providerId="LiveId" clId="{B6FBDA6B-F2A7-4BBE-A2C3-07D2143358BF}" dt="2026-10-15T13:22:56.662" v="4309" actId="14100"/>
          <ac:spMkLst>
            <pc:docMk/>
            <pc:sldMk cId="446122817" sldId="395"/>
            <ac:spMk id="17" creationId="{0830CC1A-219A-3A8E-A92F-9E61B93A4EB4}"/>
          </ac:spMkLst>
        </pc:spChg>
        <pc:spChg chg="add mod">
          <ac:chgData name="elvio rodriguez" userId="1c1449da70e07349" providerId="LiveId" clId="{B6FBDA6B-F2A7-4BBE-A2C3-07D2143358BF}" dt="2026-10-15T13:19:32.856" v="4302" actId="1076"/>
          <ac:spMkLst>
            <pc:docMk/>
            <pc:sldMk cId="446122817" sldId="395"/>
            <ac:spMk id="26" creationId="{4B28DF38-26DE-A502-5513-4B9D79213D16}"/>
          </ac:spMkLst>
        </pc:spChg>
        <pc:spChg chg="add mod">
          <ac:chgData name="elvio rodriguez" userId="1c1449da70e07349" providerId="LiveId" clId="{B6FBDA6B-F2A7-4BBE-A2C3-07D2143358BF}" dt="2026-10-15T13:26:52.996" v="4457" actId="1076"/>
          <ac:spMkLst>
            <pc:docMk/>
            <pc:sldMk cId="446122817" sldId="395"/>
            <ac:spMk id="32" creationId="{4BB65C67-0F30-047A-85E1-A675F3433E42}"/>
          </ac:spMkLst>
        </pc:spChg>
        <pc:spChg chg="add mod">
          <ac:chgData name="elvio rodriguez" userId="1c1449da70e07349" providerId="LiveId" clId="{B6FBDA6B-F2A7-4BBE-A2C3-07D2143358BF}" dt="2026-10-15T13:26:34.507" v="4451" actId="1076"/>
          <ac:spMkLst>
            <pc:docMk/>
            <pc:sldMk cId="446122817" sldId="395"/>
            <ac:spMk id="33" creationId="{21CF92F1-1373-66A1-72EB-3E45A4296853}"/>
          </ac:spMkLst>
        </pc:spChg>
        <pc:spChg chg="add mod">
          <ac:chgData name="elvio rodriguez" userId="1c1449da70e07349" providerId="LiveId" clId="{B6FBDA6B-F2A7-4BBE-A2C3-07D2143358BF}" dt="2026-10-15T13:27:07.754" v="4460" actId="1076"/>
          <ac:spMkLst>
            <pc:docMk/>
            <pc:sldMk cId="446122817" sldId="395"/>
            <ac:spMk id="39" creationId="{C619BA37-C05D-5614-D03E-5B32540ED5B6}"/>
          </ac:spMkLst>
        </pc:spChg>
        <pc:spChg chg="add mod">
          <ac:chgData name="elvio rodriguez" userId="1c1449da70e07349" providerId="LiveId" clId="{B6FBDA6B-F2A7-4BBE-A2C3-07D2143358BF}" dt="2026-10-15T13:27:14.251" v="4462" actId="1076"/>
          <ac:spMkLst>
            <pc:docMk/>
            <pc:sldMk cId="446122817" sldId="395"/>
            <ac:spMk id="41" creationId="{AA01B7DE-2EBA-F078-E4C1-32D969D710FA}"/>
          </ac:spMkLst>
        </pc:spChg>
        <pc:spChg chg="add mod">
          <ac:chgData name="elvio rodriguez" userId="1c1449da70e07349" providerId="LiveId" clId="{B6FBDA6B-F2A7-4BBE-A2C3-07D2143358BF}" dt="2026-10-15T13:27:26.331" v="4466" actId="1076"/>
          <ac:spMkLst>
            <pc:docMk/>
            <pc:sldMk cId="446122817" sldId="395"/>
            <ac:spMk id="43" creationId="{595CDEB1-F94D-1B95-BE6D-15E050BB21B2}"/>
          </ac:spMkLst>
        </pc:spChg>
        <pc:picChg chg="add mod">
          <ac:chgData name="elvio rodriguez" userId="1c1449da70e07349" providerId="LiveId" clId="{B6FBDA6B-F2A7-4BBE-A2C3-07D2143358BF}" dt="2026-10-15T13:22:50.904" v="4307" actId="1076"/>
          <ac:picMkLst>
            <pc:docMk/>
            <pc:sldMk cId="446122817" sldId="395"/>
            <ac:picMk id="14" creationId="{50879C22-2D79-604B-A0BD-2ACDD120DE88}"/>
          </ac:picMkLst>
        </pc:picChg>
        <pc:picChg chg="add mod ord">
          <ac:chgData name="elvio rodriguez" userId="1c1449da70e07349" providerId="LiveId" clId="{B6FBDA6B-F2A7-4BBE-A2C3-07D2143358BF}" dt="2026-10-15T13:19:32.856" v="4302" actId="1076"/>
          <ac:picMkLst>
            <pc:docMk/>
            <pc:sldMk cId="446122817" sldId="395"/>
            <ac:picMk id="16" creationId="{F2FC3021-E29D-F7AF-698A-3E3A40C47753}"/>
          </ac:picMkLst>
        </pc:picChg>
        <pc:picChg chg="add mod modCrop">
          <ac:chgData name="elvio rodriguez" userId="1c1449da70e07349" providerId="LiveId" clId="{B6FBDA6B-F2A7-4BBE-A2C3-07D2143358BF}" dt="2026-10-15T13:13:31.358" v="4300" actId="732"/>
          <ac:picMkLst>
            <pc:docMk/>
            <pc:sldMk cId="446122817" sldId="395"/>
            <ac:picMk id="28" creationId="{47E579E3-DA30-BA4C-9B80-F0D1BAC89953}"/>
          </ac:picMkLst>
        </pc:picChg>
        <pc:cxnChg chg="add mod ord">
          <ac:chgData name="elvio rodriguez" userId="1c1449da70e07349" providerId="LiveId" clId="{B6FBDA6B-F2A7-4BBE-A2C3-07D2143358BF}" dt="2026-10-15T13:23:01.762" v="4310" actId="14100"/>
          <ac:cxnSpMkLst>
            <pc:docMk/>
            <pc:sldMk cId="446122817" sldId="395"/>
            <ac:cxnSpMk id="21" creationId="{298B2ED7-B13F-B6AE-4F33-37DB19B02270}"/>
          </ac:cxnSpMkLst>
        </pc:cxnChg>
        <pc:cxnChg chg="add mod">
          <ac:chgData name="elvio rodriguez" userId="1c1449da70e07349" providerId="LiveId" clId="{B6FBDA6B-F2A7-4BBE-A2C3-07D2143358BF}" dt="2026-10-15T13:26:55.923" v="4458" actId="14100"/>
          <ac:cxnSpMkLst>
            <pc:docMk/>
            <pc:sldMk cId="446122817" sldId="395"/>
            <ac:cxnSpMk id="31" creationId="{44E9E84B-4749-D05F-F792-053E6200F9D9}"/>
          </ac:cxnSpMkLst>
        </pc:cxnChg>
      </pc:sldChg>
      <pc:sldChg chg="modSp add mod">
        <pc:chgData name="elvio rodriguez" userId="1c1449da70e07349" providerId="LiveId" clId="{B6FBDA6B-F2A7-4BBE-A2C3-07D2143358BF}" dt="2026-10-18T00:06:04.350" v="7037" actId="20577"/>
        <pc:sldMkLst>
          <pc:docMk/>
          <pc:sldMk cId="1840771209" sldId="396"/>
        </pc:sldMkLst>
        <pc:spChg chg="mod">
          <ac:chgData name="elvio rodriguez" userId="1c1449da70e07349" providerId="LiveId" clId="{B6FBDA6B-F2A7-4BBE-A2C3-07D2143358BF}" dt="2026-10-18T00:06:04.350" v="7037" actId="20577"/>
          <ac:spMkLst>
            <pc:docMk/>
            <pc:sldMk cId="1840771209" sldId="396"/>
            <ac:spMk id="6" creationId="{26B011B0-23B1-7189-F9FF-AC22492AECBC}"/>
          </ac:spMkLst>
        </pc:spChg>
      </pc:sldChg>
      <pc:sldChg chg="addSp delSp modSp add mod modTransition">
        <pc:chgData name="elvio rodriguez" userId="1c1449da70e07349" providerId="LiveId" clId="{B6FBDA6B-F2A7-4BBE-A2C3-07D2143358BF}" dt="2026-10-17T16:14:33.980" v="6953"/>
        <pc:sldMkLst>
          <pc:docMk/>
          <pc:sldMk cId="3336093779" sldId="397"/>
        </pc:sldMkLst>
        <pc:spChg chg="mod">
          <ac:chgData name="elvio rodriguez" userId="1c1449da70e07349" providerId="LiveId" clId="{B6FBDA6B-F2A7-4BBE-A2C3-07D2143358BF}" dt="2026-10-15T13:25:39.659" v="4385" actId="790"/>
          <ac:spMkLst>
            <pc:docMk/>
            <pc:sldMk cId="3336093779" sldId="397"/>
            <ac:spMk id="2" creationId="{9D5BDAA1-6F18-8114-2F3F-B302410799E9}"/>
          </ac:spMkLst>
        </pc:spChg>
        <pc:spChg chg="add mod">
          <ac:chgData name="elvio rodriguez" userId="1c1449da70e07349" providerId="LiveId" clId="{B6FBDA6B-F2A7-4BBE-A2C3-07D2143358BF}" dt="2026-10-15T13:25:52.741" v="4410" actId="1035"/>
          <ac:spMkLst>
            <pc:docMk/>
            <pc:sldMk cId="3336093779" sldId="397"/>
            <ac:spMk id="15" creationId="{122180A6-A8FF-2184-0719-ADEF5F096174}"/>
          </ac:spMkLst>
        </pc:spChg>
        <pc:spChg chg="add mod">
          <ac:chgData name="elvio rodriguez" userId="1c1449da70e07349" providerId="LiveId" clId="{B6FBDA6B-F2A7-4BBE-A2C3-07D2143358BF}" dt="2026-10-15T13:25:39.659" v="4385" actId="790"/>
          <ac:spMkLst>
            <pc:docMk/>
            <pc:sldMk cId="3336093779" sldId="397"/>
            <ac:spMk id="24" creationId="{EC7568CA-8A24-6400-22D9-D7D4CC2772A8}"/>
          </ac:spMkLst>
        </pc:spChg>
        <pc:picChg chg="add mod">
          <ac:chgData name="elvio rodriguez" userId="1c1449da70e07349" providerId="LiveId" clId="{B6FBDA6B-F2A7-4BBE-A2C3-07D2143358BF}" dt="2026-10-15T13:23:56.819" v="4317" actId="208"/>
          <ac:picMkLst>
            <pc:docMk/>
            <pc:sldMk cId="3336093779" sldId="397"/>
            <ac:picMk id="7" creationId="{E9D82211-3594-E3E3-81D4-44099DBBCC33}"/>
          </ac:picMkLst>
        </pc:picChg>
        <pc:cxnChg chg="add mod">
          <ac:chgData name="elvio rodriguez" userId="1c1449da70e07349" providerId="LiveId" clId="{B6FBDA6B-F2A7-4BBE-A2C3-07D2143358BF}" dt="2026-10-15T13:24:24.122" v="4324" actId="208"/>
          <ac:cxnSpMkLst>
            <pc:docMk/>
            <pc:sldMk cId="3336093779" sldId="397"/>
            <ac:cxnSpMk id="14" creationId="{B0324B64-64B5-570D-8C72-42F93DC493C0}"/>
          </ac:cxnSpMkLst>
        </pc:cxnChg>
      </pc:sldChg>
      <pc:sldChg chg="addSp delSp modSp add mod modTransition delAnim">
        <pc:chgData name="elvio rodriguez" userId="1c1449da70e07349" providerId="LiveId" clId="{B6FBDA6B-F2A7-4BBE-A2C3-07D2143358BF}" dt="2026-10-17T16:14:33.980" v="6953"/>
        <pc:sldMkLst>
          <pc:docMk/>
          <pc:sldMk cId="857989785" sldId="398"/>
        </pc:sldMkLst>
        <pc:spChg chg="mod">
          <ac:chgData name="elvio rodriguez" userId="1c1449da70e07349" providerId="LiveId" clId="{B6FBDA6B-F2A7-4BBE-A2C3-07D2143358BF}" dt="2026-10-15T13:36:13.002" v="4559" actId="20577"/>
          <ac:spMkLst>
            <pc:docMk/>
            <pc:sldMk cId="857989785" sldId="398"/>
            <ac:spMk id="2" creationId="{3AD5900B-480B-E914-9474-4E6B6CAAC2BD}"/>
          </ac:spMkLst>
        </pc:spChg>
        <pc:picChg chg="add mod">
          <ac:chgData name="elvio rodriguez" userId="1c1449da70e07349" providerId="LiveId" clId="{B6FBDA6B-F2A7-4BBE-A2C3-07D2143358BF}" dt="2026-10-15T13:38:13.419" v="4607" actId="208"/>
          <ac:picMkLst>
            <pc:docMk/>
            <pc:sldMk cId="857989785" sldId="398"/>
            <ac:picMk id="4" creationId="{8CD7E177-9D9C-4D39-3232-E9BAF7D0379C}"/>
          </ac:picMkLst>
        </pc:picChg>
      </pc:sldChg>
      <pc:sldChg chg="addSp delSp modSp add mod delAnim">
        <pc:chgData name="elvio rodriguez" userId="1c1449da70e07349" providerId="LiveId" clId="{B6FBDA6B-F2A7-4BBE-A2C3-07D2143358BF}" dt="2026-10-16T15:50:09.586" v="4803" actId="20577"/>
        <pc:sldMkLst>
          <pc:docMk/>
          <pc:sldMk cId="2481734671" sldId="399"/>
        </pc:sldMkLst>
        <pc:spChg chg="mod">
          <ac:chgData name="elvio rodriguez" userId="1c1449da70e07349" providerId="LiveId" clId="{B6FBDA6B-F2A7-4BBE-A2C3-07D2143358BF}" dt="2026-10-16T15:48:36.967" v="4770" actId="20577"/>
          <ac:spMkLst>
            <pc:docMk/>
            <pc:sldMk cId="2481734671" sldId="399"/>
            <ac:spMk id="4" creationId="{87B2418A-DD8C-E15D-7BC7-46656CCD7414}"/>
          </ac:spMkLst>
        </pc:spChg>
        <pc:spChg chg="add mod">
          <ac:chgData name="elvio rodriguez" userId="1c1449da70e07349" providerId="LiveId" clId="{B6FBDA6B-F2A7-4BBE-A2C3-07D2143358BF}" dt="2026-10-16T15:49:33.845" v="4778" actId="1076"/>
          <ac:spMkLst>
            <pc:docMk/>
            <pc:sldMk cId="2481734671" sldId="399"/>
            <ac:spMk id="16" creationId="{832A58C5-A168-BA41-95D4-6CB8B800D005}"/>
          </ac:spMkLst>
        </pc:spChg>
        <pc:spChg chg="add mod">
          <ac:chgData name="elvio rodriguez" userId="1c1449da70e07349" providerId="LiveId" clId="{B6FBDA6B-F2A7-4BBE-A2C3-07D2143358BF}" dt="2026-10-16T15:50:09.586" v="4803" actId="20577"/>
          <ac:spMkLst>
            <pc:docMk/>
            <pc:sldMk cId="2481734671" sldId="399"/>
            <ac:spMk id="18" creationId="{18E26713-209E-B52F-A668-FFE1AC6588B5}"/>
          </ac:spMkLst>
        </pc:spChg>
        <pc:spChg chg="add mod">
          <ac:chgData name="elvio rodriguez" userId="1c1449da70e07349" providerId="LiveId" clId="{B6FBDA6B-F2A7-4BBE-A2C3-07D2143358BF}" dt="2026-10-16T15:49:40.469" v="4780" actId="1076"/>
          <ac:spMkLst>
            <pc:docMk/>
            <pc:sldMk cId="2481734671" sldId="399"/>
            <ac:spMk id="20" creationId="{CD220156-EF99-1281-21A1-BBF73771AE2C}"/>
          </ac:spMkLst>
        </pc:spChg>
      </pc:sldChg>
      <pc:sldChg chg="modSp add mod">
        <pc:chgData name="elvio rodriguez" userId="1c1449da70e07349" providerId="LiveId" clId="{B6FBDA6B-F2A7-4BBE-A2C3-07D2143358BF}" dt="2026-10-16T15:51:44.558" v="4819" actId="20577"/>
        <pc:sldMkLst>
          <pc:docMk/>
          <pc:sldMk cId="2079172596" sldId="400"/>
        </pc:sldMkLst>
        <pc:spChg chg="mod">
          <ac:chgData name="elvio rodriguez" userId="1c1449da70e07349" providerId="LiveId" clId="{B6FBDA6B-F2A7-4BBE-A2C3-07D2143358BF}" dt="2026-10-16T15:50:36.124" v="4806" actId="1076"/>
          <ac:spMkLst>
            <pc:docMk/>
            <pc:sldMk cId="2079172596" sldId="400"/>
            <ac:spMk id="16" creationId="{EDE3DF7D-3D4F-7DB5-7E48-0133612FA3D3}"/>
          </ac:spMkLst>
        </pc:spChg>
        <pc:spChg chg="mod">
          <ac:chgData name="elvio rodriguez" userId="1c1449da70e07349" providerId="LiveId" clId="{B6FBDA6B-F2A7-4BBE-A2C3-07D2143358BF}" dt="2026-10-16T15:50:41.131" v="4813" actId="20577"/>
          <ac:spMkLst>
            <pc:docMk/>
            <pc:sldMk cId="2079172596" sldId="400"/>
            <ac:spMk id="18" creationId="{692C034A-DB3A-83BA-2895-D5590A7A10C3}"/>
          </ac:spMkLst>
        </pc:spChg>
        <pc:spChg chg="mod">
          <ac:chgData name="elvio rodriguez" userId="1c1449da70e07349" providerId="LiveId" clId="{B6FBDA6B-F2A7-4BBE-A2C3-07D2143358BF}" dt="2026-10-16T15:50:48.425" v="4814" actId="1076"/>
          <ac:spMkLst>
            <pc:docMk/>
            <pc:sldMk cId="2079172596" sldId="400"/>
            <ac:spMk id="20" creationId="{08910C7B-8E2F-E3C8-03F8-E6343488082C}"/>
          </ac:spMkLst>
        </pc:spChg>
        <pc:spChg chg="mod">
          <ac:chgData name="elvio rodriguez" userId="1c1449da70e07349" providerId="LiveId" clId="{B6FBDA6B-F2A7-4BBE-A2C3-07D2143358BF}" dt="2026-10-16T15:50:49.972" v="4815" actId="20577"/>
          <ac:spMkLst>
            <pc:docMk/>
            <pc:sldMk cId="2079172596" sldId="400"/>
            <ac:spMk id="21" creationId="{F91C98AB-99E6-BAFF-12B7-8E3849841624}"/>
          </ac:spMkLst>
        </pc:spChg>
        <pc:spChg chg="mod">
          <ac:chgData name="elvio rodriguez" userId="1c1449da70e07349" providerId="LiveId" clId="{B6FBDA6B-F2A7-4BBE-A2C3-07D2143358BF}" dt="2026-10-16T15:51:44.558" v="4819" actId="20577"/>
          <ac:spMkLst>
            <pc:docMk/>
            <pc:sldMk cId="2079172596" sldId="400"/>
            <ac:spMk id="23" creationId="{992841CC-8DBE-C332-6BE0-ABE7EB5F34DA}"/>
          </ac:spMkLst>
        </pc:spChg>
        <pc:cxnChg chg="mod">
          <ac:chgData name="elvio rodriguez" userId="1c1449da70e07349" providerId="LiveId" clId="{B6FBDA6B-F2A7-4BBE-A2C3-07D2143358BF}" dt="2026-10-16T15:50:49.972" v="4815" actId="20577"/>
          <ac:cxnSpMkLst>
            <pc:docMk/>
            <pc:sldMk cId="2079172596" sldId="400"/>
            <ac:cxnSpMk id="22" creationId="{1DD48DA4-4FDA-6A17-9F83-B8CAA0552C29}"/>
          </ac:cxnSpMkLst>
        </pc:cxnChg>
      </pc:sldChg>
      <pc:sldChg chg="addSp delSp modSp add mod modAnim">
        <pc:chgData name="elvio rodriguez" userId="1c1449da70e07349" providerId="LiveId" clId="{B6FBDA6B-F2A7-4BBE-A2C3-07D2143358BF}" dt="2026-10-16T15:56:36.953" v="4901"/>
        <pc:sldMkLst>
          <pc:docMk/>
          <pc:sldMk cId="3831793317" sldId="401"/>
        </pc:sldMkLst>
        <pc:spChg chg="add mod">
          <ac:chgData name="elvio rodriguez" userId="1c1449da70e07349" providerId="LiveId" clId="{B6FBDA6B-F2A7-4BBE-A2C3-07D2143358BF}" dt="2026-10-16T15:56:24.081" v="4900" actId="14100"/>
          <ac:spMkLst>
            <pc:docMk/>
            <pc:sldMk cId="3831793317" sldId="401"/>
            <ac:spMk id="2" creationId="{BC056733-D3F8-1CE1-2CCF-ACC900309CF6}"/>
          </ac:spMkLst>
        </pc:spChg>
        <pc:spChg chg="add mod">
          <ac:chgData name="elvio rodriguez" userId="1c1449da70e07349" providerId="LiveId" clId="{B6FBDA6B-F2A7-4BBE-A2C3-07D2143358BF}" dt="2026-10-16T15:56:24.081" v="4900" actId="14100"/>
          <ac:spMkLst>
            <pc:docMk/>
            <pc:sldMk cId="3831793317" sldId="401"/>
            <ac:spMk id="3" creationId="{F5718FC1-9BA7-0349-2E60-BD13BFE29D50}"/>
          </ac:spMkLst>
        </pc:spChg>
        <pc:spChg chg="add mod">
          <ac:chgData name="elvio rodriguez" userId="1c1449da70e07349" providerId="LiveId" clId="{B6FBDA6B-F2A7-4BBE-A2C3-07D2143358BF}" dt="2026-10-16T15:56:24.081" v="4900" actId="14100"/>
          <ac:spMkLst>
            <pc:docMk/>
            <pc:sldMk cId="3831793317" sldId="401"/>
            <ac:spMk id="5" creationId="{D684234F-3E42-948F-791D-6DCD0B87A651}"/>
          </ac:spMkLst>
        </pc:spChg>
        <pc:spChg chg="add mod">
          <ac:chgData name="elvio rodriguez" userId="1c1449da70e07349" providerId="LiveId" clId="{B6FBDA6B-F2A7-4BBE-A2C3-07D2143358BF}" dt="2026-10-16T15:55:27.495" v="4888" actId="552"/>
          <ac:spMkLst>
            <pc:docMk/>
            <pc:sldMk cId="3831793317" sldId="401"/>
            <ac:spMk id="8" creationId="{07289380-E2B0-E622-694D-33C860B929E1}"/>
          </ac:spMkLst>
        </pc:spChg>
        <pc:spChg chg="mod">
          <ac:chgData name="elvio rodriguez" userId="1c1449da70e07349" providerId="LiveId" clId="{B6FBDA6B-F2A7-4BBE-A2C3-07D2143358BF}" dt="2026-10-16T15:52:21.078" v="4832" actId="1035"/>
          <ac:spMkLst>
            <pc:docMk/>
            <pc:sldMk cId="3831793317" sldId="401"/>
            <ac:spMk id="20" creationId="{AB672386-D560-245F-33CF-68619724E94E}"/>
          </ac:spMkLst>
        </pc:spChg>
        <pc:spChg chg="mod">
          <ac:chgData name="elvio rodriguez" userId="1c1449da70e07349" providerId="LiveId" clId="{B6FBDA6B-F2A7-4BBE-A2C3-07D2143358BF}" dt="2026-10-16T15:55:27.495" v="4888" actId="552"/>
          <ac:spMkLst>
            <pc:docMk/>
            <pc:sldMk cId="3831793317" sldId="401"/>
            <ac:spMk id="23" creationId="{27813525-3408-1256-EC14-17D6FD55721C}"/>
          </ac:spMkLst>
        </pc:spChg>
      </pc:sldChg>
      <pc:sldChg chg="addSp delSp modSp add mod delAnim">
        <pc:chgData name="elvio rodriguez" userId="1c1449da70e07349" providerId="LiveId" clId="{B6FBDA6B-F2A7-4BBE-A2C3-07D2143358BF}" dt="2026-10-16T15:55:46.889" v="4899" actId="478"/>
        <pc:sldMkLst>
          <pc:docMk/>
          <pc:sldMk cId="2722086437" sldId="402"/>
        </pc:sldMkLst>
        <pc:spChg chg="add mod">
          <ac:chgData name="elvio rodriguez" userId="1c1449da70e07349" providerId="LiveId" clId="{B6FBDA6B-F2A7-4BBE-A2C3-07D2143358BF}" dt="2026-10-16T15:55:39.396" v="4898" actId="1076"/>
          <ac:spMkLst>
            <pc:docMk/>
            <pc:sldMk cId="2722086437" sldId="402"/>
            <ac:spMk id="7" creationId="{360DA832-02FE-18E0-9C3F-6EE8A75459C8}"/>
          </ac:spMkLst>
        </pc:spChg>
        <pc:spChg chg="mod">
          <ac:chgData name="elvio rodriguez" userId="1c1449da70e07349" providerId="LiveId" clId="{B6FBDA6B-F2A7-4BBE-A2C3-07D2143358BF}" dt="2026-10-16T15:55:13.383" v="4882" actId="1076"/>
          <ac:spMkLst>
            <pc:docMk/>
            <pc:sldMk cId="2722086437" sldId="402"/>
            <ac:spMk id="20" creationId="{388F1E6E-F9C5-0C58-ECA9-09B5D698042D}"/>
          </ac:spMkLst>
        </pc:spChg>
      </pc:sldChg>
      <pc:sldChg chg="delSp modSp add mod">
        <pc:chgData name="elvio rodriguez" userId="1c1449da70e07349" providerId="LiveId" clId="{B6FBDA6B-F2A7-4BBE-A2C3-07D2143358BF}" dt="2026-10-16T15:57:00.580" v="4905" actId="20577"/>
        <pc:sldMkLst>
          <pc:docMk/>
          <pc:sldMk cId="4146719980" sldId="403"/>
        </pc:sldMkLst>
        <pc:spChg chg="mod">
          <ac:chgData name="elvio rodriguez" userId="1c1449da70e07349" providerId="LiveId" clId="{B6FBDA6B-F2A7-4BBE-A2C3-07D2143358BF}" dt="2026-10-16T15:56:52.044" v="4903" actId="1076"/>
          <ac:spMkLst>
            <pc:docMk/>
            <pc:sldMk cId="4146719980" sldId="403"/>
            <ac:spMk id="20" creationId="{84921AE8-7083-950D-A409-F705B99E35E8}"/>
          </ac:spMkLst>
        </pc:spChg>
        <pc:spChg chg="mod">
          <ac:chgData name="elvio rodriguez" userId="1c1449da70e07349" providerId="LiveId" clId="{B6FBDA6B-F2A7-4BBE-A2C3-07D2143358BF}" dt="2026-10-16T15:57:00.580" v="4905" actId="20577"/>
          <ac:spMkLst>
            <pc:docMk/>
            <pc:sldMk cId="4146719980" sldId="403"/>
            <ac:spMk id="23" creationId="{585000CD-391C-C055-63BF-69767B106E9D}"/>
          </ac:spMkLst>
        </pc:spChg>
      </pc:sldChg>
      <pc:sldChg chg="modSp add mod">
        <pc:chgData name="elvio rodriguez" userId="1c1449da70e07349" providerId="LiveId" clId="{B6FBDA6B-F2A7-4BBE-A2C3-07D2143358BF}" dt="2026-10-16T15:57:48.180" v="4916" actId="552"/>
        <pc:sldMkLst>
          <pc:docMk/>
          <pc:sldMk cId="2989761094" sldId="404"/>
        </pc:sldMkLst>
        <pc:spChg chg="mod">
          <ac:chgData name="elvio rodriguez" userId="1c1449da70e07349" providerId="LiveId" clId="{B6FBDA6B-F2A7-4BBE-A2C3-07D2143358BF}" dt="2026-10-16T15:57:31.731" v="4912" actId="552"/>
          <ac:spMkLst>
            <pc:docMk/>
            <pc:sldMk cId="2989761094" sldId="404"/>
            <ac:spMk id="2" creationId="{5FD41718-9D35-EFDA-A3FC-2074D5C2C066}"/>
          </ac:spMkLst>
        </pc:spChg>
        <pc:spChg chg="mod">
          <ac:chgData name="elvio rodriguez" userId="1c1449da70e07349" providerId="LiveId" clId="{B6FBDA6B-F2A7-4BBE-A2C3-07D2143358BF}" dt="2026-10-16T15:57:31.731" v="4912" actId="552"/>
          <ac:spMkLst>
            <pc:docMk/>
            <pc:sldMk cId="2989761094" sldId="404"/>
            <ac:spMk id="3" creationId="{F56A6B62-A93C-F00F-EEEC-658D819EFDCC}"/>
          </ac:spMkLst>
        </pc:spChg>
        <pc:spChg chg="mod">
          <ac:chgData name="elvio rodriguez" userId="1c1449da70e07349" providerId="LiveId" clId="{B6FBDA6B-F2A7-4BBE-A2C3-07D2143358BF}" dt="2026-10-16T15:57:31.731" v="4912" actId="552"/>
          <ac:spMkLst>
            <pc:docMk/>
            <pc:sldMk cId="2989761094" sldId="404"/>
            <ac:spMk id="5" creationId="{E98AB834-7CC0-23FF-899E-698D75990E3F}"/>
          </ac:spMkLst>
        </pc:spChg>
        <pc:spChg chg="mod">
          <ac:chgData name="elvio rodriguez" userId="1c1449da70e07349" providerId="LiveId" clId="{B6FBDA6B-F2A7-4BBE-A2C3-07D2143358BF}" dt="2026-10-16T15:57:48.180" v="4916" actId="552"/>
          <ac:spMkLst>
            <pc:docMk/>
            <pc:sldMk cId="2989761094" sldId="404"/>
            <ac:spMk id="8" creationId="{554AB454-A6FB-6B63-A881-D292548C4A17}"/>
          </ac:spMkLst>
        </pc:spChg>
        <pc:spChg chg="mod">
          <ac:chgData name="elvio rodriguez" userId="1c1449da70e07349" providerId="LiveId" clId="{B6FBDA6B-F2A7-4BBE-A2C3-07D2143358BF}" dt="2026-10-16T15:57:48.180" v="4916" actId="552"/>
          <ac:spMkLst>
            <pc:docMk/>
            <pc:sldMk cId="2989761094" sldId="404"/>
            <ac:spMk id="23" creationId="{BD3968BE-E30B-9DB8-FD1A-1F5B865A7294}"/>
          </ac:spMkLst>
        </pc:spChg>
      </pc:sldChg>
      <pc:sldChg chg="modSp add mod">
        <pc:chgData name="elvio rodriguez" userId="1c1449da70e07349" providerId="LiveId" clId="{B6FBDA6B-F2A7-4BBE-A2C3-07D2143358BF}" dt="2026-10-16T17:21:09.646" v="4936" actId="20577"/>
        <pc:sldMkLst>
          <pc:docMk/>
          <pc:sldMk cId="822653555" sldId="405"/>
        </pc:sldMkLst>
        <pc:spChg chg="mod">
          <ac:chgData name="elvio rodriguez" userId="1c1449da70e07349" providerId="LiveId" clId="{B6FBDA6B-F2A7-4BBE-A2C3-07D2143358BF}" dt="2026-10-16T17:21:09.646" v="4936" actId="20577"/>
          <ac:spMkLst>
            <pc:docMk/>
            <pc:sldMk cId="822653555" sldId="405"/>
            <ac:spMk id="7" creationId="{AE21E269-C481-7C23-C70A-2839232430F1}"/>
          </ac:spMkLst>
        </pc:spChg>
        <pc:spChg chg="mod">
          <ac:chgData name="elvio rodriguez" userId="1c1449da70e07349" providerId="LiveId" clId="{B6FBDA6B-F2A7-4BBE-A2C3-07D2143358BF}" dt="2026-10-16T15:57:36.272" v="4913" actId="20577"/>
          <ac:spMkLst>
            <pc:docMk/>
            <pc:sldMk cId="822653555" sldId="405"/>
            <ac:spMk id="23" creationId="{F5B18A4D-E65B-C7FF-26E0-B03209525877}"/>
          </ac:spMkLst>
        </pc:spChg>
      </pc:sldChg>
      <pc:sldChg chg="modSp add mod">
        <pc:chgData name="elvio rodriguez" userId="1c1449da70e07349" providerId="LiveId" clId="{B6FBDA6B-F2A7-4BBE-A2C3-07D2143358BF}" dt="2026-10-16T15:57:55.015" v="4917" actId="20577"/>
        <pc:sldMkLst>
          <pc:docMk/>
          <pc:sldMk cId="84423018" sldId="406"/>
        </pc:sldMkLst>
        <pc:spChg chg="mod">
          <ac:chgData name="elvio rodriguez" userId="1c1449da70e07349" providerId="LiveId" clId="{B6FBDA6B-F2A7-4BBE-A2C3-07D2143358BF}" dt="2026-10-16T15:57:55.015" v="4917" actId="20577"/>
          <ac:spMkLst>
            <pc:docMk/>
            <pc:sldMk cId="84423018" sldId="406"/>
            <ac:spMk id="23" creationId="{4CFB501B-FB7E-4C4C-5632-C118E08D4F04}"/>
          </ac:spMkLst>
        </pc:spChg>
      </pc:sldChg>
      <pc:sldChg chg="addSp delSp modSp add del mod modAnim">
        <pc:chgData name="elvio rodriguez" userId="1c1449da70e07349" providerId="LiveId" clId="{B6FBDA6B-F2A7-4BBE-A2C3-07D2143358BF}" dt="2026-10-16T17:22:10.595" v="4958" actId="552"/>
        <pc:sldMkLst>
          <pc:docMk/>
          <pc:sldMk cId="3165960677" sldId="407"/>
        </pc:sldMkLst>
        <pc:spChg chg="add mod">
          <ac:chgData name="elvio rodriguez" userId="1c1449da70e07349" providerId="LiveId" clId="{B6FBDA6B-F2A7-4BBE-A2C3-07D2143358BF}" dt="2026-10-16T17:22:10.595" v="4958" actId="552"/>
          <ac:spMkLst>
            <pc:docMk/>
            <pc:sldMk cId="3165960677" sldId="407"/>
            <ac:spMk id="7" creationId="{863DD6D1-6BEB-D7F8-188D-C1A8357211ED}"/>
          </ac:spMkLst>
        </pc:spChg>
        <pc:spChg chg="add mod">
          <ac:chgData name="elvio rodriguez" userId="1c1449da70e07349" providerId="LiveId" clId="{B6FBDA6B-F2A7-4BBE-A2C3-07D2143358BF}" dt="2026-10-16T17:22:10.595" v="4958" actId="552"/>
          <ac:spMkLst>
            <pc:docMk/>
            <pc:sldMk cId="3165960677" sldId="407"/>
            <ac:spMk id="8" creationId="{D840D822-E9E0-0CA7-A7B4-43375D5C4C40}"/>
          </ac:spMkLst>
        </pc:spChg>
        <pc:spChg chg="add mod">
          <ac:chgData name="elvio rodriguez" userId="1c1449da70e07349" providerId="LiveId" clId="{B6FBDA6B-F2A7-4BBE-A2C3-07D2143358BF}" dt="2026-10-16T17:22:10.595" v="4958" actId="552"/>
          <ac:spMkLst>
            <pc:docMk/>
            <pc:sldMk cId="3165960677" sldId="407"/>
            <ac:spMk id="9" creationId="{DF5D6AC9-A6DE-E178-8F42-5547E9EECF46}"/>
          </ac:spMkLst>
        </pc:spChg>
        <pc:spChg chg="mod">
          <ac:chgData name="elvio rodriguez" userId="1c1449da70e07349" providerId="LiveId" clId="{B6FBDA6B-F2A7-4BBE-A2C3-07D2143358BF}" dt="2026-10-16T17:20:53.719" v="4925" actId="1076"/>
          <ac:spMkLst>
            <pc:docMk/>
            <pc:sldMk cId="3165960677" sldId="407"/>
            <ac:spMk id="20" creationId="{BDBB8958-7BE5-BE93-34A0-7C441220481F}"/>
          </ac:spMkLst>
        </pc:spChg>
        <pc:spChg chg="mod">
          <ac:chgData name="elvio rodriguez" userId="1c1449da70e07349" providerId="LiveId" clId="{B6FBDA6B-F2A7-4BBE-A2C3-07D2143358BF}" dt="2026-10-16T17:22:10.595" v="4958" actId="552"/>
          <ac:spMkLst>
            <pc:docMk/>
            <pc:sldMk cId="3165960677" sldId="407"/>
            <ac:spMk id="23" creationId="{3E86F368-BD51-FF84-253C-A505BED15B23}"/>
          </ac:spMkLst>
        </pc:spChg>
      </pc:sldChg>
      <pc:sldChg chg="addSp delSp modSp add mod modAnim">
        <pc:chgData name="elvio rodriguez" userId="1c1449da70e07349" providerId="LiveId" clId="{B6FBDA6B-F2A7-4BBE-A2C3-07D2143358BF}" dt="2026-10-16T17:24:16.044" v="4973"/>
        <pc:sldMkLst>
          <pc:docMk/>
          <pc:sldMk cId="2954962560" sldId="408"/>
        </pc:sldMkLst>
        <pc:spChg chg="mod">
          <ac:chgData name="elvio rodriguez" userId="1c1449da70e07349" providerId="LiveId" clId="{B6FBDA6B-F2A7-4BBE-A2C3-07D2143358BF}" dt="2026-10-16T17:23:52.630" v="4971" actId="552"/>
          <ac:spMkLst>
            <pc:docMk/>
            <pc:sldMk cId="2954962560" sldId="408"/>
            <ac:spMk id="3" creationId="{75E5E90C-6890-A09E-4A72-D9AB23532AFC}"/>
          </ac:spMkLst>
        </pc:spChg>
        <pc:spChg chg="mod">
          <ac:chgData name="elvio rodriguez" userId="1c1449da70e07349" providerId="LiveId" clId="{B6FBDA6B-F2A7-4BBE-A2C3-07D2143358BF}" dt="2026-10-16T17:23:52.630" v="4971" actId="552"/>
          <ac:spMkLst>
            <pc:docMk/>
            <pc:sldMk cId="2954962560" sldId="408"/>
            <ac:spMk id="5" creationId="{503E76DE-E78C-5073-6743-469D4055B7CA}"/>
          </ac:spMkLst>
        </pc:spChg>
        <pc:spChg chg="mod">
          <ac:chgData name="elvio rodriguez" userId="1c1449da70e07349" providerId="LiveId" clId="{B6FBDA6B-F2A7-4BBE-A2C3-07D2143358BF}" dt="2026-10-16T17:23:01.501" v="4963" actId="20577"/>
          <ac:spMkLst>
            <pc:docMk/>
            <pc:sldMk cId="2954962560" sldId="408"/>
            <ac:spMk id="23" creationId="{E5B78D6A-BAD5-3E4F-B3D3-EAD12BEB5131}"/>
          </ac:spMkLst>
        </pc:spChg>
      </pc:sldChg>
      <pc:sldChg chg="addSp delSp modSp add mod modTransition addAnim delAnim modAnim">
        <pc:chgData name="elvio rodriguez" userId="1c1449da70e07349" providerId="LiveId" clId="{B6FBDA6B-F2A7-4BBE-A2C3-07D2143358BF}" dt="2026-10-17T15:43:40.741" v="6209"/>
        <pc:sldMkLst>
          <pc:docMk/>
          <pc:sldMk cId="224775136" sldId="409"/>
        </pc:sldMkLst>
        <pc:spChg chg="add mod">
          <ac:chgData name="elvio rodriguez" userId="1c1449da70e07349" providerId="LiveId" clId="{B6FBDA6B-F2A7-4BBE-A2C3-07D2143358BF}" dt="2026-10-16T17:28:11.435" v="5046" actId="20577"/>
          <ac:spMkLst>
            <pc:docMk/>
            <pc:sldMk cId="224775136" sldId="409"/>
            <ac:spMk id="5" creationId="{CA684D75-67D7-6331-AC30-DDF4902A8E19}"/>
          </ac:spMkLst>
        </pc:spChg>
        <pc:spChg chg="mod">
          <ac:chgData name="elvio rodriguez" userId="1c1449da70e07349" providerId="LiveId" clId="{B6FBDA6B-F2A7-4BBE-A2C3-07D2143358BF}" dt="2026-10-16T17:25:58.764" v="4978" actId="20577"/>
          <ac:spMkLst>
            <pc:docMk/>
            <pc:sldMk cId="224775136" sldId="409"/>
            <ac:spMk id="6" creationId="{8A4D0D71-5E01-98EC-DCFC-C9751721728F}"/>
          </ac:spMkLst>
        </pc:spChg>
        <pc:spChg chg="add mod">
          <ac:chgData name="elvio rodriguez" userId="1c1449da70e07349" providerId="LiveId" clId="{B6FBDA6B-F2A7-4BBE-A2C3-07D2143358BF}" dt="2026-10-16T17:28:29.445" v="5072" actId="20577"/>
          <ac:spMkLst>
            <pc:docMk/>
            <pc:sldMk cId="224775136" sldId="409"/>
            <ac:spMk id="7" creationId="{5893726B-CB53-158B-6039-08D777DB1800}"/>
          </ac:spMkLst>
        </pc:spChg>
        <pc:spChg chg="add mod">
          <ac:chgData name="elvio rodriguez" userId="1c1449da70e07349" providerId="LiveId" clId="{B6FBDA6B-F2A7-4BBE-A2C3-07D2143358BF}" dt="2026-10-16T17:28:54.391" v="5098" actId="20577"/>
          <ac:spMkLst>
            <pc:docMk/>
            <pc:sldMk cId="224775136" sldId="409"/>
            <ac:spMk id="9" creationId="{8D8213F2-0F0D-F08F-60D3-C59F1AC232E1}"/>
          </ac:spMkLst>
        </pc:spChg>
        <pc:spChg chg="add mod">
          <ac:chgData name="elvio rodriguez" userId="1c1449da70e07349" providerId="LiveId" clId="{B6FBDA6B-F2A7-4BBE-A2C3-07D2143358BF}" dt="2026-10-16T17:29:52.994" v="5134" actId="6549"/>
          <ac:spMkLst>
            <pc:docMk/>
            <pc:sldMk cId="224775136" sldId="409"/>
            <ac:spMk id="10" creationId="{F23DF44E-7AD9-FBC8-FC21-139B0A436ECE}"/>
          </ac:spMkLst>
        </pc:spChg>
        <pc:spChg chg="add mod">
          <ac:chgData name="elvio rodriguez" userId="1c1449da70e07349" providerId="LiveId" clId="{B6FBDA6B-F2A7-4BBE-A2C3-07D2143358BF}" dt="2026-10-16T17:38:34.732" v="5702" actId="1582"/>
          <ac:spMkLst>
            <pc:docMk/>
            <pc:sldMk cId="224775136" sldId="409"/>
            <ac:spMk id="11" creationId="{513D228D-DC02-0ADF-5C9F-7D50F330AE58}"/>
          </ac:spMkLst>
        </pc:spChg>
        <pc:spChg chg="add mod">
          <ac:chgData name="elvio rodriguez" userId="1c1449da70e07349" providerId="LiveId" clId="{B6FBDA6B-F2A7-4BBE-A2C3-07D2143358BF}" dt="2026-10-16T17:38:34.732" v="5702" actId="1582"/>
          <ac:spMkLst>
            <pc:docMk/>
            <pc:sldMk cId="224775136" sldId="409"/>
            <ac:spMk id="26" creationId="{78CBEC88-C155-45C1-A9A1-FCB3293AFD35}"/>
          </ac:spMkLst>
        </pc:spChg>
        <pc:spChg chg="add mod">
          <ac:chgData name="elvio rodriguez" userId="1c1449da70e07349" providerId="LiveId" clId="{B6FBDA6B-F2A7-4BBE-A2C3-07D2143358BF}" dt="2026-10-16T17:38:34.732" v="5702" actId="1582"/>
          <ac:spMkLst>
            <pc:docMk/>
            <pc:sldMk cId="224775136" sldId="409"/>
            <ac:spMk id="28" creationId="{0A4970DA-1078-E388-D5F0-5F23D2639639}"/>
          </ac:spMkLst>
        </pc:spChg>
        <pc:spChg chg="add mod">
          <ac:chgData name="elvio rodriguez" userId="1c1449da70e07349" providerId="LiveId" clId="{B6FBDA6B-F2A7-4BBE-A2C3-07D2143358BF}" dt="2026-10-16T17:38:34.732" v="5702" actId="1582"/>
          <ac:spMkLst>
            <pc:docMk/>
            <pc:sldMk cId="224775136" sldId="409"/>
            <ac:spMk id="29" creationId="{A1E1B984-E719-8180-C594-1A6A3D36D0B3}"/>
          </ac:spMkLst>
        </pc:spChg>
      </pc:sldChg>
      <pc:sldChg chg="addSp delSp modSp add mod">
        <pc:chgData name="elvio rodriguez" userId="1c1449da70e07349" providerId="LiveId" clId="{B6FBDA6B-F2A7-4BBE-A2C3-07D2143358BF}" dt="2026-10-18T16:11:43.847" v="7453" actId="1035"/>
        <pc:sldMkLst>
          <pc:docMk/>
          <pc:sldMk cId="3870703662" sldId="410"/>
        </pc:sldMkLst>
        <pc:spChg chg="mod">
          <ac:chgData name="elvio rodriguez" userId="1c1449da70e07349" providerId="LiveId" clId="{B6FBDA6B-F2A7-4BBE-A2C3-07D2143358BF}" dt="2026-10-18T16:11:39.162" v="7436" actId="1036"/>
          <ac:spMkLst>
            <pc:docMk/>
            <pc:sldMk cId="3870703662" sldId="410"/>
            <ac:spMk id="3" creationId="{40D11AD6-C329-6963-E697-7765B2E3E67B}"/>
          </ac:spMkLst>
        </pc:spChg>
        <pc:spChg chg="mod">
          <ac:chgData name="elvio rodriguez" userId="1c1449da70e07349" providerId="LiveId" clId="{B6FBDA6B-F2A7-4BBE-A2C3-07D2143358BF}" dt="2026-10-17T15:46:19.642" v="6415" actId="1076"/>
          <ac:spMkLst>
            <pc:docMk/>
            <pc:sldMk cId="3870703662" sldId="410"/>
            <ac:spMk id="5" creationId="{DA49B0E5-D26B-B02D-F112-774CB7DB6369}"/>
          </ac:spMkLst>
        </pc:spChg>
        <pc:spChg chg="mod">
          <ac:chgData name="elvio rodriguez" userId="1c1449da70e07349" providerId="LiveId" clId="{B6FBDA6B-F2A7-4BBE-A2C3-07D2143358BF}" dt="2026-10-16T17:26:09.142" v="4981" actId="20577"/>
          <ac:spMkLst>
            <pc:docMk/>
            <pc:sldMk cId="3870703662" sldId="410"/>
            <ac:spMk id="6" creationId="{39FFAE2B-06CA-46E4-2C28-B302AD5470D6}"/>
          </ac:spMkLst>
        </pc:spChg>
        <pc:spChg chg="mod">
          <ac:chgData name="elvio rodriguez" userId="1c1449da70e07349" providerId="LiveId" clId="{B6FBDA6B-F2A7-4BBE-A2C3-07D2143358BF}" dt="2026-10-18T16:11:39.162" v="7436" actId="1036"/>
          <ac:spMkLst>
            <pc:docMk/>
            <pc:sldMk cId="3870703662" sldId="410"/>
            <ac:spMk id="10" creationId="{DFF6F5A8-872C-BAB1-7919-7370A4F7A526}"/>
          </ac:spMkLst>
        </pc:spChg>
        <pc:spChg chg="add del mod">
          <ac:chgData name="elvio rodriguez" userId="1c1449da70e07349" providerId="LiveId" clId="{B6FBDA6B-F2A7-4BBE-A2C3-07D2143358BF}" dt="2026-10-18T16:11:43.847" v="7453" actId="1035"/>
          <ac:spMkLst>
            <pc:docMk/>
            <pc:sldMk cId="3870703662" sldId="410"/>
            <ac:spMk id="15" creationId="{56344F7B-6145-1ABE-C76C-9BAFD10D286F}"/>
          </ac:spMkLst>
        </pc:spChg>
        <pc:spChg chg="mod">
          <ac:chgData name="elvio rodriguez" userId="1c1449da70e07349" providerId="LiveId" clId="{B6FBDA6B-F2A7-4BBE-A2C3-07D2143358BF}" dt="2026-10-18T16:11:43.847" v="7453" actId="1035"/>
          <ac:spMkLst>
            <pc:docMk/>
            <pc:sldMk cId="3870703662" sldId="410"/>
            <ac:spMk id="17" creationId="{D5B7802B-CC0C-A386-A099-BF5C948F91A2}"/>
          </ac:spMkLst>
        </pc:spChg>
        <pc:spChg chg="add del mod">
          <ac:chgData name="elvio rodriguez" userId="1c1449da70e07349" providerId="LiveId" clId="{B6FBDA6B-F2A7-4BBE-A2C3-07D2143358BF}" dt="2026-10-18T16:11:43.847" v="7453" actId="1035"/>
          <ac:spMkLst>
            <pc:docMk/>
            <pc:sldMk cId="3870703662" sldId="410"/>
            <ac:spMk id="19" creationId="{BD9F47FE-2AE2-D253-12EC-00E4F82024A7}"/>
          </ac:spMkLst>
        </pc:spChg>
        <pc:cxnChg chg="mod">
          <ac:chgData name="elvio rodriguez" userId="1c1449da70e07349" providerId="LiveId" clId="{B6FBDA6B-F2A7-4BBE-A2C3-07D2143358BF}" dt="2026-10-18T16:11:39.162" v="7436" actId="1036"/>
          <ac:cxnSpMkLst>
            <pc:docMk/>
            <pc:sldMk cId="3870703662" sldId="410"/>
            <ac:cxnSpMk id="4" creationId="{7704544A-4903-F834-6A07-4ECA9887D7CB}"/>
          </ac:cxnSpMkLst>
        </pc:cxnChg>
      </pc:sldChg>
      <pc:sldChg chg="modSp add mod">
        <pc:chgData name="elvio rodriguez" userId="1c1449da70e07349" providerId="LiveId" clId="{B6FBDA6B-F2A7-4BBE-A2C3-07D2143358BF}" dt="2026-10-17T14:59:42.516" v="5928" actId="20577"/>
        <pc:sldMkLst>
          <pc:docMk/>
          <pc:sldMk cId="3854693470" sldId="411"/>
        </pc:sldMkLst>
        <pc:spChg chg="mod">
          <ac:chgData name="elvio rodriguez" userId="1c1449da70e07349" providerId="LiveId" clId="{B6FBDA6B-F2A7-4BBE-A2C3-07D2143358BF}" dt="2026-10-17T14:56:57.435" v="5823" actId="2711"/>
          <ac:spMkLst>
            <pc:docMk/>
            <pc:sldMk cId="3854693470" sldId="411"/>
            <ac:spMk id="4" creationId="{9049EE38-5172-2138-D182-399B0B6FDD4D}"/>
          </ac:spMkLst>
        </pc:spChg>
        <pc:spChg chg="mod">
          <ac:chgData name="elvio rodriguez" userId="1c1449da70e07349" providerId="LiveId" clId="{B6FBDA6B-F2A7-4BBE-A2C3-07D2143358BF}" dt="2026-10-17T14:59:30.442" v="5919" actId="20577"/>
          <ac:spMkLst>
            <pc:docMk/>
            <pc:sldMk cId="3854693470" sldId="411"/>
            <ac:spMk id="29" creationId="{673DC311-0E2D-BE87-F9C6-1962A776B36B}"/>
          </ac:spMkLst>
        </pc:spChg>
        <pc:spChg chg="mod">
          <ac:chgData name="elvio rodriguez" userId="1c1449da70e07349" providerId="LiveId" clId="{B6FBDA6B-F2A7-4BBE-A2C3-07D2143358BF}" dt="2026-10-17T14:59:42.516" v="5928" actId="20577"/>
          <ac:spMkLst>
            <pc:docMk/>
            <pc:sldMk cId="3854693470" sldId="411"/>
            <ac:spMk id="31" creationId="{95267AEA-4860-CD86-BEE8-E051E71CF98D}"/>
          </ac:spMkLst>
        </pc:spChg>
      </pc:sldChg>
      <pc:sldChg chg="delSp modSp add mod modAnim">
        <pc:chgData name="elvio rodriguez" userId="1c1449da70e07349" providerId="LiveId" clId="{B6FBDA6B-F2A7-4BBE-A2C3-07D2143358BF}" dt="2026-10-17T15:43:20" v="6208" actId="20577"/>
        <pc:sldMkLst>
          <pc:docMk/>
          <pc:sldMk cId="3982373076" sldId="412"/>
        </pc:sldMkLst>
        <pc:spChg chg="del">
          <ac:chgData name="elvio rodriguez" userId="1c1449da70e07349" providerId="LiveId" clId="{B6FBDA6B-F2A7-4BBE-A2C3-07D2143358BF}" dt="2026-10-17T15:43:13.988" v="6204" actId="478"/>
          <ac:spMkLst>
            <pc:docMk/>
            <pc:sldMk cId="3982373076" sldId="412"/>
            <ac:spMk id="8" creationId="{47A1F9E2-0C5A-D474-E04D-657DD5D46A92}"/>
          </ac:spMkLst>
        </pc:spChg>
        <pc:spChg chg="mod">
          <ac:chgData name="elvio rodriguez" userId="1c1449da70e07349" providerId="LiveId" clId="{B6FBDA6B-F2A7-4BBE-A2C3-07D2143358BF}" dt="2026-10-17T15:43:16.539" v="6205" actId="20577"/>
          <ac:spMkLst>
            <pc:docMk/>
            <pc:sldMk cId="3982373076" sldId="412"/>
            <ac:spMk id="11" creationId="{FAF94C6E-DA6D-A3D6-A656-53EB7491D583}"/>
          </ac:spMkLst>
        </pc:spChg>
        <pc:spChg chg="del">
          <ac:chgData name="elvio rodriguez" userId="1c1449da70e07349" providerId="LiveId" clId="{B6FBDA6B-F2A7-4BBE-A2C3-07D2143358BF}" dt="2026-10-17T15:43:13.988" v="6204" actId="478"/>
          <ac:spMkLst>
            <pc:docMk/>
            <pc:sldMk cId="3982373076" sldId="412"/>
            <ac:spMk id="13" creationId="{FEA40D6F-49C1-734C-ED7C-EB55582FCF89}"/>
          </ac:spMkLst>
        </pc:spChg>
        <pc:spChg chg="mod">
          <ac:chgData name="elvio rodriguez" userId="1c1449da70e07349" providerId="LiveId" clId="{B6FBDA6B-F2A7-4BBE-A2C3-07D2143358BF}" dt="2026-10-17T15:43:18.277" v="6206" actId="20577"/>
          <ac:spMkLst>
            <pc:docMk/>
            <pc:sldMk cId="3982373076" sldId="412"/>
            <ac:spMk id="26" creationId="{7D51DD13-245A-7966-38FF-0C925B58DF0B}"/>
          </ac:spMkLst>
        </pc:spChg>
        <pc:spChg chg="mod">
          <ac:chgData name="elvio rodriguez" userId="1c1449da70e07349" providerId="LiveId" clId="{B6FBDA6B-F2A7-4BBE-A2C3-07D2143358BF}" dt="2026-10-17T15:43:19.147" v="6207" actId="20577"/>
          <ac:spMkLst>
            <pc:docMk/>
            <pc:sldMk cId="3982373076" sldId="412"/>
            <ac:spMk id="28" creationId="{21369FBE-47E5-B5DE-2718-DFA5E19014D3}"/>
          </ac:spMkLst>
        </pc:spChg>
        <pc:spChg chg="mod">
          <ac:chgData name="elvio rodriguez" userId="1c1449da70e07349" providerId="LiveId" clId="{B6FBDA6B-F2A7-4BBE-A2C3-07D2143358BF}" dt="2026-10-17T15:43:20" v="6208" actId="20577"/>
          <ac:spMkLst>
            <pc:docMk/>
            <pc:sldMk cId="3982373076" sldId="412"/>
            <ac:spMk id="29" creationId="{4D88062A-3A87-50A7-0356-0B5E84FF0100}"/>
          </ac:spMkLst>
        </pc:spChg>
      </pc:sldChg>
      <pc:sldChg chg="addSp modSp add mod">
        <pc:chgData name="elvio rodriguez" userId="1c1449da70e07349" providerId="LiveId" clId="{B6FBDA6B-F2A7-4BBE-A2C3-07D2143358BF}" dt="2026-10-18T15:40:24.532" v="7425" actId="20577"/>
        <pc:sldMkLst>
          <pc:docMk/>
          <pc:sldMk cId="784989166" sldId="413"/>
        </pc:sldMkLst>
        <pc:spChg chg="add mod">
          <ac:chgData name="elvio rodriguez" userId="1c1449da70e07349" providerId="LiveId" clId="{B6FBDA6B-F2A7-4BBE-A2C3-07D2143358BF}" dt="2026-10-18T00:36:08.123" v="7268" actId="1076"/>
          <ac:spMkLst>
            <pc:docMk/>
            <pc:sldMk cId="784989166" sldId="413"/>
            <ac:spMk id="5" creationId="{096CDD60-4497-B0DF-349B-84B0442DEF1A}"/>
          </ac:spMkLst>
        </pc:spChg>
        <pc:spChg chg="mod">
          <ac:chgData name="elvio rodriguez" userId="1c1449da70e07349" providerId="LiveId" clId="{B6FBDA6B-F2A7-4BBE-A2C3-07D2143358BF}" dt="2026-10-18T15:40:24.532" v="7425" actId="20577"/>
          <ac:spMkLst>
            <pc:docMk/>
            <pc:sldMk cId="784989166" sldId="413"/>
            <ac:spMk id="8" creationId="{363D83EC-45CE-48C7-E2B1-8AE35ABAC148}"/>
          </ac:spMkLst>
        </pc:spChg>
      </pc:sldChg>
      <pc:sldChg chg="delSp new del mod">
        <pc:chgData name="elvio rodriguez" userId="1c1449da70e07349" providerId="LiveId" clId="{B6FBDA6B-F2A7-4BBE-A2C3-07D2143358BF}" dt="2026-10-17T15:47:47.589" v="6423" actId="47"/>
        <pc:sldMkLst>
          <pc:docMk/>
          <pc:sldMk cId="1395397388" sldId="413"/>
        </pc:sldMkLst>
        <pc:spChg chg="del">
          <ac:chgData name="elvio rodriguez" userId="1c1449da70e07349" providerId="LiveId" clId="{B6FBDA6B-F2A7-4BBE-A2C3-07D2143358BF}" dt="2026-10-17T15:47:42.428" v="6422" actId="478"/>
          <ac:spMkLst>
            <pc:docMk/>
            <pc:sldMk cId="1395397388" sldId="413"/>
            <ac:spMk id="2" creationId="{332D39BB-FA2D-7E22-D9D5-B15C5E9ACD14}"/>
          </ac:spMkLst>
        </pc:spChg>
      </pc:sldChg>
      <pc:sldChg chg="add">
        <pc:chgData name="elvio rodriguez" userId="1c1449da70e07349" providerId="LiveId" clId="{B6FBDA6B-F2A7-4BBE-A2C3-07D2143358BF}" dt="2026-10-18T00:00:23.437" v="7001"/>
        <pc:sldMkLst>
          <pc:docMk/>
          <pc:sldMk cId="3843621022" sldId="414"/>
        </pc:sldMkLst>
      </pc:sldChg>
      <pc:sldChg chg="addSp modSp add mod">
        <pc:chgData name="elvio rodriguez" userId="1c1449da70e07349" providerId="LiveId" clId="{B6FBDA6B-F2A7-4BBE-A2C3-07D2143358BF}" dt="2026-10-18T16:13:05.799" v="7457" actId="20577"/>
        <pc:sldMkLst>
          <pc:docMk/>
          <pc:sldMk cId="2773004808" sldId="415"/>
        </pc:sldMkLst>
        <pc:spChg chg="add mod">
          <ac:chgData name="elvio rodriguez" userId="1c1449da70e07349" providerId="LiveId" clId="{B6FBDA6B-F2A7-4BBE-A2C3-07D2143358BF}" dt="2026-10-18T16:13:05.799" v="7457" actId="20577"/>
          <ac:spMkLst>
            <pc:docMk/>
            <pc:sldMk cId="2773004808" sldId="415"/>
            <ac:spMk id="4" creationId="{44777FF6-1CCC-4DFA-5635-08EC6B9D90A0}"/>
          </ac:spMkLst>
        </pc:spChg>
        <pc:picChg chg="mod">
          <ac:chgData name="elvio rodriguez" userId="1c1449da70e07349" providerId="LiveId" clId="{B6FBDA6B-F2A7-4BBE-A2C3-07D2143358BF}" dt="2026-10-18T00:37:55.924" v="7278" actId="208"/>
          <ac:picMkLst>
            <pc:docMk/>
            <pc:sldMk cId="2773004808" sldId="415"/>
            <ac:picMk id="11" creationId="{CB7E4B7B-0202-1AF7-7C75-FD4AAE5C57A5}"/>
          </ac:picMkLst>
        </pc:picChg>
      </pc:sldChg>
      <pc:sldChg chg="modSp add mod">
        <pc:chgData name="elvio rodriguez" userId="1c1449da70e07349" providerId="LiveId" clId="{B6FBDA6B-F2A7-4BBE-A2C3-07D2143358BF}" dt="2026-10-18T00:08:02.732" v="7038" actId="20577"/>
        <pc:sldMkLst>
          <pc:docMk/>
          <pc:sldMk cId="908276535" sldId="416"/>
        </pc:sldMkLst>
        <pc:spChg chg="mod">
          <ac:chgData name="elvio rodriguez" userId="1c1449da70e07349" providerId="LiveId" clId="{B6FBDA6B-F2A7-4BBE-A2C3-07D2143358BF}" dt="2026-10-18T00:08:02.732" v="7038" actId="20577"/>
          <ac:spMkLst>
            <pc:docMk/>
            <pc:sldMk cId="908276535" sldId="416"/>
            <ac:spMk id="6" creationId="{FB2397A3-D5BF-DE7E-F944-B94D967B8C40}"/>
          </ac:spMkLst>
        </pc:spChg>
      </pc:sldChg>
      <pc:sldChg chg="addSp modSp add mod">
        <pc:chgData name="elvio rodriguez" userId="1c1449da70e07349" providerId="LiveId" clId="{B6FBDA6B-F2A7-4BBE-A2C3-07D2143358BF}" dt="2026-10-18T16:13:24.360" v="7459" actId="1076"/>
        <pc:sldMkLst>
          <pc:docMk/>
          <pc:sldMk cId="3389300270" sldId="417"/>
        </pc:sldMkLst>
        <pc:spChg chg="add mod">
          <ac:chgData name="elvio rodriguez" userId="1c1449da70e07349" providerId="LiveId" clId="{B6FBDA6B-F2A7-4BBE-A2C3-07D2143358BF}" dt="2026-10-18T16:13:24.360" v="7459" actId="1076"/>
          <ac:spMkLst>
            <pc:docMk/>
            <pc:sldMk cId="3389300270" sldId="417"/>
            <ac:spMk id="4" creationId="{F45FD3A1-1165-3252-9C37-53BEF644F368}"/>
          </ac:spMkLst>
        </pc:spChg>
      </pc:sldChg>
      <pc:sldChg chg="addSp modSp add mod">
        <pc:chgData name="elvio rodriguez" userId="1c1449da70e07349" providerId="LiveId" clId="{B6FBDA6B-F2A7-4BBE-A2C3-07D2143358BF}" dt="2026-10-18T16:14:00.230" v="7490" actId="1035"/>
        <pc:sldMkLst>
          <pc:docMk/>
          <pc:sldMk cId="1269154614" sldId="418"/>
        </pc:sldMkLst>
        <pc:spChg chg="add 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6" creationId="{FE61F33A-1DD3-7BE9-A513-2E964D56EAE6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11" creationId="{A4CFBA9A-5D0D-F2FA-8F35-4B3B7720A078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13" creationId="{96E69F1A-57DD-13D4-AC25-5262F88543FB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20" creationId="{32205A27-EC4F-B6A7-4BBE-84B5458D9991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22" creationId="{FE6B80EB-856F-EF3F-7C06-D522BAA2D5A8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24" creationId="{1276671E-2A5B-DBE6-23BA-9A3986FE617E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27" creationId="{8B7507DB-1FC2-C0F2-4A78-D2E8F2957415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30" creationId="{652F3C32-4B0E-28E8-3F63-963BF344BA5B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31" creationId="{01A76764-B917-B21B-B28C-ACE043B257BA}"/>
          </ac:spMkLst>
        </pc:spChg>
        <pc:spChg chg="mod">
          <ac:chgData name="elvio rodriguez" userId="1c1449da70e07349" providerId="LiveId" clId="{B6FBDA6B-F2A7-4BBE-A2C3-07D2143358BF}" dt="2026-10-18T16:14:00.230" v="7490" actId="1035"/>
          <ac:spMkLst>
            <pc:docMk/>
            <pc:sldMk cId="1269154614" sldId="418"/>
            <ac:spMk id="32" creationId="{0853A702-9ADE-0544-433F-F13203C8C2AD}"/>
          </ac:spMkLst>
        </pc:spChg>
      </pc:sldChg>
      <pc:sldChg chg="add">
        <pc:chgData name="elvio rodriguez" userId="1c1449da70e07349" providerId="LiveId" clId="{B6FBDA6B-F2A7-4BBE-A2C3-07D2143358BF}" dt="2026-10-18T00:00:23.437" v="7001"/>
        <pc:sldMkLst>
          <pc:docMk/>
          <pc:sldMk cId="2658074911" sldId="419"/>
        </pc:sldMkLst>
      </pc:sldChg>
      <pc:sldChg chg="addSp modSp add mod">
        <pc:chgData name="elvio rodriguez" userId="1c1449da70e07349" providerId="LiveId" clId="{B6FBDA6B-F2A7-4BBE-A2C3-07D2143358BF}" dt="2026-10-18T16:14:35.482" v="7494" actId="14100"/>
        <pc:sldMkLst>
          <pc:docMk/>
          <pc:sldMk cId="2235567227" sldId="420"/>
        </pc:sldMkLst>
        <pc:spChg chg="add mod">
          <ac:chgData name="elvio rodriguez" userId="1c1449da70e07349" providerId="LiveId" clId="{B6FBDA6B-F2A7-4BBE-A2C3-07D2143358BF}" dt="2026-10-18T16:14:35.482" v="7494" actId="14100"/>
          <ac:spMkLst>
            <pc:docMk/>
            <pc:sldMk cId="2235567227" sldId="420"/>
            <ac:spMk id="4" creationId="{D5EECB01-3138-8924-D06A-2B9989C37774}"/>
          </ac:spMkLst>
        </pc:spChg>
      </pc:sldChg>
      <pc:sldChg chg="modSp add mod">
        <pc:chgData name="elvio rodriguez" userId="1c1449da70e07349" providerId="LiveId" clId="{B6FBDA6B-F2A7-4BBE-A2C3-07D2143358BF}" dt="2026-10-18T00:08:41.533" v="7039" actId="20577"/>
        <pc:sldMkLst>
          <pc:docMk/>
          <pc:sldMk cId="136576484" sldId="421"/>
        </pc:sldMkLst>
        <pc:spChg chg="mod">
          <ac:chgData name="elvio rodriguez" userId="1c1449da70e07349" providerId="LiveId" clId="{B6FBDA6B-F2A7-4BBE-A2C3-07D2143358BF}" dt="2026-10-18T00:08:41.533" v="7039" actId="20577"/>
          <ac:spMkLst>
            <pc:docMk/>
            <pc:sldMk cId="136576484" sldId="421"/>
            <ac:spMk id="6" creationId="{61605712-E4B4-DE8B-54E3-2A027864C758}"/>
          </ac:spMkLst>
        </pc:spChg>
      </pc:sldChg>
      <pc:sldChg chg="modSp add mod">
        <pc:chgData name="elvio rodriguez" userId="1c1449da70e07349" providerId="LiveId" clId="{B6FBDA6B-F2A7-4BBE-A2C3-07D2143358BF}" dt="2026-10-18T00:08:44.957" v="7040" actId="20577"/>
        <pc:sldMkLst>
          <pc:docMk/>
          <pc:sldMk cId="256606333" sldId="422"/>
        </pc:sldMkLst>
        <pc:spChg chg="mod">
          <ac:chgData name="elvio rodriguez" userId="1c1449da70e07349" providerId="LiveId" clId="{B6FBDA6B-F2A7-4BBE-A2C3-07D2143358BF}" dt="2026-10-18T00:08:44.957" v="7040" actId="20577"/>
          <ac:spMkLst>
            <pc:docMk/>
            <pc:sldMk cId="256606333" sldId="422"/>
            <ac:spMk id="6" creationId="{925936FC-94CF-4D52-C15C-95A03CB4590E}"/>
          </ac:spMkLst>
        </pc:spChg>
      </pc:sldChg>
      <pc:sldChg chg="addSp modSp add mod">
        <pc:chgData name="elvio rodriguez" userId="1c1449da70e07349" providerId="LiveId" clId="{B6FBDA6B-F2A7-4BBE-A2C3-07D2143358BF}" dt="2026-10-18T16:14:46.143" v="7496" actId="1076"/>
        <pc:sldMkLst>
          <pc:docMk/>
          <pc:sldMk cId="347946604" sldId="423"/>
        </pc:sldMkLst>
        <pc:spChg chg="add mod">
          <ac:chgData name="elvio rodriguez" userId="1c1449da70e07349" providerId="LiveId" clId="{B6FBDA6B-F2A7-4BBE-A2C3-07D2143358BF}" dt="2026-10-18T16:14:46.143" v="7496" actId="1076"/>
          <ac:spMkLst>
            <pc:docMk/>
            <pc:sldMk cId="347946604" sldId="423"/>
            <ac:spMk id="5" creationId="{98F41D46-9636-D1A9-3184-D733706DE755}"/>
          </ac:spMkLst>
        </pc:spChg>
      </pc:sldChg>
      <pc:sldChg chg="add">
        <pc:chgData name="elvio rodriguez" userId="1c1449da70e07349" providerId="LiveId" clId="{B6FBDA6B-F2A7-4BBE-A2C3-07D2143358BF}" dt="2026-10-18T00:00:23.437" v="7001"/>
        <pc:sldMkLst>
          <pc:docMk/>
          <pc:sldMk cId="3644155043" sldId="424"/>
        </pc:sldMkLst>
      </pc:sldChg>
      <pc:sldChg chg="addSp modSp add mod">
        <pc:chgData name="elvio rodriguez" userId="1c1449da70e07349" providerId="LiveId" clId="{B6FBDA6B-F2A7-4BBE-A2C3-07D2143358BF}" dt="2026-10-18T16:15:54.718" v="7526" actId="1036"/>
        <pc:sldMkLst>
          <pc:docMk/>
          <pc:sldMk cId="3893088857" sldId="425"/>
        </pc:sldMkLst>
        <pc:spChg chg="mod">
          <ac:chgData name="elvio rodriguez" userId="1c1449da70e07349" providerId="LiveId" clId="{B6FBDA6B-F2A7-4BBE-A2C3-07D2143358BF}" dt="2026-10-18T16:15:38.639" v="7515" actId="20577"/>
          <ac:spMkLst>
            <pc:docMk/>
            <pc:sldMk cId="3893088857" sldId="425"/>
            <ac:spMk id="2" creationId="{D25670C2-F6B7-56AE-BB96-5378F6A0ABFD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5" creationId="{7B1D80B9-5E31-B7DF-EB0D-7DAD5439A3CE}"/>
          </ac:spMkLst>
        </pc:spChg>
        <pc:spChg chg="add mod">
          <ac:chgData name="elvio rodriguez" userId="1c1449da70e07349" providerId="LiveId" clId="{B6FBDA6B-F2A7-4BBE-A2C3-07D2143358BF}" dt="2026-10-18T16:15:54.718" v="7526" actId="1036"/>
          <ac:spMkLst>
            <pc:docMk/>
            <pc:sldMk cId="3893088857" sldId="425"/>
            <ac:spMk id="8" creationId="{735E213B-5DF7-40C8-6119-E4229B4706CE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16" creationId="{A76C7145-45E2-1DFB-550B-7ACF84ED9CA5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18" creationId="{BF447CEC-371E-7F4C-8DA4-91AEF2F84D23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20" creationId="{AE76007C-BE17-240C-D54E-775258FEF82E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22" creationId="{F2780BF5-1B8D-EA6D-C39B-E47A14C8B62F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24" creationId="{7F5F196C-EDEC-8FE4-3579-E811B1117CBB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29" creationId="{F52B58B3-75C4-A2D0-3D9F-F18537BB0174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33" creationId="{159220AC-4203-BAD0-C087-86E9BAA42B01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34" creationId="{0E7ACE50-DD6C-CA8C-97A5-D712332EDBBA}"/>
          </ac:spMkLst>
        </pc:spChg>
        <pc:spChg chg="mod">
          <ac:chgData name="elvio rodriguez" userId="1c1449da70e07349" providerId="LiveId" clId="{B6FBDA6B-F2A7-4BBE-A2C3-07D2143358BF}" dt="2026-10-18T16:14:56.513" v="7506" actId="1036"/>
          <ac:spMkLst>
            <pc:docMk/>
            <pc:sldMk cId="3893088857" sldId="425"/>
            <ac:spMk id="37" creationId="{F1C19C61-48E3-EA05-BAA0-97C2E35BBEC2}"/>
          </ac:spMkLst>
        </pc:spChg>
        <pc:graphicFrameChg chg="add mod">
          <ac:chgData name="elvio rodriguez" userId="1c1449da70e07349" providerId="LiveId" clId="{B6FBDA6B-F2A7-4BBE-A2C3-07D2143358BF}" dt="2026-10-18T16:15:16.064" v="7508"/>
          <ac:graphicFrameMkLst>
            <pc:docMk/>
            <pc:sldMk cId="3893088857" sldId="425"/>
            <ac:graphicFrameMk id="3" creationId="{2AD2EDC0-AC21-02E1-22FD-9B563CCDA92C}"/>
          </ac:graphicFrameMkLst>
        </pc:graphicFrameChg>
      </pc:sldChg>
      <pc:sldChg chg="modSp add mod">
        <pc:chgData name="elvio rodriguez" userId="1c1449da70e07349" providerId="LiveId" clId="{B6FBDA6B-F2A7-4BBE-A2C3-07D2143358BF}" dt="2026-10-18T00:08:47.928" v="7041" actId="20577"/>
        <pc:sldMkLst>
          <pc:docMk/>
          <pc:sldMk cId="2258573020" sldId="426"/>
        </pc:sldMkLst>
        <pc:spChg chg="mod">
          <ac:chgData name="elvio rodriguez" userId="1c1449da70e07349" providerId="LiveId" clId="{B6FBDA6B-F2A7-4BBE-A2C3-07D2143358BF}" dt="2026-10-18T00:08:47.928" v="7041" actId="20577"/>
          <ac:spMkLst>
            <pc:docMk/>
            <pc:sldMk cId="2258573020" sldId="426"/>
            <ac:spMk id="6" creationId="{58EBB5F9-B096-F604-EB98-4DE4E228A1FD}"/>
          </ac:spMkLst>
        </pc:spChg>
      </pc:sldChg>
      <pc:sldChg chg="modSp add mod">
        <pc:chgData name="elvio rodriguez" userId="1c1449da70e07349" providerId="LiveId" clId="{B6FBDA6B-F2A7-4BBE-A2C3-07D2143358BF}" dt="2026-10-18T00:08:50.922" v="7042" actId="20577"/>
        <pc:sldMkLst>
          <pc:docMk/>
          <pc:sldMk cId="1152516588" sldId="427"/>
        </pc:sldMkLst>
        <pc:spChg chg="mod">
          <ac:chgData name="elvio rodriguez" userId="1c1449da70e07349" providerId="LiveId" clId="{B6FBDA6B-F2A7-4BBE-A2C3-07D2143358BF}" dt="2026-10-18T00:08:50.922" v="7042" actId="20577"/>
          <ac:spMkLst>
            <pc:docMk/>
            <pc:sldMk cId="1152516588" sldId="427"/>
            <ac:spMk id="6" creationId="{E084201C-5F4B-9C00-D245-70B5340B6AA8}"/>
          </ac:spMkLst>
        </pc:spChg>
      </pc:sldChg>
      <pc:sldChg chg="modSp add mod">
        <pc:chgData name="elvio rodriguez" userId="1c1449da70e07349" providerId="LiveId" clId="{B6FBDA6B-F2A7-4BBE-A2C3-07D2143358BF}" dt="2026-10-18T16:17:20.981" v="7558" actId="20577"/>
        <pc:sldMkLst>
          <pc:docMk/>
          <pc:sldMk cId="3586745633" sldId="428"/>
        </pc:sldMkLst>
        <pc:spChg chg="mod">
          <ac:chgData name="elvio rodriguez" userId="1c1449da70e07349" providerId="LiveId" clId="{B6FBDA6B-F2A7-4BBE-A2C3-07D2143358BF}" dt="2026-10-18T16:17:15.686" v="7555" actId="1037"/>
          <ac:spMkLst>
            <pc:docMk/>
            <pc:sldMk cId="3586745633" sldId="428"/>
            <ac:spMk id="3" creationId="{CFDCB2CF-315F-6234-B5C5-377BF81EDBC9}"/>
          </ac:spMkLst>
        </pc:spChg>
        <pc:spChg chg="mod">
          <ac:chgData name="elvio rodriguez" userId="1c1449da70e07349" providerId="LiveId" clId="{B6FBDA6B-F2A7-4BBE-A2C3-07D2143358BF}" dt="2026-10-18T16:17:15.686" v="7555" actId="1037"/>
          <ac:spMkLst>
            <pc:docMk/>
            <pc:sldMk cId="3586745633" sldId="428"/>
            <ac:spMk id="4" creationId="{8F506D2D-5FC2-9387-532C-81B737996616}"/>
          </ac:spMkLst>
        </pc:spChg>
        <pc:spChg chg="mod">
          <ac:chgData name="elvio rodriguez" userId="1c1449da70e07349" providerId="LiveId" clId="{B6FBDA6B-F2A7-4BBE-A2C3-07D2143358BF}" dt="2026-10-18T16:17:20.981" v="7558" actId="20577"/>
          <ac:spMkLst>
            <pc:docMk/>
            <pc:sldMk cId="3586745633" sldId="428"/>
            <ac:spMk id="28" creationId="{06F78229-6F30-B296-A2EE-5CB7A76F4B36}"/>
          </ac:spMkLst>
        </pc:spChg>
      </pc:sldChg>
      <pc:sldChg chg="addSp delSp modSp add mod addAnim delAnim modAnim">
        <pc:chgData name="elvio rodriguez" userId="1c1449da70e07349" providerId="LiveId" clId="{B6FBDA6B-F2A7-4BBE-A2C3-07D2143358BF}" dt="2026-10-18T00:32:49.270" v="7261" actId="1076"/>
        <pc:sldMkLst>
          <pc:docMk/>
          <pc:sldMk cId="3896021920" sldId="429"/>
        </pc:sldMkLst>
        <pc:spChg chg="add mod">
          <ac:chgData name="elvio rodriguez" userId="1c1449da70e07349" providerId="LiveId" clId="{B6FBDA6B-F2A7-4BBE-A2C3-07D2143358BF}" dt="2026-10-18T00:24:14.653" v="7154" actId="207"/>
          <ac:spMkLst>
            <pc:docMk/>
            <pc:sldMk cId="3896021920" sldId="429"/>
            <ac:spMk id="2" creationId="{6B81631C-511A-D856-A3F1-0F3F06920E4D}"/>
          </ac:spMkLst>
        </pc:spChg>
        <pc:spChg chg="mod">
          <ac:chgData name="elvio rodriguez" userId="1c1449da70e07349" providerId="LiveId" clId="{B6FBDA6B-F2A7-4BBE-A2C3-07D2143358BF}" dt="2026-10-18T00:31:43.552" v="7260" actId="20577"/>
          <ac:spMkLst>
            <pc:docMk/>
            <pc:sldMk cId="3896021920" sldId="429"/>
            <ac:spMk id="3" creationId="{23006E7D-E184-2614-32BE-66B9AD18E30B}"/>
          </ac:spMkLst>
        </pc:spChg>
        <pc:spChg chg="add mod">
          <ac:chgData name="elvio rodriguez" userId="1c1449da70e07349" providerId="LiveId" clId="{B6FBDA6B-F2A7-4BBE-A2C3-07D2143358BF}" dt="2026-10-18T00:24:39.131" v="7158" actId="20577"/>
          <ac:spMkLst>
            <pc:docMk/>
            <pc:sldMk cId="3896021920" sldId="429"/>
            <ac:spMk id="5" creationId="{FD1501D9-6B80-6B06-F428-88EDD35630AE}"/>
          </ac:spMkLst>
        </pc:spChg>
        <pc:spChg chg="add del mod">
          <ac:chgData name="elvio rodriguez" userId="1c1449da70e07349" providerId="LiveId" clId="{B6FBDA6B-F2A7-4BBE-A2C3-07D2143358BF}" dt="2026-10-18T00:25:07.330" v="7166" actId="478"/>
          <ac:spMkLst>
            <pc:docMk/>
            <pc:sldMk cId="3896021920" sldId="429"/>
            <ac:spMk id="6" creationId="{5A3A74F3-DEEB-C8AD-DDF8-2EF8A648BE2A}"/>
          </ac:spMkLst>
        </pc:spChg>
        <pc:spChg chg="add mod">
          <ac:chgData name="elvio rodriguez" userId="1c1449da70e07349" providerId="LiveId" clId="{B6FBDA6B-F2A7-4BBE-A2C3-07D2143358BF}" dt="2026-10-18T00:25:03.582" v="7165" actId="14100"/>
          <ac:spMkLst>
            <pc:docMk/>
            <pc:sldMk cId="3896021920" sldId="429"/>
            <ac:spMk id="7" creationId="{90872544-C6A3-8832-F8A2-BC79820D93B3}"/>
          </ac:spMkLst>
        </pc:spChg>
        <pc:spChg chg="add mod">
          <ac:chgData name="elvio rodriguez" userId="1c1449da70e07349" providerId="LiveId" clId="{B6FBDA6B-F2A7-4BBE-A2C3-07D2143358BF}" dt="2026-10-18T00:25:20.758" v="7170" actId="20577"/>
          <ac:spMkLst>
            <pc:docMk/>
            <pc:sldMk cId="3896021920" sldId="429"/>
            <ac:spMk id="9" creationId="{7DAB313C-FD7D-53F3-4E48-C645490AEBD2}"/>
          </ac:spMkLst>
        </pc:spChg>
        <pc:spChg chg="add mod">
          <ac:chgData name="elvio rodriguez" userId="1c1449da70e07349" providerId="LiveId" clId="{B6FBDA6B-F2A7-4BBE-A2C3-07D2143358BF}" dt="2026-10-18T00:26:41.521" v="7185" actId="14100"/>
          <ac:spMkLst>
            <pc:docMk/>
            <pc:sldMk cId="3896021920" sldId="429"/>
            <ac:spMk id="15" creationId="{DF0887D3-3776-EB47-5956-DEDC174B47FD}"/>
          </ac:spMkLst>
        </pc:spChg>
        <pc:spChg chg="add del mod">
          <ac:chgData name="elvio rodriguez" userId="1c1449da70e07349" providerId="LiveId" clId="{B6FBDA6B-F2A7-4BBE-A2C3-07D2143358BF}" dt="2026-10-18T00:26:35.143" v="7183" actId="478"/>
          <ac:spMkLst>
            <pc:docMk/>
            <pc:sldMk cId="3896021920" sldId="429"/>
            <ac:spMk id="17" creationId="{6AA097BE-EF02-EC49-A82A-3071DEF99311}"/>
          </ac:spMkLst>
        </pc:spChg>
        <pc:spChg chg="del">
          <ac:chgData name="elvio rodriguez" userId="1c1449da70e07349" providerId="LiveId" clId="{B6FBDA6B-F2A7-4BBE-A2C3-07D2143358BF}" dt="2026-10-18T00:22:24.601" v="7122" actId="478"/>
          <ac:spMkLst>
            <pc:docMk/>
            <pc:sldMk cId="3896021920" sldId="429"/>
            <ac:spMk id="22" creationId="{C68C4A15-2F54-5828-3A36-82A8277023A3}"/>
          </ac:spMkLst>
        </pc:spChg>
        <pc:spChg chg="del">
          <ac:chgData name="elvio rodriguez" userId="1c1449da70e07349" providerId="LiveId" clId="{B6FBDA6B-F2A7-4BBE-A2C3-07D2143358BF}" dt="2026-10-18T00:22:29.867" v="7124" actId="478"/>
          <ac:spMkLst>
            <pc:docMk/>
            <pc:sldMk cId="3896021920" sldId="429"/>
            <ac:spMk id="26" creationId="{D3737218-F05F-E0FA-8F9C-F0F5243FD717}"/>
          </ac:spMkLst>
        </pc:spChg>
        <pc:spChg chg="add del mod">
          <ac:chgData name="elvio rodriguez" userId="1c1449da70e07349" providerId="LiveId" clId="{B6FBDA6B-F2A7-4BBE-A2C3-07D2143358BF}" dt="2026-10-18T00:28:22.063" v="7204" actId="478"/>
          <ac:spMkLst>
            <pc:docMk/>
            <pc:sldMk cId="3896021920" sldId="429"/>
            <ac:spMk id="28" creationId="{0B72D893-AE33-5CEB-E3BB-6B816E5A2A54}"/>
          </ac:spMkLst>
        </pc:spChg>
        <pc:spChg chg="mod">
          <ac:chgData name="elvio rodriguez" userId="1c1449da70e07349" providerId="LiveId" clId="{B6FBDA6B-F2A7-4BBE-A2C3-07D2143358BF}" dt="2026-10-18T00:29:59.923" v="7218" actId="1076"/>
          <ac:spMkLst>
            <pc:docMk/>
            <pc:sldMk cId="3896021920" sldId="429"/>
            <ac:spMk id="29" creationId="{E0BFF75D-8E64-0BDC-E3E4-0D11DC0E3425}"/>
          </ac:spMkLst>
        </pc:spChg>
        <pc:spChg chg="del">
          <ac:chgData name="elvio rodriguez" userId="1c1449da70e07349" providerId="LiveId" clId="{B6FBDA6B-F2A7-4BBE-A2C3-07D2143358BF}" dt="2026-10-18T00:22:33.723" v="7128" actId="478"/>
          <ac:spMkLst>
            <pc:docMk/>
            <pc:sldMk cId="3896021920" sldId="429"/>
            <ac:spMk id="31" creationId="{A2F09F4B-3AC7-3472-04A1-DDD59000C1DD}"/>
          </ac:spMkLst>
        </pc:spChg>
        <pc:spChg chg="add del">
          <ac:chgData name="elvio rodriguez" userId="1c1449da70e07349" providerId="LiveId" clId="{B6FBDA6B-F2A7-4BBE-A2C3-07D2143358BF}" dt="2026-10-18T00:23:41.345" v="7147" actId="478"/>
          <ac:spMkLst>
            <pc:docMk/>
            <pc:sldMk cId="3896021920" sldId="429"/>
            <ac:spMk id="32" creationId="{722758B7-1C8D-7E5E-94A3-53FB2F0E11FF}"/>
          </ac:spMkLst>
        </pc:spChg>
        <pc:spChg chg="add mod">
          <ac:chgData name="elvio rodriguez" userId="1c1449da70e07349" providerId="LiveId" clId="{B6FBDA6B-F2A7-4BBE-A2C3-07D2143358BF}" dt="2026-10-18T00:26:42.344" v="7186" actId="20577"/>
          <ac:spMkLst>
            <pc:docMk/>
            <pc:sldMk cId="3896021920" sldId="429"/>
            <ac:spMk id="37" creationId="{4B927DF5-3BA4-5B94-6A59-569CBE5F95C4}"/>
          </ac:spMkLst>
        </pc:spChg>
        <pc:spChg chg="mod">
          <ac:chgData name="elvio rodriguez" userId="1c1449da70e07349" providerId="LiveId" clId="{B6FBDA6B-F2A7-4BBE-A2C3-07D2143358BF}" dt="2026-10-18T00:25:30.683" v="7172" actId="14100"/>
          <ac:spMkLst>
            <pc:docMk/>
            <pc:sldMk cId="3896021920" sldId="429"/>
            <ac:spMk id="39" creationId="{C3BBBBA3-AD96-798D-4A88-9BB17C24F300}"/>
          </ac:spMkLst>
        </pc:spChg>
        <pc:spChg chg="add mod">
          <ac:chgData name="elvio rodriguez" userId="1c1449da70e07349" providerId="LiveId" clId="{B6FBDA6B-F2A7-4BBE-A2C3-07D2143358BF}" dt="2026-10-18T00:29:27.773" v="7215" actId="1076"/>
          <ac:spMkLst>
            <pc:docMk/>
            <pc:sldMk cId="3896021920" sldId="429"/>
            <ac:spMk id="40" creationId="{3F736DB2-7C81-D960-9C57-3F0CF98457E2}"/>
          </ac:spMkLst>
        </pc:spChg>
        <pc:spChg chg="add mod">
          <ac:chgData name="elvio rodriguez" userId="1c1449da70e07349" providerId="LiveId" clId="{B6FBDA6B-F2A7-4BBE-A2C3-07D2143358BF}" dt="2026-10-18T00:29:21.413" v="7214" actId="6549"/>
          <ac:spMkLst>
            <pc:docMk/>
            <pc:sldMk cId="3896021920" sldId="429"/>
            <ac:spMk id="41" creationId="{17CBAFB0-D26B-888C-2684-BA336852A586}"/>
          </ac:spMkLst>
        </pc:spChg>
        <pc:spChg chg="del">
          <ac:chgData name="elvio rodriguez" userId="1c1449da70e07349" providerId="LiveId" clId="{B6FBDA6B-F2A7-4BBE-A2C3-07D2143358BF}" dt="2026-10-18T00:23:16.457" v="7139" actId="478"/>
          <ac:spMkLst>
            <pc:docMk/>
            <pc:sldMk cId="3896021920" sldId="429"/>
            <ac:spMk id="43" creationId="{6A746D47-0EA7-781B-4FE7-F517232B6135}"/>
          </ac:spMkLst>
        </pc:spChg>
        <pc:spChg chg="add del">
          <ac:chgData name="elvio rodriguez" userId="1c1449da70e07349" providerId="LiveId" clId="{B6FBDA6B-F2A7-4BBE-A2C3-07D2143358BF}" dt="2026-10-18T00:23:25.193" v="7144" actId="478"/>
          <ac:spMkLst>
            <pc:docMk/>
            <pc:sldMk cId="3896021920" sldId="429"/>
            <ac:spMk id="44" creationId="{666DFB55-9119-C2A1-DD12-01D953734732}"/>
          </ac:spMkLst>
        </pc:spChg>
        <pc:spChg chg="del">
          <ac:chgData name="elvio rodriguez" userId="1c1449da70e07349" providerId="LiveId" clId="{B6FBDA6B-F2A7-4BBE-A2C3-07D2143358BF}" dt="2026-10-18T00:23:11.026" v="7134" actId="478"/>
          <ac:spMkLst>
            <pc:docMk/>
            <pc:sldMk cId="3896021920" sldId="429"/>
            <ac:spMk id="46" creationId="{12D6A8B6-AF22-EC6C-BDD8-67FBA0FCF459}"/>
          </ac:spMkLst>
        </pc:spChg>
        <pc:spChg chg="del">
          <ac:chgData name="elvio rodriguez" userId="1c1449da70e07349" providerId="LiveId" clId="{B6FBDA6B-F2A7-4BBE-A2C3-07D2143358BF}" dt="2026-10-18T00:22:31.932" v="7126" actId="478"/>
          <ac:spMkLst>
            <pc:docMk/>
            <pc:sldMk cId="3896021920" sldId="429"/>
            <ac:spMk id="48" creationId="{2E1C060A-246C-7D94-D969-B606A78A51EF}"/>
          </ac:spMkLst>
        </pc:spChg>
        <pc:spChg chg="del mod">
          <ac:chgData name="elvio rodriguez" userId="1c1449da70e07349" providerId="LiveId" clId="{B6FBDA6B-F2A7-4BBE-A2C3-07D2143358BF}" dt="2026-10-18T00:24:49.088" v="7160" actId="478"/>
          <ac:spMkLst>
            <pc:docMk/>
            <pc:sldMk cId="3896021920" sldId="429"/>
            <ac:spMk id="49" creationId="{D80BEE0B-3D24-961A-2F7B-D7FEF29FF3DF}"/>
          </ac:spMkLst>
        </pc:spChg>
        <pc:spChg chg="add del mod">
          <ac:chgData name="elvio rodriguez" userId="1c1449da70e07349" providerId="LiveId" clId="{B6FBDA6B-F2A7-4BBE-A2C3-07D2143358BF}" dt="2026-10-18T00:28:36.231" v="7208"/>
          <ac:spMkLst>
            <pc:docMk/>
            <pc:sldMk cId="3896021920" sldId="429"/>
            <ac:spMk id="50" creationId="{175FD4C2-E00A-159E-B6A7-EC6D25E8EB06}"/>
          </ac:spMkLst>
        </pc:spChg>
        <pc:spChg chg="add mod">
          <ac:chgData name="elvio rodriguez" userId="1c1449da70e07349" providerId="LiveId" clId="{B6FBDA6B-F2A7-4BBE-A2C3-07D2143358BF}" dt="2026-10-18T00:30:10.439" v="7219" actId="1076"/>
          <ac:spMkLst>
            <pc:docMk/>
            <pc:sldMk cId="3896021920" sldId="429"/>
            <ac:spMk id="51" creationId="{016A1B9F-0900-E4A5-EFC7-786B6FA1E8CC}"/>
          </ac:spMkLst>
        </pc:spChg>
        <pc:spChg chg="add mod">
          <ac:chgData name="elvio rodriguez" userId="1c1449da70e07349" providerId="LiveId" clId="{B6FBDA6B-F2A7-4BBE-A2C3-07D2143358BF}" dt="2026-10-18T00:30:29.596" v="7228" actId="20577"/>
          <ac:spMkLst>
            <pc:docMk/>
            <pc:sldMk cId="3896021920" sldId="429"/>
            <ac:spMk id="52" creationId="{CC36ED82-CA17-700A-793C-3BEA3FF9FA4B}"/>
          </ac:spMkLst>
        </pc:spChg>
        <pc:spChg chg="del">
          <ac:chgData name="elvio rodriguez" userId="1c1449da70e07349" providerId="LiveId" clId="{B6FBDA6B-F2A7-4BBE-A2C3-07D2143358BF}" dt="2026-10-18T00:23:13.529" v="7137" actId="478"/>
          <ac:spMkLst>
            <pc:docMk/>
            <pc:sldMk cId="3896021920" sldId="429"/>
            <ac:spMk id="54" creationId="{388300FE-DFA0-65F2-6924-6035B66818A4}"/>
          </ac:spMkLst>
        </pc:spChg>
        <pc:spChg chg="add mod">
          <ac:chgData name="elvio rodriguez" userId="1c1449da70e07349" providerId="LiveId" clId="{B6FBDA6B-F2A7-4BBE-A2C3-07D2143358BF}" dt="2026-10-18T00:30:36.054" v="7229" actId="571"/>
          <ac:spMkLst>
            <pc:docMk/>
            <pc:sldMk cId="3896021920" sldId="429"/>
            <ac:spMk id="58" creationId="{E757B10F-EDA8-65E6-D686-507080A0197F}"/>
          </ac:spMkLst>
        </pc:spChg>
        <pc:spChg chg="add mod">
          <ac:chgData name="elvio rodriguez" userId="1c1449da70e07349" providerId="LiveId" clId="{B6FBDA6B-F2A7-4BBE-A2C3-07D2143358BF}" dt="2026-10-18T00:30:37.848" v="7230" actId="20577"/>
          <ac:spMkLst>
            <pc:docMk/>
            <pc:sldMk cId="3896021920" sldId="429"/>
            <ac:spMk id="59" creationId="{C726ABC1-5F57-1873-FCB0-32E544C0F0D7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0" creationId="{BC42AE55-4DD2-1D31-67C8-008BF9F9A220}"/>
          </ac:spMkLst>
        </pc:spChg>
        <pc:spChg chg="add mod">
          <ac:chgData name="elvio rodriguez" userId="1c1449da70e07349" providerId="LiveId" clId="{B6FBDA6B-F2A7-4BBE-A2C3-07D2143358BF}" dt="2026-10-18T00:30:44.440" v="7231" actId="571"/>
          <ac:spMkLst>
            <pc:docMk/>
            <pc:sldMk cId="3896021920" sldId="429"/>
            <ac:spMk id="61" creationId="{F2890143-454E-C89F-C332-C807B1529083}"/>
          </ac:spMkLst>
        </pc:spChg>
        <pc:spChg chg="add mod">
          <ac:chgData name="elvio rodriguez" userId="1c1449da70e07349" providerId="LiveId" clId="{B6FBDA6B-F2A7-4BBE-A2C3-07D2143358BF}" dt="2026-10-18T00:30:46.138" v="7232" actId="20577"/>
          <ac:spMkLst>
            <pc:docMk/>
            <pc:sldMk cId="3896021920" sldId="429"/>
            <ac:spMk id="62" creationId="{7D8EBEE8-0919-EF3F-888A-FF2331DD0DD6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3" creationId="{D8A21A5A-1D6A-528D-2DCB-849EFB6C6C9F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5" creationId="{B2F90191-F750-78D3-44F1-D35CA28A1691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6" creationId="{3CDECDAE-0F11-5B09-5EEF-2941BA9B8912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8" creationId="{0DC524A6-F26A-55E5-D3C1-58580FCD7614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69" creationId="{59030722-1318-E6AE-5A81-12C11254D3B1}"/>
          </ac:spMkLst>
        </pc:spChg>
        <pc:spChg chg="del">
          <ac:chgData name="elvio rodriguez" userId="1c1449da70e07349" providerId="LiveId" clId="{B6FBDA6B-F2A7-4BBE-A2C3-07D2143358BF}" dt="2026-10-18T00:22:21.103" v="7120" actId="478"/>
          <ac:spMkLst>
            <pc:docMk/>
            <pc:sldMk cId="3896021920" sldId="429"/>
            <ac:spMk id="75" creationId="{DCE16720-C6B1-1BEA-D01E-3CCDF4616786}"/>
          </ac:spMkLst>
        </pc:spChg>
        <pc:spChg chg="del">
          <ac:chgData name="elvio rodriguez" userId="1c1449da70e07349" providerId="LiveId" clId="{B6FBDA6B-F2A7-4BBE-A2C3-07D2143358BF}" dt="2026-10-18T00:22:28.706" v="7123" actId="478"/>
          <ac:spMkLst>
            <pc:docMk/>
            <pc:sldMk cId="3896021920" sldId="429"/>
            <ac:spMk id="76" creationId="{8806BB9D-40B5-9989-9AD7-A89B06F8C592}"/>
          </ac:spMkLst>
        </pc:spChg>
        <pc:spChg chg="del">
          <ac:chgData name="elvio rodriguez" userId="1c1449da70e07349" providerId="LiveId" clId="{B6FBDA6B-F2A7-4BBE-A2C3-07D2143358BF}" dt="2026-10-18T00:22:34.249" v="7129" actId="478"/>
          <ac:spMkLst>
            <pc:docMk/>
            <pc:sldMk cId="3896021920" sldId="429"/>
            <ac:spMk id="77" creationId="{DBE3288A-C3A5-990F-3D94-F50A564EE07C}"/>
          </ac:spMkLst>
        </pc:spChg>
        <pc:spChg chg="del">
          <ac:chgData name="elvio rodriguez" userId="1c1449da70e07349" providerId="LiveId" clId="{B6FBDA6B-F2A7-4BBE-A2C3-07D2143358BF}" dt="2026-10-18T00:22:30.916" v="7125" actId="478"/>
          <ac:spMkLst>
            <pc:docMk/>
            <pc:sldMk cId="3896021920" sldId="429"/>
            <ac:spMk id="78" creationId="{D77693DA-E54E-18CC-12EA-B376534D818B}"/>
          </ac:spMkLst>
        </pc:spChg>
        <pc:spChg chg="del">
          <ac:chgData name="elvio rodriguez" userId="1c1449da70e07349" providerId="LiveId" clId="{B6FBDA6B-F2A7-4BBE-A2C3-07D2143358BF}" dt="2026-10-18T00:23:11.937" v="7135" actId="478"/>
          <ac:spMkLst>
            <pc:docMk/>
            <pc:sldMk cId="3896021920" sldId="429"/>
            <ac:spMk id="79" creationId="{4E5B6AA8-BDEF-1CC5-735F-853F760D7D54}"/>
          </ac:spMkLst>
        </pc:spChg>
        <pc:spChg chg="del">
          <ac:chgData name="elvio rodriguez" userId="1c1449da70e07349" providerId="LiveId" clId="{B6FBDA6B-F2A7-4BBE-A2C3-07D2143358BF}" dt="2026-10-18T00:23:17.363" v="7140" actId="478"/>
          <ac:spMkLst>
            <pc:docMk/>
            <pc:sldMk cId="3896021920" sldId="429"/>
            <ac:spMk id="80" creationId="{0A97649D-8723-E466-208B-2C71F0C6225C}"/>
          </ac:spMkLst>
        </pc:spChg>
        <pc:spChg chg="del">
          <ac:chgData name="elvio rodriguez" userId="1c1449da70e07349" providerId="LiveId" clId="{B6FBDA6B-F2A7-4BBE-A2C3-07D2143358BF}" dt="2026-10-18T00:23:12.552" v="7136" actId="478"/>
          <ac:spMkLst>
            <pc:docMk/>
            <pc:sldMk cId="3896021920" sldId="429"/>
            <ac:spMk id="81" creationId="{7C279F7F-1378-5A1A-77C4-7E494F77F660}"/>
          </ac:spMkLst>
        </pc:spChg>
        <pc:spChg chg="del mod">
          <ac:chgData name="elvio rodriguez" userId="1c1449da70e07349" providerId="LiveId" clId="{B6FBDA6B-F2A7-4BBE-A2C3-07D2143358BF}" dt="2026-10-18T00:27:08.888" v="7189" actId="478"/>
          <ac:spMkLst>
            <pc:docMk/>
            <pc:sldMk cId="3896021920" sldId="429"/>
            <ac:spMk id="98" creationId="{9E478218-E701-7FF2-84D0-5025EDA300EA}"/>
          </ac:spMkLst>
        </pc:spChg>
        <pc:spChg chg="mod">
          <ac:chgData name="elvio rodriguez" userId="1c1449da70e07349" providerId="LiveId" clId="{B6FBDA6B-F2A7-4BBE-A2C3-07D2143358BF}" dt="2026-10-18T00:27:29.138" v="7191" actId="14100"/>
          <ac:spMkLst>
            <pc:docMk/>
            <pc:sldMk cId="3896021920" sldId="429"/>
            <ac:spMk id="99" creationId="{86CF9C17-02FE-C995-1DB5-A3A066CE1460}"/>
          </ac:spMkLst>
        </pc:spChg>
        <pc:spChg chg="mod">
          <ac:chgData name="elvio rodriguez" userId="1c1449da70e07349" providerId="LiveId" clId="{B6FBDA6B-F2A7-4BBE-A2C3-07D2143358BF}" dt="2026-10-18T00:28:30.717" v="7205" actId="207"/>
          <ac:spMkLst>
            <pc:docMk/>
            <pc:sldMk cId="3896021920" sldId="429"/>
            <ac:spMk id="102" creationId="{2B1EB1BC-7B75-9847-7BE0-934AFD275AE7}"/>
          </ac:spMkLst>
        </pc:spChg>
        <pc:spChg chg="del">
          <ac:chgData name="elvio rodriguez" userId="1c1449da70e07349" providerId="LiveId" clId="{B6FBDA6B-F2A7-4BBE-A2C3-07D2143358BF}" dt="2026-10-18T00:25:48.833" v="7175" actId="478"/>
          <ac:spMkLst>
            <pc:docMk/>
            <pc:sldMk cId="3896021920" sldId="429"/>
            <ac:spMk id="105" creationId="{2B62CD25-6305-E3B6-AFBA-C9B48B989EBC}"/>
          </ac:spMkLst>
        </pc:spChg>
        <pc:spChg chg="del">
          <ac:chgData name="elvio rodriguez" userId="1c1449da70e07349" providerId="LiveId" clId="{B6FBDA6B-F2A7-4BBE-A2C3-07D2143358BF}" dt="2026-10-18T00:25:45.316" v="7174" actId="478"/>
          <ac:spMkLst>
            <pc:docMk/>
            <pc:sldMk cId="3896021920" sldId="429"/>
            <ac:spMk id="107" creationId="{FD71CB0C-E0FA-3DBB-653F-5DAFFA4E77F3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109" creationId="{095F46FA-015D-E342-D656-7FD4153F44A2}"/>
          </ac:spMkLst>
        </pc:spChg>
        <pc:spChg chg="del">
          <ac:chgData name="elvio rodriguez" userId="1c1449da70e07349" providerId="LiveId" clId="{B6FBDA6B-F2A7-4BBE-A2C3-07D2143358BF}" dt="2026-10-18T00:25:41.297" v="7173" actId="478"/>
          <ac:spMkLst>
            <pc:docMk/>
            <pc:sldMk cId="3896021920" sldId="429"/>
            <ac:spMk id="110" creationId="{EA8202D2-7C88-3912-B866-E28D4D902D17}"/>
          </ac:spMkLst>
        </pc:spChg>
        <pc:spChg chg="del">
          <ac:chgData name="elvio rodriguez" userId="1c1449da70e07349" providerId="LiveId" clId="{B6FBDA6B-F2A7-4BBE-A2C3-07D2143358BF}" dt="2026-10-18T00:25:45.316" v="7174" actId="478"/>
          <ac:spMkLst>
            <pc:docMk/>
            <pc:sldMk cId="3896021920" sldId="429"/>
            <ac:spMk id="113" creationId="{556C2D74-0B30-4BE9-94C7-D781E85E8081}"/>
          </ac:spMkLst>
        </pc:spChg>
        <pc:spChg chg="mod">
          <ac:chgData name="elvio rodriguez" userId="1c1449da70e07349" providerId="LiveId" clId="{B6FBDA6B-F2A7-4BBE-A2C3-07D2143358BF}" dt="2026-10-18T00:26:59.012" v="7188" actId="12788"/>
          <ac:spMkLst>
            <pc:docMk/>
            <pc:sldMk cId="3896021920" sldId="429"/>
            <ac:spMk id="115" creationId="{FD5AA2DE-D520-1ACF-DE06-1E139BBF95EB}"/>
          </ac:spMkLst>
        </pc:spChg>
        <pc:spChg chg="del">
          <ac:chgData name="elvio rodriguez" userId="1c1449da70e07349" providerId="LiveId" clId="{B6FBDA6B-F2A7-4BBE-A2C3-07D2143358BF}" dt="2026-10-18T00:22:36.905" v="7131" actId="478"/>
          <ac:spMkLst>
            <pc:docMk/>
            <pc:sldMk cId="3896021920" sldId="429"/>
            <ac:spMk id="116" creationId="{363CB695-E0F0-2102-610E-08DF441ACF53}"/>
          </ac:spMkLst>
        </pc:spChg>
        <pc:spChg chg="mod">
          <ac:chgData name="elvio rodriguez" userId="1c1449da70e07349" providerId="LiveId" clId="{B6FBDA6B-F2A7-4BBE-A2C3-07D2143358BF}" dt="2026-10-18T00:32:49.270" v="7261" actId="1076"/>
          <ac:spMkLst>
            <pc:docMk/>
            <pc:sldMk cId="3896021920" sldId="429"/>
            <ac:spMk id="118" creationId="{C16EE676-A93F-FE67-B60A-FCDB36385F42}"/>
          </ac:spMkLst>
        </pc:spChg>
        <pc:spChg chg="del">
          <ac:chgData name="elvio rodriguez" userId="1c1449da70e07349" providerId="LiveId" clId="{B6FBDA6B-F2A7-4BBE-A2C3-07D2143358BF}" dt="2026-10-18T00:22:35.040" v="7130" actId="478"/>
          <ac:spMkLst>
            <pc:docMk/>
            <pc:sldMk cId="3896021920" sldId="429"/>
            <ac:spMk id="120" creationId="{3067E2E7-4BA1-BD6C-EB4A-CD906801F138}"/>
          </ac:spMkLst>
        </pc:spChg>
        <pc:cxnChg chg="add mod">
          <ac:chgData name="elvio rodriguez" userId="1c1449da70e07349" providerId="LiveId" clId="{B6FBDA6B-F2A7-4BBE-A2C3-07D2143358BF}" dt="2026-10-18T00:24:18.143" v="7155" actId="571"/>
          <ac:cxnSpMkLst>
            <pc:docMk/>
            <pc:sldMk cId="3896021920" sldId="429"/>
            <ac:cxnSpMk id="4" creationId="{41271D9C-24B5-83B4-92CF-E231FF705743}"/>
          </ac:cxnSpMkLst>
        </pc:cxnChg>
        <pc:cxnChg chg="add mod">
          <ac:chgData name="elvio rodriguez" userId="1c1449da70e07349" providerId="LiveId" clId="{B6FBDA6B-F2A7-4BBE-A2C3-07D2143358BF}" dt="2026-10-18T00:25:18.945" v="7169" actId="1076"/>
          <ac:cxnSpMkLst>
            <pc:docMk/>
            <pc:sldMk cId="3896021920" sldId="429"/>
            <ac:cxnSpMk id="8" creationId="{6AE165FC-08D8-3E64-ED54-13DFB30800E9}"/>
          </ac:cxnSpMkLst>
        </pc:cxnChg>
        <pc:cxnChg chg="add mod">
          <ac:chgData name="elvio rodriguez" userId="1c1449da70e07349" providerId="LiveId" clId="{B6FBDA6B-F2A7-4BBE-A2C3-07D2143358BF}" dt="2026-10-18T00:26:09.004" v="7177" actId="571"/>
          <ac:cxnSpMkLst>
            <pc:docMk/>
            <pc:sldMk cId="3896021920" sldId="429"/>
            <ac:cxnSpMk id="10" creationId="{8027679F-9AA5-DCD7-860F-4D1A75A01C16}"/>
          </ac:cxnSpMkLst>
        </pc:cxnChg>
        <pc:cxnChg chg="add mod">
          <ac:chgData name="elvio rodriguez" userId="1c1449da70e07349" providerId="LiveId" clId="{B6FBDA6B-F2A7-4BBE-A2C3-07D2143358BF}" dt="2026-10-18T00:26:09.004" v="7177" actId="571"/>
          <ac:cxnSpMkLst>
            <pc:docMk/>
            <pc:sldMk cId="3896021920" sldId="429"/>
            <ac:cxnSpMk id="12" creationId="{B380B3F1-92DB-7F20-1A7C-4758F53815A4}"/>
          </ac:cxnSpMkLst>
        </pc:cxnChg>
        <pc:cxnChg chg="add mod">
          <ac:chgData name="elvio rodriguez" userId="1c1449da70e07349" providerId="LiveId" clId="{B6FBDA6B-F2A7-4BBE-A2C3-07D2143358BF}" dt="2026-10-18T00:26:09.004" v="7177" actId="571"/>
          <ac:cxnSpMkLst>
            <pc:docMk/>
            <pc:sldMk cId="3896021920" sldId="429"/>
            <ac:cxnSpMk id="14" creationId="{702BA982-5201-0D7B-5C2D-8E0E2ABD8043}"/>
          </ac:cxnSpMkLst>
        </pc:cxnChg>
        <pc:cxnChg chg="del">
          <ac:chgData name="elvio rodriguez" userId="1c1449da70e07349" providerId="LiveId" clId="{B6FBDA6B-F2A7-4BBE-A2C3-07D2143358BF}" dt="2026-10-18T00:22:23.363" v="7121" actId="478"/>
          <ac:cxnSpMkLst>
            <pc:docMk/>
            <pc:sldMk cId="3896021920" sldId="429"/>
            <ac:cxnSpMk id="21" creationId="{F0D8C198-1E2F-283C-F3ED-001F7CE86ADF}"/>
          </ac:cxnSpMkLst>
        </pc:cxnChg>
        <pc:cxnChg chg="add del mod">
          <ac:chgData name="elvio rodriguez" userId="1c1449da70e07349" providerId="LiveId" clId="{B6FBDA6B-F2A7-4BBE-A2C3-07D2143358BF}" dt="2026-10-18T00:26:34.583" v="7182" actId="478"/>
          <ac:cxnSpMkLst>
            <pc:docMk/>
            <pc:sldMk cId="3896021920" sldId="429"/>
            <ac:cxnSpMk id="27" creationId="{962ECAD4-DCA0-3588-A4AE-01BC0B366B12}"/>
          </ac:cxnSpMkLst>
        </pc:cxnChg>
        <pc:cxnChg chg="del">
          <ac:chgData name="elvio rodriguez" userId="1c1449da70e07349" providerId="LiveId" clId="{B6FBDA6B-F2A7-4BBE-A2C3-07D2143358BF}" dt="2026-10-18T00:23:42.383" v="7148" actId="478"/>
          <ac:cxnSpMkLst>
            <pc:docMk/>
            <pc:sldMk cId="3896021920" sldId="429"/>
            <ac:cxnSpMk id="30" creationId="{B95E2937-239B-740D-EB76-AF4B249961F1}"/>
          </ac:cxnSpMkLst>
        </pc:cxnChg>
        <pc:cxnChg chg="add mod">
          <ac:chgData name="elvio rodriguez" userId="1c1449da70e07349" providerId="LiveId" clId="{B6FBDA6B-F2A7-4BBE-A2C3-07D2143358BF}" dt="2026-10-18T00:26:31.462" v="7181" actId="1076"/>
          <ac:cxnSpMkLst>
            <pc:docMk/>
            <pc:sldMk cId="3896021920" sldId="429"/>
            <ac:cxnSpMk id="35" creationId="{C6D4C867-8A1C-F234-2383-D8E0325AAD3A}"/>
          </ac:cxnSpMkLst>
        </pc:cxnChg>
        <pc:cxnChg chg="add mod">
          <ac:chgData name="elvio rodriguez" userId="1c1449da70e07349" providerId="LiveId" clId="{B6FBDA6B-F2A7-4BBE-A2C3-07D2143358BF}" dt="2026-10-18T00:27:40.495" v="7193" actId="571"/>
          <ac:cxnSpMkLst>
            <pc:docMk/>
            <pc:sldMk cId="3896021920" sldId="429"/>
            <ac:cxnSpMk id="38" creationId="{0AA22625-79C7-9C98-0DE3-EE0A9B5866DE}"/>
          </ac:cxnSpMkLst>
        </pc:cxnChg>
        <pc:cxnChg chg="del">
          <ac:chgData name="elvio rodriguez" userId="1c1449da70e07349" providerId="LiveId" clId="{B6FBDA6B-F2A7-4BBE-A2C3-07D2143358BF}" dt="2026-10-18T00:23:21.450" v="7143" actId="478"/>
          <ac:cxnSpMkLst>
            <pc:docMk/>
            <pc:sldMk cId="3896021920" sldId="429"/>
            <ac:cxnSpMk id="42" creationId="{C5E477B1-B416-68FC-FCCA-E68BB886C7DE}"/>
          </ac:cxnSpMkLst>
        </pc:cxnChg>
        <pc:cxnChg chg="del">
          <ac:chgData name="elvio rodriguez" userId="1c1449da70e07349" providerId="LiveId" clId="{B6FBDA6B-F2A7-4BBE-A2C3-07D2143358BF}" dt="2026-10-18T00:25:23.632" v="7171" actId="478"/>
          <ac:cxnSpMkLst>
            <pc:docMk/>
            <pc:sldMk cId="3896021920" sldId="429"/>
            <ac:cxnSpMk id="45" creationId="{3C0339CA-894D-95DA-DE1F-F46A32FC9903}"/>
          </ac:cxnSpMkLst>
        </pc:cxnChg>
        <pc:cxnChg chg="del">
          <ac:chgData name="elvio rodriguez" userId="1c1449da70e07349" providerId="LiveId" clId="{B6FBDA6B-F2A7-4BBE-A2C3-07D2143358BF}" dt="2026-10-18T00:22:32.720" v="7127" actId="478"/>
          <ac:cxnSpMkLst>
            <pc:docMk/>
            <pc:sldMk cId="3896021920" sldId="429"/>
            <ac:cxnSpMk id="47" creationId="{808A03D5-3B0C-0D32-81AE-1A6C289B17A4}"/>
          </ac:cxnSpMkLst>
        </pc:cxnChg>
        <pc:cxnChg chg="del">
          <ac:chgData name="elvio rodriguez" userId="1c1449da70e07349" providerId="LiveId" clId="{B6FBDA6B-F2A7-4BBE-A2C3-07D2143358BF}" dt="2026-10-18T00:23:15.825" v="7138" actId="478"/>
          <ac:cxnSpMkLst>
            <pc:docMk/>
            <pc:sldMk cId="3896021920" sldId="429"/>
            <ac:cxnSpMk id="53" creationId="{128A7D4B-8CAD-5C36-0661-845AFC90C27F}"/>
          </ac:cxnSpMkLst>
        </pc:cxnChg>
        <pc:cxnChg chg="del">
          <ac:chgData name="elvio rodriguez" userId="1c1449da70e07349" providerId="LiveId" clId="{B6FBDA6B-F2A7-4BBE-A2C3-07D2143358BF}" dt="2026-10-18T00:25:41.297" v="7173" actId="478"/>
          <ac:cxnSpMkLst>
            <pc:docMk/>
            <pc:sldMk cId="3896021920" sldId="429"/>
            <ac:cxnSpMk id="56" creationId="{F5B3E7D9-1F0F-DD80-B74E-BFA8B98ED913}"/>
          </ac:cxnSpMkLst>
        </pc:cxnChg>
        <pc:cxnChg chg="mod">
          <ac:chgData name="elvio rodriguez" userId="1c1449da70e07349" providerId="LiveId" clId="{B6FBDA6B-F2A7-4BBE-A2C3-07D2143358BF}" dt="2026-10-18T00:26:13.865" v="7178" actId="1076"/>
          <ac:cxnSpMkLst>
            <pc:docMk/>
            <pc:sldMk cId="3896021920" sldId="429"/>
            <ac:cxnSpMk id="94" creationId="{B7D10AF6-C7E7-928D-F103-B2A9CC5AD8EE}"/>
          </ac:cxnSpMkLst>
        </pc:cxnChg>
        <pc:cxnChg chg="mod">
          <ac:chgData name="elvio rodriguez" userId="1c1449da70e07349" providerId="LiveId" clId="{B6FBDA6B-F2A7-4BBE-A2C3-07D2143358BF}" dt="2026-10-18T00:26:13.865" v="7178" actId="1076"/>
          <ac:cxnSpMkLst>
            <pc:docMk/>
            <pc:sldMk cId="3896021920" sldId="429"/>
            <ac:cxnSpMk id="95" creationId="{D9A6982C-BA0E-17E8-EBB7-7547939832A4}"/>
          </ac:cxnSpMkLst>
        </pc:cxnChg>
        <pc:cxnChg chg="mod">
          <ac:chgData name="elvio rodriguez" userId="1c1449da70e07349" providerId="LiveId" clId="{B6FBDA6B-F2A7-4BBE-A2C3-07D2143358BF}" dt="2026-10-18T00:26:13.865" v="7178" actId="1076"/>
          <ac:cxnSpMkLst>
            <pc:docMk/>
            <pc:sldMk cId="3896021920" sldId="429"/>
            <ac:cxnSpMk id="96" creationId="{D91680CD-3E18-2EF6-8FEA-C059636F8EE9}"/>
          </ac:cxnSpMkLst>
        </pc:cxnChg>
        <pc:cxnChg chg="del">
          <ac:chgData name="elvio rodriguez" userId="1c1449da70e07349" providerId="LiveId" clId="{B6FBDA6B-F2A7-4BBE-A2C3-07D2143358BF}" dt="2026-10-18T00:25:45.316" v="7174" actId="478"/>
          <ac:cxnSpMkLst>
            <pc:docMk/>
            <pc:sldMk cId="3896021920" sldId="429"/>
            <ac:cxnSpMk id="103" creationId="{AEE6633F-17A7-D410-0DC2-C49212650D51}"/>
          </ac:cxnSpMkLst>
        </pc:cxnChg>
        <pc:cxnChg chg="del">
          <ac:chgData name="elvio rodriguez" userId="1c1449da70e07349" providerId="LiveId" clId="{B6FBDA6B-F2A7-4BBE-A2C3-07D2143358BF}" dt="2026-10-18T00:25:45.316" v="7174" actId="478"/>
          <ac:cxnSpMkLst>
            <pc:docMk/>
            <pc:sldMk cId="3896021920" sldId="429"/>
            <ac:cxnSpMk id="108" creationId="{491532F5-BAF6-2D66-8C7C-BBA57F44B628}"/>
          </ac:cxnSpMkLst>
        </pc:cxnChg>
        <pc:cxnChg chg="del">
          <ac:chgData name="elvio rodriguez" userId="1c1449da70e07349" providerId="LiveId" clId="{B6FBDA6B-F2A7-4BBE-A2C3-07D2143358BF}" dt="2026-10-18T00:25:41.297" v="7173" actId="478"/>
          <ac:cxnSpMkLst>
            <pc:docMk/>
            <pc:sldMk cId="3896021920" sldId="429"/>
            <ac:cxnSpMk id="112" creationId="{3DDBE128-FFB5-6E9D-C9F3-7B565044828F}"/>
          </ac:cxnSpMkLst>
        </pc:cxnChg>
        <pc:cxnChg chg="del">
          <ac:chgData name="elvio rodriguez" userId="1c1449da70e07349" providerId="LiveId" clId="{B6FBDA6B-F2A7-4BBE-A2C3-07D2143358BF}" dt="2026-10-18T00:25:45.316" v="7174" actId="478"/>
          <ac:cxnSpMkLst>
            <pc:docMk/>
            <pc:sldMk cId="3896021920" sldId="429"/>
            <ac:cxnSpMk id="114" creationId="{EAF0BA5A-E779-E8AE-FEFA-53D5FC779DCD}"/>
          </ac:cxnSpMkLst>
        </pc:cxnChg>
      </pc:sldChg>
      <pc:sldChg chg="addSp delSp modSp add mod delAnim modAnim">
        <pc:chgData name="elvio rodriguez" userId="1c1449da70e07349" providerId="LiveId" clId="{B6FBDA6B-F2A7-4BBE-A2C3-07D2143358BF}" dt="2026-10-18T00:42:29.208" v="7379" actId="20577"/>
        <pc:sldMkLst>
          <pc:docMk/>
          <pc:sldMk cId="2466677755" sldId="430"/>
        </pc:sldMkLst>
        <pc:spChg chg="mod">
          <ac:chgData name="elvio rodriguez" userId="1c1449da70e07349" providerId="LiveId" clId="{B6FBDA6B-F2A7-4BBE-A2C3-07D2143358BF}" dt="2026-10-18T00:40:43.282" v="7286" actId="14100"/>
          <ac:spMkLst>
            <pc:docMk/>
            <pc:sldMk cId="2466677755" sldId="430"/>
            <ac:spMk id="2" creationId="{A10553E4-8329-F46E-38FD-C8498A041FB2}"/>
          </ac:spMkLst>
        </pc:spChg>
        <pc:spChg chg="mod">
          <ac:chgData name="elvio rodriguez" userId="1c1449da70e07349" providerId="LiveId" clId="{B6FBDA6B-F2A7-4BBE-A2C3-07D2143358BF}" dt="2026-10-18T00:42:29.208" v="7379" actId="20577"/>
          <ac:spMkLst>
            <pc:docMk/>
            <pc:sldMk cId="2466677755" sldId="430"/>
            <ac:spMk id="3" creationId="{EE1265BC-D843-AC8E-194E-FA33EC9C7830}"/>
          </ac:spMkLst>
        </pc:spChg>
        <pc:spChg chg="mod">
          <ac:chgData name="elvio rodriguez" userId="1c1449da70e07349" providerId="LiveId" clId="{B6FBDA6B-F2A7-4BBE-A2C3-07D2143358BF}" dt="2026-10-18T00:40:56.078" v="7291" actId="20577"/>
          <ac:spMkLst>
            <pc:docMk/>
            <pc:sldMk cId="2466677755" sldId="430"/>
            <ac:spMk id="5" creationId="{60045015-1CE2-C74B-C8C6-793A3FF6661B}"/>
          </ac:spMkLst>
        </pc:spChg>
        <pc:spChg chg="add mod">
          <ac:chgData name="elvio rodriguez" userId="1c1449da70e07349" providerId="LiveId" clId="{B6FBDA6B-F2A7-4BBE-A2C3-07D2143358BF}" dt="2026-10-18T00:41:09.068" v="7295" actId="14100"/>
          <ac:spMkLst>
            <pc:docMk/>
            <pc:sldMk cId="2466677755" sldId="430"/>
            <ac:spMk id="6" creationId="{BB82CB50-5654-A83F-6DA0-C4BEDD4AD855}"/>
          </ac:spMkLst>
        </pc:spChg>
        <pc:spChg chg="del mod">
          <ac:chgData name="elvio rodriguez" userId="1c1449da70e07349" providerId="LiveId" clId="{B6FBDA6B-F2A7-4BBE-A2C3-07D2143358BF}" dt="2026-10-18T00:41:06.260" v="7294" actId="478"/>
          <ac:spMkLst>
            <pc:docMk/>
            <pc:sldMk cId="2466677755" sldId="430"/>
            <ac:spMk id="7" creationId="{E849404B-D989-175C-A09E-C974FAF209D6}"/>
          </ac:spMkLst>
        </pc:spChg>
        <pc:spChg chg="mod">
          <ac:chgData name="elvio rodriguez" userId="1c1449da70e07349" providerId="LiveId" clId="{B6FBDA6B-F2A7-4BBE-A2C3-07D2143358BF}" dt="2026-10-18T00:41:20.700" v="7302" actId="20577"/>
          <ac:spMkLst>
            <pc:docMk/>
            <pc:sldMk cId="2466677755" sldId="430"/>
            <ac:spMk id="9" creationId="{DC77599A-165E-181B-2675-0DCEC6B6EE49}"/>
          </ac:spMkLst>
        </pc:spChg>
        <pc:spChg chg="mod">
          <ac:chgData name="elvio rodriguez" userId="1c1449da70e07349" providerId="LiveId" clId="{B6FBDA6B-F2A7-4BBE-A2C3-07D2143358BF}" dt="2026-10-18T00:41:39.246" v="7307" actId="14100"/>
          <ac:spMkLst>
            <pc:docMk/>
            <pc:sldMk cId="2466677755" sldId="430"/>
            <ac:spMk id="15" creationId="{C9B460BD-8C14-73BF-D777-AA64975BD091}"/>
          </ac:spMkLst>
        </pc:spChg>
        <pc:spChg chg="mod">
          <ac:chgData name="elvio rodriguez" userId="1c1449da70e07349" providerId="LiveId" clId="{B6FBDA6B-F2A7-4BBE-A2C3-07D2143358BF}" dt="2026-10-18T00:41:33.164" v="7305" actId="14100"/>
          <ac:spMkLst>
            <pc:docMk/>
            <pc:sldMk cId="2466677755" sldId="430"/>
            <ac:spMk id="28" creationId="{61E2A995-B5FD-8BDA-BAD6-45819168F5B9}"/>
          </ac:spMkLst>
        </pc:spChg>
        <pc:spChg chg="mod">
          <ac:chgData name="elvio rodriguez" userId="1c1449da70e07349" providerId="LiveId" clId="{B6FBDA6B-F2A7-4BBE-A2C3-07D2143358BF}" dt="2026-10-18T00:40:49.849" v="7288" actId="14100"/>
          <ac:spMkLst>
            <pc:docMk/>
            <pc:sldMk cId="2466677755" sldId="430"/>
            <ac:spMk id="29" creationId="{9C3C7C5B-9990-5500-3580-BCCCD47D4D9B}"/>
          </ac:spMkLst>
        </pc:spChg>
        <pc:spChg chg="mod">
          <ac:chgData name="elvio rodriguez" userId="1c1449da70e07349" providerId="LiveId" clId="{B6FBDA6B-F2A7-4BBE-A2C3-07D2143358BF}" dt="2026-10-18T00:41:43.022" v="7310" actId="20577"/>
          <ac:spMkLst>
            <pc:docMk/>
            <pc:sldMk cId="2466677755" sldId="430"/>
            <ac:spMk id="37" creationId="{9D27DBAD-BFDC-FDDC-1D38-D9AD69EC34D3}"/>
          </ac:spMkLst>
        </pc:spChg>
        <pc:spChg chg="mod">
          <ac:chgData name="elvio rodriguez" userId="1c1449da70e07349" providerId="LiveId" clId="{B6FBDA6B-F2A7-4BBE-A2C3-07D2143358BF}" dt="2026-10-18T00:41:16.953" v="7299" actId="1076"/>
          <ac:spMkLst>
            <pc:docMk/>
            <pc:sldMk cId="2466677755" sldId="430"/>
            <ac:spMk id="39" creationId="{39202C64-8627-8F29-99D4-BE02C6097E32}"/>
          </ac:spMkLst>
        </pc:spChg>
        <pc:spChg chg="mod">
          <ac:chgData name="elvio rodriguez" userId="1c1449da70e07349" providerId="LiveId" clId="{B6FBDA6B-F2A7-4BBE-A2C3-07D2143358BF}" dt="2026-10-18T00:40:30.572" v="7281" actId="20577"/>
          <ac:spMkLst>
            <pc:docMk/>
            <pc:sldMk cId="2466677755" sldId="430"/>
            <ac:spMk id="52" creationId="{F88074FB-C2E6-C7A6-2FB8-7357455D8703}"/>
          </ac:spMkLst>
        </pc:spChg>
        <pc:spChg chg="mod">
          <ac:chgData name="elvio rodriguez" userId="1c1449da70e07349" providerId="LiveId" clId="{B6FBDA6B-F2A7-4BBE-A2C3-07D2143358BF}" dt="2026-10-18T00:40:33.283" v="7283" actId="20577"/>
          <ac:spMkLst>
            <pc:docMk/>
            <pc:sldMk cId="2466677755" sldId="430"/>
            <ac:spMk id="59" creationId="{8C65F732-A06A-EADE-4099-B87FEE9C00F9}"/>
          </ac:spMkLst>
        </pc:spChg>
        <pc:spChg chg="mod">
          <ac:chgData name="elvio rodriguez" userId="1c1449da70e07349" providerId="LiveId" clId="{B6FBDA6B-F2A7-4BBE-A2C3-07D2143358BF}" dt="2026-10-18T00:40:35.996" v="7285" actId="20577"/>
          <ac:spMkLst>
            <pc:docMk/>
            <pc:sldMk cId="2466677755" sldId="430"/>
            <ac:spMk id="62" creationId="{A409D8DB-E135-CB66-BAA5-127961DABC4D}"/>
          </ac:spMkLst>
        </pc:spChg>
        <pc:cxnChg chg="mod">
          <ac:chgData name="elvio rodriguez" userId="1c1449da70e07349" providerId="LiveId" clId="{B6FBDA6B-F2A7-4BBE-A2C3-07D2143358BF}" dt="2026-10-18T00:40:47.761" v="7287" actId="1076"/>
          <ac:cxnSpMkLst>
            <pc:docMk/>
            <pc:sldMk cId="2466677755" sldId="430"/>
            <ac:cxnSpMk id="4" creationId="{A75C7EA5-2034-7836-8C5A-42C1DCA1F556}"/>
          </ac:cxnSpMkLst>
        </pc:cxnChg>
        <pc:cxnChg chg="mod">
          <ac:chgData name="elvio rodriguez" userId="1c1449da70e07349" providerId="LiveId" clId="{B6FBDA6B-F2A7-4BBE-A2C3-07D2143358BF}" dt="2026-10-18T00:41:12.359" v="7296" actId="1076"/>
          <ac:cxnSpMkLst>
            <pc:docMk/>
            <pc:sldMk cId="2466677755" sldId="430"/>
            <ac:cxnSpMk id="8" creationId="{ECFEA2DB-1C14-91A6-FA38-8559FB698D8E}"/>
          </ac:cxnSpMkLst>
        </pc:cxnChg>
        <pc:cxnChg chg="mod">
          <ac:chgData name="elvio rodriguez" userId="1c1449da70e07349" providerId="LiveId" clId="{B6FBDA6B-F2A7-4BBE-A2C3-07D2143358BF}" dt="2026-10-18T00:41:36.262" v="7306" actId="1076"/>
          <ac:cxnSpMkLst>
            <pc:docMk/>
            <pc:sldMk cId="2466677755" sldId="430"/>
            <ac:cxnSpMk id="35" creationId="{0EAA0367-0BF1-6B4A-7711-9D607DF84A14}"/>
          </ac:cxnSpMkLst>
        </pc:cxnChg>
      </pc:sldChg>
      <pc:sldChg chg="new del">
        <pc:chgData name="elvio rodriguez" userId="1c1449da70e07349" providerId="LiveId" clId="{B6FBDA6B-F2A7-4BBE-A2C3-07D2143358BF}" dt="2026-10-18T16:23:25.945" v="7608" actId="47"/>
        <pc:sldMkLst>
          <pc:docMk/>
          <pc:sldMk cId="3180523969" sldId="4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355C-54D6-4C49-B78A-44822723645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6A9DB-A906-4A5F-9D07-23A1981E2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3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84B4-6130-4986-0253-37812C0B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FB5B5-878B-951F-4654-1C5F56F4E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CEA4D-8088-85F2-73A7-15FD1BC4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832E3-325B-9DC7-D878-AC0AE5918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7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97ED-7238-4315-6AFC-52F14662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75E35-D5A4-FB61-886C-0F42AC4BA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5F8A3-FD10-D76D-5390-A9EADAB54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08EC4-5577-8490-B9B6-659E483A6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80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B7DA0-ABFA-A0A7-2EBB-13B15871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4C479-B592-9D4B-A85B-3A2B68CE9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9A427-D7C5-2197-201D-AF7DB1F95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6FD7E-5335-59C2-F989-62C516EC5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94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E9C8-6EF7-9E13-9BD1-02311D38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B50BF-B303-3EE2-B6D3-321002CBB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6BFCD-E5A2-E0E0-CD72-31EE27F87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25902-3341-3A61-1B99-B5DE5DC93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76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774E-2DAF-0B80-FA3D-6DF1421F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944E9-977A-513B-82F2-F9A84D6C5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C6C9A-99FB-5727-979F-6F307458D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86EB-9641-79C0-29FB-5A9489B37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69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BE6E-0539-5FD7-4E1A-65C556EA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5202B-1232-D2EA-7ACB-275F69C1C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3DF88-2B94-2D9E-5070-C4DB0FC7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B83B1-70FD-234C-B165-2C1990F4D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17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F1B1-993B-2806-1E0B-B88F5B12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BAF16-F10B-7B3B-B499-113D72DC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33E30-70FF-695B-6F51-F01F9A611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0A0D6-0EC3-5F3C-F483-483AB25E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29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8DCD-3D0E-C1B3-8239-B0961FEA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50C53-D26D-F8FC-F7F9-CB8701475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B7BA0-7027-F42A-7C3A-2B679B0D3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BDDD2-7F98-A8FA-898F-596C5817D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21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77CA-F8FD-3D8C-ED01-9E8A56B1B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53818-CBB1-DBCD-157E-340E79963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D71F-19AC-4939-466C-47CA37F04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2752D-FEEF-706B-F0F7-E962CF675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75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3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00F4-D7E5-C6D1-091C-05B38D89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7BD53-7442-21C3-24A6-5F17B3B5D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7423E-AC4F-CCF4-1188-E5302117D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95D07-B7D9-76E9-6A1C-117411408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41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38A9-445A-6AA4-972A-C63DF59E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63769-D65B-ECD0-B742-B64D15D0A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820F5-7CFB-34CE-E8A5-D60A5739C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79333-9110-504B-97CB-9BB1D1DF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95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D298-C826-99E8-3B9D-E8EBED973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CEC98-F21E-B889-4887-E1AB34DF5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FFF5C-F224-B11B-4064-BBEBF3198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9C42-E860-1875-3CD1-D1C91C34A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0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7B61-F0FC-F4FE-200F-5BD8C5B9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07EE5-EC0C-7612-EB3D-93369298B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6C2D-E582-7745-9CAA-A2384C10D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72AC-188D-97F3-5269-67A5A908A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2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D485-DF66-9516-BC3F-AB097C7A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C67A5-A23A-3782-6AD5-692C3FEEB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9EE36-EB86-09B1-D366-DD35FFDC5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BF560-552E-3640-D54D-0FA627C6A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2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F0B9-3446-0453-CB7B-5F6A8B21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7EF63-8B50-C52B-2921-4C6920837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56B5D-1BC3-C249-FC4B-1034AE756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8A76F-6B73-CACA-5054-FC10FE346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65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530E1-5CC1-0FBB-88FD-BEF46658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DA727-02F2-1576-7558-3356D6DFF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B6A2C-0FA7-F110-B3F4-CC1647543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86EF8-8267-7FF3-D8C9-7ABD246FC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96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9435D-82A5-BB23-D41A-AEC7F613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ACC80-E7A0-A1D2-ED2A-5668D8AA2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5323A-40A5-E427-18F9-8413FCB7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294A3-8528-EC09-FCCE-FD2AF0C58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38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B31EE-AFC3-E356-EB18-5594DB02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C83EB-161A-A281-9E25-DBE80F8CE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96E57-88F7-3E25-568B-9A8F46D2E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38019-31E7-EEB4-02ED-92600F76E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84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2611-4D91-DC96-DF19-119224C1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4292D-EB74-C461-B19F-33F0BD019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B230B-705C-1676-608A-740C9249C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AA3D4-B7B9-7E41-E20C-9D6254A9E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798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86B7-EC05-2847-EABC-1C8F4ED9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04F89-3789-BBC9-6744-F2EFF4BF2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FAACA-08F5-030D-EDD0-97569638D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27CC4-5598-BC51-7334-C46AE3ACE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02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AB02-C491-820E-876D-844EE32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A0CB-16FA-4388-16C0-F4F6CE43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2F20B-4871-6BB1-B9C2-2D094F5AF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61EDA-AA73-4726-141A-ED488FD0F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76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48F2-0BA0-0D7C-98CB-0485FB20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391B3-524D-762E-28C4-4D3AB52D7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49DA0-9C0C-4F96-D3B1-99F826C4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5DACD-56C2-AFEF-6AE0-05AA5C597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609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537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122B-57FE-2203-CF07-37848AE9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3AE87-37FC-5675-4292-F2EB88F08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25152-1E66-0522-4EA5-2B7013CB8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2C6AA-3B8B-1A20-174A-41A19757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66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2B4F-5188-FC8D-4718-5381144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A4F49-CA18-E339-1BCD-721D7747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9B90B-9927-B99A-F206-E6CD90C7C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64CD-F1C9-9C5B-6F3B-883A61091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92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57834-36C7-ACAC-1F9E-5BB5727F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3B385-2D59-720D-F172-D8514DA9B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C43E1-83B6-F4FF-7ED6-C6FD992C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0609-43BD-FB89-9132-B7565582B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310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A961-0DDB-A856-D248-5E8481A5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56014-6314-B47A-F1E3-33308F5FB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2F19D-3436-F1F9-95E9-F12B2D839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C4583-6EAD-8C8D-04C3-05BDC84C8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10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5AB0-F63E-83CA-D221-CA99F237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0186B-6E3D-ABAC-6696-08F7B4580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292DC-AA8A-F58E-9E2F-1DD565245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C0022-0B58-D8C2-1080-79178757E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193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30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723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330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B00A-64CE-0CCF-D249-25945B96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EF88E-06D0-3562-8597-885D8A3DB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0F909-881D-E6B8-4202-74DB93F7A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1C4D-9730-0447-973C-9E5A667DA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018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606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479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E866-6ADA-7CE1-C23C-75B1A83C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16470-4615-A383-FDCA-EBE76DC2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750BF-0A64-B9FE-FE03-A4C31F3A9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304A0-50A5-99C3-64FF-1586AD4F7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47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7EC6-9963-3CCF-11D6-46ACB60A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2D739-2FA6-FD85-58F2-28CA88061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8B7C1-077D-944A-3460-566BAFF21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2F8F-35A1-2CCA-80A4-69D9A41DC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211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2C9C-2DAB-E817-F1BB-F710F8F4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6E017-B459-F5E1-1C2B-D8F3E8C1D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4D09A-22F8-8351-E62D-743E0F58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A36AA-63AC-13F2-B60E-9EECE5070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09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6220-6933-DF5E-5430-4A17682A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32374-C2F4-5505-4BE2-5BD898255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C2D78-A4EF-A3E3-F3E8-545DD15DC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FE63-2390-626A-91CD-FF44D42F4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21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E220-46C2-F064-4173-1ED665E1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7F492-B5E1-8F63-C94C-EA5338942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61709-C37E-8C3E-09B7-DFAACD189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953FA-C74E-EA59-07A3-17E0DB6D4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114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AF47-E41A-4050-F082-2E10A327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8ABBF-58DF-2B1E-333A-066FCA7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AA00-8A74-1725-6864-170795E7C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5E27-74FB-F8F1-8A61-7195C199F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772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D9615-37DD-01CA-5882-634AB3172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D89BE-8F3C-A6C0-5458-AF1ED055A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797E5-9810-A30D-D299-B9CF7E1A4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A7B5E-6F9A-C6A0-1EF9-A191B2A8C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256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137C-9BCA-19FA-F863-296DD2C7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D1D05-8905-50C7-76FC-770118BC7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E66EE-FDAA-BD5D-3CF7-802112C2E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1C142-4760-37B4-6AF6-F2D6EB4A8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472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108F-812D-6DBE-83D3-97FD193C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FE1C0-BD61-8B02-9B41-ABB6CBCFF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65CC4-31FA-4099-38E3-9C42063FA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EF420-F765-B138-78CF-1A1B251FD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209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0C37-F18E-CAA9-95DF-921E0B60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F08C7-609B-3BB8-10BF-564B451B8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2211E-B262-AD1E-787A-CFAA4B8F1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0ABB-AB57-851C-AE18-B0800123A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053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F4DBF-B7AA-2674-2728-696BE476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F111E-258E-937A-D036-3C52BEDCA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C615C-802E-D164-45DD-2BE2D3E2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7837-767A-3FDE-7AC7-0A912B504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26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B042-F273-8BED-A933-14F1836F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51187-2707-4824-E598-C2C336EF6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0F2B-6E43-5CB3-C5F0-E4AB1743D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67B12-E9DC-5BCC-1D4C-43C4F99D9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501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953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2032-5715-7E30-535A-5BF86519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C4090-F883-033C-BFC8-693DE3F6A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506D5-4DE0-C6D9-F124-62DF72122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8B482-FD51-2A67-90D1-7FCD08D34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6888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C343-39FF-FE7E-5528-F14217C1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88C75-C2C3-5FFE-425A-201FD0BC7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42C6F-C77D-7317-3386-3B5414051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9ACCE-C621-1E25-B7BC-60AF4856D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931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72992-D700-8621-2BB9-C2B7E560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5209B-FBBB-295F-847F-E2A18144E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061BD-AE40-7EA4-C0DC-0BFDE7440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B1206-9D9C-6D63-DAEA-830889F95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097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330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C4FE-CE1F-43D0-057F-36A48F80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2DE5C-86C8-85AE-10CB-FA1CFDA30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076-FC89-1B32-BF7B-76C81424D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2BC6E-0CE9-50BD-CD4F-CC106B906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6A9DB-A906-4A5F-9D07-23A1981E215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3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EFC3-82B7-EDF9-AE44-96586D28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7A5E8-BC38-1637-5220-89329E9A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F6BE-B3F0-638F-00F1-9491A670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08B1-6EF7-596F-BB1B-AE164AAE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75F6-B34A-D7D3-5ACE-214D5273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EE6B-FC93-B810-0D2D-1122DE2C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50B7-9ADD-C7E0-9AC7-1B901828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0A6D-4420-B73D-0976-60C57EB7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704EB-0DF4-55A4-6E07-9E26EA68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FB3B3-39FA-73FA-4604-557A1082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9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5937-6AE9-6CAA-14A0-3CEB6E770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FCF4-AE04-405B-12EA-E2DCA6027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39295-7101-87AD-394A-1DE7A540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BFDBC-1EEF-CA46-AD76-39B6897D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0A449-F467-B545-F800-6910F12E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73F8-2CC9-640E-362E-481F631C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1299-DBC7-EEC8-80EF-FE7D04CA5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2A36E-ADDB-9B14-0198-B09A77B86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C77BE-FA08-9837-F950-78599B48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CA21D-295D-899D-8691-44E80567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E3C52-51EF-18D2-322C-5DF77AB9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4386-A36D-75A8-5783-8395E30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E6F01-1A0F-C1B0-E31F-5CE1AE364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0CBC1-020F-2596-0A1D-A2927D68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3D4C7-0E0C-FF0C-54C0-067153224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EF9D2-B3D4-AB87-CA52-3F1D5A9EB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1F415-7782-B146-F3E4-CBCF7821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3463E-069A-A136-AF9F-148BBA11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6FAE91-7ADE-0151-ED76-3E33F5FC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1534-9911-330D-802B-B41DD391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6A0565-9A10-A263-5B05-292C5B5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08385-BCE8-C724-4191-B2412BA1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03F6E-BB31-4EFE-653F-B1C2E51E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EC7A0-6717-F838-5D8E-D30A3AE8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449F4-EEF0-21C9-D584-FB2D5F4F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5D46-983A-BCED-F7D4-9FF567CE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90B9-997C-26E1-53F8-3F54F1EF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187D-C7DB-3C14-F059-11A489BA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6DC29-A5DC-24AF-26AE-DA173C05A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67BD0-FFD3-61A7-DA7F-228E34D9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F25E5-9DFA-FAF8-BA06-FA2F70CE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EE00A-8889-481F-9088-78BB7F8D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7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A1FB-5E66-DA73-FA2C-562A55AB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12696-9548-7B3E-8EAF-E1A29347A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F4A7C-1C60-BA0B-408D-3BEEC025B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FFB0-291D-7CBC-4417-3DDD452A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3C83-03C2-7A4D-F3EF-98273207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C3DC1-8698-F46E-3646-AD6BD851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5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249F-B117-B04A-F631-D3B7545D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E38E5-8579-457F-BF44-AF4398FE9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71DD-FDE5-7788-EBD5-9FB5DDF7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28F1-DAF1-B278-8DDA-F3E597C4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1A8C-8814-DA09-0950-8EF91F57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8ED6F-0E26-42BC-097F-F426BB71D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D69DA-9CDD-A7C1-6627-C5430D9A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7E22-F3D0-455E-22EB-A696542A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8322-C77B-24E1-A0A6-0291ABB8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503A-E9AC-39B8-511C-20FADD7B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CF95DD-929C-983B-F454-121D755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0974-B2D5-99AD-A43A-090E76AD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F557-3BB3-0273-B3E0-193D7DC18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27127-3CDE-4F86-8264-5FF64F81A2C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5949-5D63-35F6-BBC3-2E3F828E7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46F2-7469-1375-327D-B399DE35E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6BE6-797D-4738-878E-CB974985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64.png"/><Relationship Id="rId4" Type="http://schemas.openxmlformats.org/officeDocument/2006/relationships/image" Target="../media/image43.png"/><Relationship Id="rId9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66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8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C2DE-EB91-F02D-A14F-2F49D38F3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noProof="0"/>
              <a:t>Python e IA para la Investigación en Ciencias Biológicas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F6BE7-D746-5EFF-0EC6-0EEC77FF8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noProof="0" dirty="0"/>
              <a:t>Curso Fundación Williams – IBR</a:t>
            </a:r>
          </a:p>
          <a:p>
            <a:r>
              <a:rPr lang="es-ES" dirty="0"/>
              <a:t>Dr. Esp. Elvio Rodríguez Araya</a:t>
            </a:r>
          </a:p>
          <a:p>
            <a:endParaRPr lang="es-ES" noProof="0" dirty="0"/>
          </a:p>
          <a:p>
            <a:r>
              <a:rPr lang="es-ES" dirty="0"/>
              <a:t>2026</a:t>
            </a:r>
            <a:endParaRPr lang="es-ES" noProof="0" dirty="0"/>
          </a:p>
          <a:p>
            <a:endParaRPr lang="es-ES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F42136-630C-904C-C2CA-FDDBE4AC9AF9}"/>
              </a:ext>
            </a:extLst>
          </p:cNvPr>
          <p:cNvSpPr txBox="1">
            <a:spLocks/>
          </p:cNvSpPr>
          <p:nvPr/>
        </p:nvSpPr>
        <p:spPr>
          <a:xfrm>
            <a:off x="1524000" y="66040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2</a:t>
            </a:r>
            <a:r>
              <a:rPr lang="es-ES" b="1" baseline="30000" dirty="0"/>
              <a:t>da</a:t>
            </a:r>
            <a:r>
              <a:rPr lang="es-ES" b="1" dirty="0"/>
              <a:t> clase</a:t>
            </a:r>
          </a:p>
        </p:txBody>
      </p:sp>
      <p:pic>
        <p:nvPicPr>
          <p:cNvPr id="6" name="Picture 5" descr="logo-sinfondo-4">
            <a:extLst>
              <a:ext uri="{FF2B5EF4-FFF2-40B4-BE49-F238E27FC236}">
                <a16:creationId xmlns:a16="http://schemas.microsoft.com/office/drawing/2014/main" id="{1E449484-C3DA-3BB3-3244-77A0E3469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9"/>
          <a:stretch>
            <a:fillRect/>
          </a:stretch>
        </p:blipFill>
        <p:spPr>
          <a:xfrm>
            <a:off x="723899" y="5095875"/>
            <a:ext cx="3314702" cy="1101724"/>
          </a:xfrm>
          <a:prstGeom prst="rect">
            <a:avLst/>
          </a:prstGeom>
        </p:spPr>
      </p:pic>
      <p:pic>
        <p:nvPicPr>
          <p:cNvPr id="8" name="Picture 7" descr="Se prorroga el llamado a concurso para nuevos Jefes de Grupo en el IBR – IBR">
            <a:extLst>
              <a:ext uri="{FF2B5EF4-FFF2-40B4-BE49-F238E27FC236}">
                <a16:creationId xmlns:a16="http://schemas.microsoft.com/office/drawing/2014/main" id="{C56A818E-B421-9B21-8F20-BA8A548B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74"/>
          <a:stretch>
            <a:fillRect/>
          </a:stretch>
        </p:blipFill>
        <p:spPr>
          <a:xfrm>
            <a:off x="9196227" y="4658634"/>
            <a:ext cx="1824198" cy="1823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92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D355-BEB0-2502-1B0B-C5E7EB1A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Resumen clase 1 – parte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77C99-CD3B-109A-2B64-6348533EA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noProof="0" dirty="0"/>
              <a:t>Que es un algoritmo</a:t>
            </a:r>
          </a:p>
          <a:p>
            <a:r>
              <a:rPr lang="es-ES" noProof="0" dirty="0"/>
              <a:t>Lenguaje de programación (</a:t>
            </a:r>
            <a:r>
              <a:rPr lang="es-ES" b="1" noProof="0" dirty="0"/>
              <a:t>Python</a:t>
            </a:r>
            <a:r>
              <a:rPr lang="es-ES" noProof="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Primitivos, Sintaxis, Semántica y Significado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Tipos de </a:t>
            </a:r>
            <a:r>
              <a:rPr lang="es-ES" b="1" noProof="0" dirty="0"/>
              <a:t>errores</a:t>
            </a:r>
            <a:r>
              <a:rPr lang="es-ES" noProof="0" dirty="0"/>
              <a:t> (en cada nivel)</a:t>
            </a:r>
          </a:p>
          <a:p>
            <a:r>
              <a:rPr lang="es-ES" noProof="0" dirty="0"/>
              <a:t>Entornos de programación (</a:t>
            </a:r>
            <a:r>
              <a:rPr lang="es-ES" b="1" noProof="0" dirty="0"/>
              <a:t>Conda</a:t>
            </a:r>
            <a:r>
              <a:rPr lang="es-ES" noProof="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Permiten controlar el código del cual depende nuestro programa </a:t>
            </a:r>
            <a:r>
              <a:rPr lang="es-ES" noProof="0" dirty="0">
                <a:sym typeface="Wingdings" panose="05000000000000000000" pitchFamily="2" charset="2"/>
              </a:rPr>
              <a:t> ambientes</a:t>
            </a:r>
            <a:endParaRPr lang="es-ES" noProof="0" dirty="0"/>
          </a:p>
          <a:p>
            <a:r>
              <a:rPr lang="es-ES" noProof="0" dirty="0"/>
              <a:t>Tipos de </a:t>
            </a:r>
            <a:r>
              <a:rPr lang="es-ES" b="1" noProof="0" dirty="0"/>
              <a:t>objetos</a:t>
            </a:r>
            <a:r>
              <a:rPr lang="es-ES" noProof="0" dirty="0"/>
              <a:t> </a:t>
            </a:r>
            <a:r>
              <a:rPr lang="es-ES" noProof="0" dirty="0">
                <a:sym typeface="Wingdings" panose="05000000000000000000" pitchFamily="2" charset="2"/>
              </a:rPr>
              <a:t></a:t>
            </a:r>
            <a:r>
              <a:rPr lang="es-ES" noProof="0" dirty="0"/>
              <a:t> </a:t>
            </a:r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es-ES" noProof="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Escalares (indivisibles):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NoneType</a:t>
            </a:r>
            <a:endParaRPr lang="es-ES" noProof="0" dirty="0">
              <a:solidFill>
                <a:schemeClr val="accent2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NO escalares (divisibles):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tuple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dict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s-ES" i="1" dirty="0"/>
              <a:t>Conversiones</a:t>
            </a:r>
            <a:r>
              <a:rPr lang="es-ES" dirty="0"/>
              <a:t>: 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  <a:r>
              <a:rPr lang="es-E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s-ES" noProof="0" dirty="0"/>
              <a:t>Expresiones (</a:t>
            </a:r>
            <a:r>
              <a:rPr lang="es-ES" b="1" noProof="0" dirty="0"/>
              <a:t>Operadores</a:t>
            </a:r>
            <a:r>
              <a:rPr lang="es-ES" noProof="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Comparativas: </a:t>
            </a:r>
            <a:r>
              <a:rPr lang="es-ES" noProof="0" dirty="0">
                <a:latin typeface="Consolas" panose="020B0609020204030204" pitchFamily="49" charset="0"/>
              </a:rPr>
              <a:t>==, !=, &gt;, &gt;=, &lt;, &lt;=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Aritméticas: </a:t>
            </a:r>
            <a:r>
              <a:rPr lang="es-ES" noProof="0" dirty="0">
                <a:latin typeface="Consolas" panose="020B0609020204030204" pitchFamily="49" charset="0"/>
              </a:rPr>
              <a:t>+, –, *, /, //, %, **</a:t>
            </a:r>
            <a:endParaRPr lang="es-ES" noProof="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ES" noProof="0" dirty="0"/>
              <a:t>Lógicas: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</a:rPr>
              <a:t>and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endParaRPr lang="es-ES" noProof="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A7E2E87-7969-00EF-A7A8-473CB07C3E2D}"/>
              </a:ext>
            </a:extLst>
          </p:cNvPr>
          <p:cNvSpPr/>
          <p:nvPr/>
        </p:nvSpPr>
        <p:spPr>
          <a:xfrm>
            <a:off x="5876544" y="5187188"/>
            <a:ext cx="140208" cy="780225"/>
          </a:xfrm>
          <a:prstGeom prst="rightBrac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20D8EC17-D146-7052-A9E0-33738FBF21F9}"/>
              </a:ext>
            </a:extLst>
          </p:cNvPr>
          <p:cNvSpPr/>
          <p:nvPr/>
        </p:nvSpPr>
        <p:spPr>
          <a:xfrm>
            <a:off x="3653282" y="4251960"/>
            <a:ext cx="4701540" cy="1325880"/>
          </a:xfrm>
          <a:prstGeom prst="arc">
            <a:avLst>
              <a:gd name="adj1" fmla="val 20750302"/>
              <a:gd name="adj2" fmla="val 5397351"/>
            </a:avLst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604FB-2CA4-F285-1580-32A0AECE52CD}"/>
              </a:ext>
            </a:extLst>
          </p:cNvPr>
          <p:cNvSpPr txBox="1"/>
          <p:nvPr/>
        </p:nvSpPr>
        <p:spPr>
          <a:xfrm>
            <a:off x="8422814" y="4730234"/>
            <a:ext cx="2155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4"/>
                </a:solidFill>
              </a:rPr>
              <a:t>Expresión </a:t>
            </a:r>
            <a:r>
              <a:rPr lang="es-ES" dirty="0">
                <a:solidFill>
                  <a:schemeClr val="accent4"/>
                </a:solidFill>
                <a:sym typeface="Wingdings" panose="05000000000000000000" pitchFamily="2" charset="2"/>
              </a:rPr>
              <a:t> Objeto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43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97EF-381D-BC84-3EB8-8AC491C4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1CCB-F938-F8FB-C92F-E242F0BF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Resumen clase 1 – parte II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87057-66EC-472B-07C7-0D35BBF83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b="1" dirty="0"/>
                  <a:t>OUTPUT</a:t>
                </a:r>
                <a:r>
                  <a:rPr lang="es-ES" dirty="0"/>
                  <a:t>: </a:t>
                </a:r>
                <a:r>
                  <a:rPr lang="es-ES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print</a:t>
                </a:r>
                <a:r>
                  <a:rPr lang="es-ES" dirty="0">
                    <a:latin typeface="Consolas" panose="020B0609020204030204" pitchFamily="49" charset="0"/>
                  </a:rPr>
                  <a:t>()</a:t>
                </a:r>
                <a:r>
                  <a:rPr lang="es-ES" dirty="0"/>
                  <a:t> </a:t>
                </a:r>
                <a:r>
                  <a:rPr lang="es-ES" dirty="0">
                    <a:solidFill>
                      <a:schemeClr val="bg1">
                        <a:lumMod val="85000"/>
                      </a:schemeClr>
                    </a:solidFill>
                    <a:sym typeface="Wingdings" panose="05000000000000000000" pitchFamily="2" charset="2"/>
                  </a:rPr>
                  <a:t> Hay muchas más formas</a:t>
                </a:r>
                <a:endParaRPr lang="es-ES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s-ES" b="1" dirty="0"/>
                  <a:t>Asignaciones</a:t>
                </a:r>
                <a:r>
                  <a:rPr lang="es-ES" dirty="0"/>
                  <a:t>: </a:t>
                </a:r>
                <a:r>
                  <a:rPr lang="es-ES" dirty="0">
                    <a:latin typeface="Consolas" panose="020B0609020204030204" pitchFamily="49" charset="0"/>
                  </a:rPr>
                  <a:t>&lt;VARIABLE&gt; = &lt;EXPRESIÓN&gt;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ES" noProof="0" dirty="0"/>
                  <a:t> Introdujimos el concepto de abstracción: ejemplo </a:t>
                </a:r>
                <a14:m>
                  <m:oMath xmlns:m="http://schemas.openxmlformats.org/officeDocument/2006/math">
                    <m:r>
                      <a:rPr lang="es-ES" b="1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s-ES" b="1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sSup>
                      <m:sSupPr>
                        <m:ctrlPr>
                          <a:rPr lang="es-ES" b="1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s-ES" b="1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S" b="1" noProof="0" dirty="0">
                  <a:ea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ES" noProof="0" dirty="0"/>
                  <a:t> Le dimos un nombre apropiado a cada variable</a:t>
                </a:r>
                <a:endParaRPr lang="es-ES" b="1" noProof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ES" b="1" noProof="0" dirty="0"/>
                  <a:t> A</a:t>
                </a:r>
                <a:r>
                  <a:rPr lang="es-ES" noProof="0" dirty="0"/>
                  <a:t>: </a:t>
                </a:r>
                <a:r>
                  <a:rPr lang="es-ES" noProof="0" dirty="0" err="1">
                    <a:latin typeface="Consolas" panose="020B0609020204030204" pitchFamily="49" charset="0"/>
                  </a:rPr>
                  <a:t>area</a:t>
                </a:r>
                <a:r>
                  <a:rPr lang="es-ES" noProof="0" dirty="0"/>
                  <a:t>  |  </a:t>
                </a:r>
                <a:r>
                  <a:rPr lang="es-ES" b="1" noProof="0" dirty="0"/>
                  <a:t>𝝅</a:t>
                </a:r>
                <a:r>
                  <a:rPr lang="es-ES" noProof="0" dirty="0"/>
                  <a:t>: </a:t>
                </a:r>
                <a:r>
                  <a:rPr lang="es-ES" noProof="0" dirty="0">
                    <a:latin typeface="Consolas" panose="020B0609020204030204" pitchFamily="49" charset="0"/>
                  </a:rPr>
                  <a:t>pi</a:t>
                </a:r>
                <a:r>
                  <a:rPr lang="es-ES" noProof="0" dirty="0"/>
                  <a:t>  |  </a:t>
                </a:r>
                <a:r>
                  <a:rPr lang="es-ES" b="1" noProof="0" dirty="0"/>
                  <a:t>r</a:t>
                </a:r>
                <a:r>
                  <a:rPr lang="es-ES" noProof="0" dirty="0"/>
                  <a:t>: </a:t>
                </a:r>
                <a:r>
                  <a:rPr lang="es-ES" noProof="0" dirty="0">
                    <a:latin typeface="Consolas" panose="020B0609020204030204" pitchFamily="49" charset="0"/>
                  </a:rPr>
                  <a:t>radio</a:t>
                </a:r>
                <a:endParaRPr lang="es-ES" noProof="0" dirty="0">
                  <a:latin typeface="+mj-lt"/>
                </a:endParaRPr>
              </a:p>
              <a:p>
                <a:r>
                  <a:rPr lang="es-ES" noProof="0" dirty="0" err="1">
                    <a:latin typeface="+mj-lt"/>
                  </a:rPr>
                  <a:t>IDEs</a:t>
                </a:r>
                <a:r>
                  <a:rPr lang="es-ES" noProof="0" dirty="0">
                    <a:latin typeface="+mj-lt"/>
                  </a:rPr>
                  <a:t> (</a:t>
                </a:r>
                <a:r>
                  <a:rPr lang="es-ES" b="1" noProof="0" dirty="0">
                    <a:latin typeface="+mj-lt"/>
                  </a:rPr>
                  <a:t>Spyder</a:t>
                </a:r>
                <a:r>
                  <a:rPr lang="es-ES" noProof="0" dirty="0">
                    <a:latin typeface="+mj-lt"/>
                  </a:rPr>
                  <a:t>)</a:t>
                </a:r>
              </a:p>
              <a:p>
                <a:r>
                  <a:rPr lang="es-ES" b="1" noProof="0" dirty="0">
                    <a:latin typeface="+mj-lt"/>
                  </a:rPr>
                  <a:t>Ramificación</a:t>
                </a:r>
                <a:r>
                  <a:rPr lang="es-ES" noProof="0" dirty="0">
                    <a:latin typeface="+mj-lt"/>
                  </a:rPr>
                  <a:t>: </a:t>
                </a:r>
                <a:r>
                  <a:rPr lang="es-ES" noProof="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s-ES" noProof="0" dirty="0">
                    <a:latin typeface="Consolas" panose="020B0609020204030204" pitchFamily="49" charset="0"/>
                  </a:rPr>
                  <a:t>, </a:t>
                </a:r>
                <a:r>
                  <a:rPr lang="es-ES" noProof="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elif</a:t>
                </a:r>
                <a:r>
                  <a:rPr lang="es-ES" noProof="0" dirty="0">
                    <a:latin typeface="Consolas" panose="020B0609020204030204" pitchFamily="49" charset="0"/>
                  </a:rPr>
                  <a:t>, </a:t>
                </a:r>
                <a:r>
                  <a:rPr lang="es-ES" noProof="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else</a:t>
                </a:r>
                <a:endParaRPr lang="es-ES" noProof="0" dirty="0">
                  <a:solidFill>
                    <a:srgbClr val="7030A0"/>
                  </a:solidFill>
                  <a:latin typeface="Consolas" panose="020B0609020204030204" pitchFamily="49" charset="0"/>
                </a:endParaRPr>
              </a:p>
              <a:p>
                <a:r>
                  <a:rPr lang="es-ES" noProof="0" dirty="0"/>
                  <a:t>Tiempo de ejecución (</a:t>
                </a:r>
                <a:r>
                  <a:rPr lang="es-ES" b="1" noProof="0" dirty="0"/>
                  <a:t>Complejidad</a:t>
                </a:r>
                <a:r>
                  <a:rPr lang="es-ES" noProof="0" dirty="0"/>
                  <a:t>):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ES" noProof="0" dirty="0"/>
                  <a:t> Constante: O(1)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87057-66EC-472B-07C7-0D35BBF83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8AC2281-60AA-7D90-D321-20126484FFD0}"/>
              </a:ext>
            </a:extLst>
          </p:cNvPr>
          <p:cNvGrpSpPr/>
          <p:nvPr/>
        </p:nvGrpSpPr>
        <p:grpSpPr>
          <a:xfrm>
            <a:off x="8760620" y="3772694"/>
            <a:ext cx="1829864" cy="2007458"/>
            <a:chOff x="4301413" y="1838131"/>
            <a:chExt cx="3589175" cy="39375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E9D9DE-D2F2-F554-59D3-53D8026BF45B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63069C5-D247-E7FC-E760-16CD6B7B9693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mond 17">
              <a:extLst>
                <a:ext uri="{FF2B5EF4-FFF2-40B4-BE49-F238E27FC236}">
                  <a16:creationId xmlns:a16="http://schemas.microsoft.com/office/drawing/2014/main" id="{C9EB5E49-53F0-6683-70EF-98911AB9DE69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TEST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0A3F1C-8632-4AD3-2E84-86B3E27E62DB}"/>
                </a:ext>
              </a:extLst>
            </p:cNvPr>
            <p:cNvCxnSpPr>
              <a:cxnSpLocks/>
            </p:cNvCxnSpPr>
            <p:nvPr/>
          </p:nvCxnSpPr>
          <p:spPr>
            <a:xfrm>
              <a:off x="6865776" y="3335696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70CC95-0F8B-FE4B-D755-5DEB765491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172" y="3331030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F7BF06D-6429-75D1-691E-5C5FB035E532}"/>
                </a:ext>
              </a:extLst>
            </p:cNvPr>
            <p:cNvSpPr/>
            <p:nvPr/>
          </p:nvSpPr>
          <p:spPr>
            <a:xfrm>
              <a:off x="4301413" y="3862874"/>
              <a:ext cx="88951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Bloque</a:t>
              </a:r>
            </a:p>
            <a:p>
              <a:pPr algn="ctr"/>
              <a:r>
                <a:rPr lang="es-ES" sz="1000" b="1" noProof="0" dirty="0"/>
                <a:t>True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67B787-ADC3-52A5-7CD2-A24A483731F5}"/>
                </a:ext>
              </a:extLst>
            </p:cNvPr>
            <p:cNvSpPr/>
            <p:nvPr/>
          </p:nvSpPr>
          <p:spPr>
            <a:xfrm>
              <a:off x="7001070" y="3862874"/>
              <a:ext cx="889518" cy="70912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Bloque</a:t>
              </a:r>
            </a:p>
            <a:p>
              <a:pPr algn="ctr"/>
              <a:r>
                <a:rPr lang="es-ES" sz="1000" b="1" noProof="0" dirty="0"/>
                <a:t>False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864AA5-AF51-B5EB-526F-C6FE40368A3F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s-ES" sz="1000" noProof="0" dirty="0"/>
                <a:t>Código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8B4D8DD-D70D-BB86-2B84-5B5B52ADAB98}"/>
                </a:ext>
              </a:extLst>
            </p:cNvPr>
            <p:cNvCxnSpPr>
              <a:cxnSpLocks/>
              <a:stCxn id="21" idx="2"/>
              <a:endCxn id="23" idx="0"/>
            </p:cNvCxnSpPr>
            <p:nvPr/>
          </p:nvCxnSpPr>
          <p:spPr>
            <a:xfrm>
              <a:off x="4746172" y="4572000"/>
              <a:ext cx="1349829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87B8001-2514-6723-7DA7-84BB0CF8A42A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 flipH="1">
              <a:off x="6096001" y="4572000"/>
              <a:ext cx="1349828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45D69E7-C966-CFA8-0603-3471C8683897}"/>
              </a:ext>
            </a:extLst>
          </p:cNvPr>
          <p:cNvSpPr txBox="1"/>
          <p:nvPr/>
        </p:nvSpPr>
        <p:spPr>
          <a:xfrm>
            <a:off x="8350012" y="3551129"/>
            <a:ext cx="1193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noProof="0" dirty="0">
                <a:ln>
                  <a:solidFill>
                    <a:sysClr val="windowText" lastClr="000000"/>
                  </a:solidFill>
                </a:ln>
                <a:solidFill>
                  <a:schemeClr val="accent2"/>
                </a:solidFill>
              </a:rPr>
              <a:t>O(1)</a:t>
            </a:r>
            <a:endParaRPr lang="es-ES" sz="2400" b="1" noProof="0" dirty="0">
              <a:ln>
                <a:solidFill>
                  <a:sysClr val="windowText" lastClr="000000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68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B85B0-54C6-B5B0-7834-D5EF0E08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FB6F-2DA9-7F23-7D0C-97EE7C18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veremos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4E57-60DD-9E9E-CC13-90A861F30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/>
              <a:t>INPUT</a:t>
            </a:r>
            <a:r>
              <a:rPr lang="es-ES" dirty="0"/>
              <a:t>: </a:t>
            </a:r>
            <a:r>
              <a:rPr lang="es-ES" dirty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dirty="0">
                <a:latin typeface="Consolas" panose="020B0609020204030204" pitchFamily="49" charset="0"/>
              </a:rPr>
              <a:t>()</a:t>
            </a:r>
            <a:r>
              <a:rPr lang="es-ES" dirty="0"/>
              <a:t> </a:t>
            </a:r>
            <a:r>
              <a:rPr lang="es-E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 Hay muchas más formas</a:t>
            </a:r>
            <a:endParaRPr lang="es-E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s-ES" b="1" dirty="0"/>
              <a:t>Indexado</a:t>
            </a:r>
            <a:r>
              <a:rPr lang="es-ES" dirty="0"/>
              <a:t> (NO escalares) con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[</a:t>
            </a:r>
            <a:r>
              <a:rPr lang="es-ES" dirty="0" err="1">
                <a:latin typeface="Consolas" panose="020B0609020204030204" pitchFamily="49" charset="0"/>
              </a:rPr>
              <a:t>start:end:step</a:t>
            </a:r>
            <a:r>
              <a:rPr lang="es-ES" dirty="0">
                <a:latin typeface="Consolas" panose="020B0609020204030204" pitchFamily="49" charset="0"/>
              </a:rPr>
              <a:t>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latin typeface="+mj-lt"/>
              </a:rPr>
              <a:t>Los objetos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dirty="0">
                <a:latin typeface="+mj-lt"/>
              </a:rPr>
              <a:t> son </a:t>
            </a:r>
            <a:r>
              <a:rPr lang="es-ES" b="1" dirty="0">
                <a:latin typeface="+mj-lt"/>
              </a:rPr>
              <a:t>inmutables </a:t>
            </a:r>
            <a:r>
              <a:rPr lang="es-ES" b="1" dirty="0">
                <a:latin typeface="+mj-lt"/>
                <a:sym typeface="Wingdings" panose="05000000000000000000" pitchFamily="2" charset="2"/>
              </a:rPr>
              <a:t></a:t>
            </a:r>
            <a:r>
              <a:rPr lang="es-ES" dirty="0">
                <a:latin typeface="+mj-lt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[i] = &lt;valor&gt;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s-ES" b="1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Error semántico</a:t>
            </a:r>
            <a:endParaRPr lang="es-ES" b="1" dirty="0">
              <a:solidFill>
                <a:srgbClr val="FF0000"/>
              </a:solidFill>
              <a:latin typeface="+mj-lt"/>
            </a:endParaRPr>
          </a:p>
          <a:p>
            <a:r>
              <a:rPr lang="es-ES" b="1" dirty="0"/>
              <a:t>Iteración</a:t>
            </a:r>
            <a:r>
              <a:rPr lang="es-ES" dirty="0"/>
              <a:t>: </a:t>
            </a:r>
            <a:r>
              <a:rPr lang="es-ES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</a:p>
          <a:p>
            <a:r>
              <a:rPr lang="es-ES" b="1" dirty="0"/>
              <a:t>Ejercicios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Con secuencias de nucleótidos (</a:t>
            </a:r>
            <a:r>
              <a:rPr lang="es-ES" dirty="0" err="1"/>
              <a:t>nt</a:t>
            </a:r>
            <a:r>
              <a:rPr lang="es-ES" dirty="0"/>
              <a:t>)</a:t>
            </a:r>
            <a:endParaRPr lang="es-E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s-ES" dirty="0"/>
              <a:t>Retomamos la idea de tiempo de ejecución (</a:t>
            </a:r>
            <a:r>
              <a:rPr lang="es-ES" b="1" dirty="0"/>
              <a:t>Complejidad</a:t>
            </a:r>
            <a:r>
              <a:rPr lang="es-ES" dirty="0"/>
              <a:t>)</a:t>
            </a:r>
          </a:p>
          <a:p>
            <a:r>
              <a:rPr lang="es-ES" dirty="0"/>
              <a:t>Ejemplos de </a:t>
            </a:r>
            <a:r>
              <a:rPr lang="es-ES" b="1" dirty="0"/>
              <a:t>algoritmos iterativos </a:t>
            </a:r>
            <a:r>
              <a:rPr lang="es-ES" dirty="0"/>
              <a:t>para resolver problemas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u="sng" dirty="0"/>
              <a:t>Método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Adivinar y comprobar (</a:t>
            </a:r>
            <a:r>
              <a:rPr lang="es-ES" i="1" dirty="0" err="1"/>
              <a:t>guess</a:t>
            </a:r>
            <a:r>
              <a:rPr lang="es-ES" i="1" dirty="0"/>
              <a:t> and </a:t>
            </a:r>
            <a:r>
              <a:rPr lang="es-ES" i="1" dirty="0" err="1"/>
              <a:t>check</a:t>
            </a:r>
            <a:r>
              <a:rPr lang="es-ES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u="sng" dirty="0"/>
              <a:t>Formas de generar valores</a:t>
            </a:r>
            <a:r>
              <a:rPr lang="es-ES" dirty="0"/>
              <a:t>:</a:t>
            </a:r>
          </a:p>
          <a:p>
            <a:pPr lvl="2"/>
            <a:r>
              <a:rPr lang="es-ES" dirty="0"/>
              <a:t>Enumeración exhaustiva (</a:t>
            </a:r>
            <a:r>
              <a:rPr lang="es-ES" i="1" dirty="0"/>
              <a:t>exhaustive </a:t>
            </a:r>
            <a:r>
              <a:rPr lang="es-ES" i="1" dirty="0" err="1"/>
              <a:t>enumeration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Aproximación con enumeración exhaustiva (</a:t>
            </a:r>
            <a:r>
              <a:rPr lang="es-ES" i="1" dirty="0" err="1"/>
              <a:t>aproximation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exhaustive </a:t>
            </a:r>
            <a:r>
              <a:rPr lang="es-ES" i="1" dirty="0" err="1"/>
              <a:t>enumeration</a:t>
            </a:r>
            <a:r>
              <a:rPr lang="es-ES" dirty="0"/>
              <a:t>)</a:t>
            </a:r>
          </a:p>
          <a:p>
            <a:pPr lvl="2"/>
            <a:r>
              <a:rPr lang="es-ES" dirty="0"/>
              <a:t>Búsqueda por bisección (</a:t>
            </a:r>
            <a:r>
              <a:rPr lang="es-ES" i="1" dirty="0" err="1"/>
              <a:t>bisection</a:t>
            </a:r>
            <a:r>
              <a:rPr lang="es-ES" i="1" dirty="0"/>
              <a:t> </a:t>
            </a:r>
            <a:r>
              <a:rPr lang="es-ES" i="1" dirty="0" err="1"/>
              <a:t>search</a:t>
            </a:r>
            <a:r>
              <a:rPr lang="es-ES" dirty="0"/>
              <a:t>)</a:t>
            </a:r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A29C33D-53C2-EE0F-B8F3-22D66DA66664}"/>
              </a:ext>
            </a:extLst>
          </p:cNvPr>
          <p:cNvSpPr/>
          <p:nvPr/>
        </p:nvSpPr>
        <p:spPr>
          <a:xfrm>
            <a:off x="8814815" y="5459349"/>
            <a:ext cx="129159" cy="428626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6B081-5C97-6610-E8CE-C47C30545541}"/>
              </a:ext>
            </a:extLst>
          </p:cNvPr>
          <p:cNvSpPr txBox="1"/>
          <p:nvPr/>
        </p:nvSpPr>
        <p:spPr>
          <a:xfrm>
            <a:off x="8943974" y="5350496"/>
            <a:ext cx="2715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4"/>
                </a:solidFill>
              </a:rPr>
              <a:t>Seguro queda para la próxima clase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1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5860-F832-31BA-359A-4128053A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5BA7-9C39-8A45-48AF-05E91313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Parte 0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Ambiente clase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A742F-0CD5-25E0-1EA2-C4E6E5CD5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dirty="0" err="1">
                <a:latin typeface="Consolas" panose="020B0609020204030204" pitchFamily="49" charset="0"/>
              </a:rPr>
              <a:t>conda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create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env</a:t>
            </a:r>
            <a:r>
              <a:rPr lang="es-ES" dirty="0">
                <a:latin typeface="Consolas" panose="020B0609020204030204" pitchFamily="49" charset="0"/>
              </a:rPr>
              <a:t> --</a:t>
            </a:r>
            <a:r>
              <a:rPr lang="es-ES" dirty="0" err="1">
                <a:latin typeface="Consolas" panose="020B0609020204030204" pitchFamily="49" charset="0"/>
              </a:rPr>
              <a:t>name</a:t>
            </a:r>
            <a:r>
              <a:rPr lang="es-ES" dirty="0">
                <a:latin typeface="Consolas" panose="020B0609020204030204" pitchFamily="49" charset="0"/>
              </a:rPr>
              <a:t> clase_2 </a:t>
            </a:r>
            <a:r>
              <a:rPr lang="es-ES" dirty="0" err="1">
                <a:latin typeface="Consolas" panose="020B0609020204030204" pitchFamily="49" charset="0"/>
              </a:rPr>
              <a:t>python</a:t>
            </a:r>
            <a:r>
              <a:rPr lang="es-ES" dirty="0">
                <a:latin typeface="Consolas" panose="020B0609020204030204" pitchFamily="49" charset="0"/>
              </a:rPr>
              <a:t>=3.14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91317-7F37-86E8-287D-B2C3AEBC23FB}"/>
              </a:ext>
            </a:extLst>
          </p:cNvPr>
          <p:cNvSpPr txBox="1"/>
          <p:nvPr/>
        </p:nvSpPr>
        <p:spPr>
          <a:xfrm>
            <a:off x="8972550" y="3326036"/>
            <a:ext cx="188595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 dirty="0"/>
              <a:t>🤞</a:t>
            </a:r>
          </a:p>
        </p:txBody>
      </p:sp>
    </p:spTree>
    <p:extLst>
      <p:ext uri="{BB962C8B-B14F-4D97-AF65-F5344CB8AC3E}">
        <p14:creationId xmlns:p14="http://schemas.microsoft.com/office/powerpoint/2010/main" val="238074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B12D6D-7FE7-F592-1BAE-7C1751D1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Creemos y carguemos el entorno </a:t>
            </a:r>
            <a:r>
              <a:rPr lang="es-ES" b="1" noProof="0" dirty="0">
                <a:latin typeface="Consolas" panose="020B0609020204030204" pitchFamily="49" charset="0"/>
              </a:rPr>
              <a:t>clase_2</a:t>
            </a:r>
            <a:endParaRPr lang="es-E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19C46A-5898-C7DE-73C2-6B333992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41"/>
          <a:stretch>
            <a:fillRect/>
          </a:stretch>
        </p:blipFill>
        <p:spPr>
          <a:xfrm>
            <a:off x="2554534" y="1643063"/>
            <a:ext cx="2143424" cy="20813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Uso de la tecla de Windows para iniciar su experiencia en Windows">
            <a:extLst>
              <a:ext uri="{FF2B5EF4-FFF2-40B4-BE49-F238E27FC236}">
                <a16:creationId xmlns:a16="http://schemas.microsoft.com/office/drawing/2014/main" id="{9E099440-9650-0C48-2BA6-9F774DC951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B"/>
              </a:clrFrom>
              <a:clrTo>
                <a:srgbClr val="F9F9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4905" y="2239266"/>
            <a:ext cx="1009650" cy="1009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53AFF-3F1D-D886-5DFB-9318CCE7E616}"/>
              </a:ext>
            </a:extLst>
          </p:cNvPr>
          <p:cNvSpPr txBox="1"/>
          <p:nvPr/>
        </p:nvSpPr>
        <p:spPr>
          <a:xfrm>
            <a:off x="1162168" y="173206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Windows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7DED2D-1A74-96B6-A153-F9996CB4033B}"/>
              </a:ext>
            </a:extLst>
          </p:cNvPr>
          <p:cNvSpPr/>
          <p:nvPr/>
        </p:nvSpPr>
        <p:spPr>
          <a:xfrm>
            <a:off x="2552700" y="3000376"/>
            <a:ext cx="1956592" cy="61469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40E85-FE7A-39EC-86E8-3EEB22841B0C}"/>
              </a:ext>
            </a:extLst>
          </p:cNvPr>
          <p:cNvSpPr txBox="1"/>
          <p:nvPr/>
        </p:nvSpPr>
        <p:spPr>
          <a:xfrm>
            <a:off x="8414713" y="1530906"/>
            <a:ext cx="62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Mac</a:t>
            </a:r>
          </a:p>
        </p:txBody>
      </p:sp>
      <p:pic>
        <p:nvPicPr>
          <p:cNvPr id="16" name="Picture 15" descr="Search Your Mac: Command Spacebar - Teacher Tech with Alice Keeler">
            <a:extLst>
              <a:ext uri="{FF2B5EF4-FFF2-40B4-BE49-F238E27FC236}">
                <a16:creationId xmlns:a16="http://schemas.microsoft.com/office/drawing/2014/main" id="{FD47800A-F7B8-E7F0-A597-C2E097A9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210" y="1997263"/>
            <a:ext cx="1490102" cy="13841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9E84A18-9572-CAA8-EC55-8C899E161A96}"/>
              </a:ext>
            </a:extLst>
          </p:cNvPr>
          <p:cNvSpPr txBox="1"/>
          <p:nvPr/>
        </p:nvSpPr>
        <p:spPr>
          <a:xfrm>
            <a:off x="1488486" y="3921196"/>
            <a:ext cx="3007432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Buscar</a:t>
            </a:r>
            <a:r>
              <a:rPr lang="es-ES" noProof="0" dirty="0"/>
              <a:t>: </a:t>
            </a:r>
            <a:r>
              <a:rPr lang="es-ES" b="1" noProof="0" dirty="0"/>
              <a:t>Anaconda </a:t>
            </a:r>
            <a:r>
              <a:rPr lang="es-ES" b="1" noProof="0" dirty="0" err="1"/>
              <a:t>Prompt</a:t>
            </a:r>
            <a:endParaRPr lang="es-ES" b="1" noProof="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FA1657-FD7B-8E20-9153-B7E2587CD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905" y="4583075"/>
            <a:ext cx="3439914" cy="19284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A44B78-8A9F-48A5-A82A-444D163A49A8}"/>
              </a:ext>
            </a:extLst>
          </p:cNvPr>
          <p:cNvSpPr txBox="1"/>
          <p:nvPr/>
        </p:nvSpPr>
        <p:spPr>
          <a:xfrm>
            <a:off x="7724776" y="3382293"/>
            <a:ext cx="2016828" cy="40862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Buscar</a:t>
            </a:r>
            <a:r>
              <a:rPr lang="es-ES" noProof="0" dirty="0"/>
              <a:t>: </a:t>
            </a:r>
            <a:r>
              <a:rPr lang="es-ES" b="1" noProof="0" dirty="0"/>
              <a:t>Terminal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540BE3-8433-6D3C-A8E2-1BBA155CB3A6}"/>
              </a:ext>
            </a:extLst>
          </p:cNvPr>
          <p:cNvCxnSpPr/>
          <p:nvPr/>
        </p:nvCxnSpPr>
        <p:spPr>
          <a:xfrm>
            <a:off x="5772150" y="1530906"/>
            <a:ext cx="0" cy="4980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F2CF8F-1785-B3FB-4F69-DA3F7A601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881" y="4198278"/>
            <a:ext cx="4788250" cy="22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65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776163-7BEE-2B14-5E54-E4C89A231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685" y="3994201"/>
            <a:ext cx="9697803" cy="2457793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6C98F4-53D2-4BD5-6D42-2691B54A96B5}"/>
              </a:ext>
            </a:extLst>
          </p:cNvPr>
          <p:cNvSpPr txBox="1"/>
          <p:nvPr/>
        </p:nvSpPr>
        <p:spPr>
          <a:xfrm>
            <a:off x="2689839" y="3876508"/>
            <a:ext cx="3670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Python 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interpreter</a:t>
            </a:r>
            <a:endParaRPr lang="es-ES" sz="3200" b="1" noProof="0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383C6-FD8F-D486-A842-C712C326401A}"/>
              </a:ext>
            </a:extLst>
          </p:cNvPr>
          <p:cNvSpPr txBox="1"/>
          <p:nvPr/>
        </p:nvSpPr>
        <p:spPr>
          <a:xfrm>
            <a:off x="3453263" y="5693320"/>
            <a:ext cx="7377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Buscamos .../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envs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/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clase_2</a:t>
            </a:r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/python.exe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AE0903-4DC2-F18F-42D2-A0FACE4559D9}"/>
              </a:ext>
            </a:extLst>
          </p:cNvPr>
          <p:cNvCxnSpPr>
            <a:cxnSpLocks/>
          </p:cNvCxnSpPr>
          <p:nvPr/>
        </p:nvCxnSpPr>
        <p:spPr>
          <a:xfrm flipV="1">
            <a:off x="2504412" y="4364554"/>
            <a:ext cx="739775" cy="1827439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848C6-91B1-FB76-6B86-ECB87D55AC2B}"/>
              </a:ext>
            </a:extLst>
          </p:cNvPr>
          <p:cNvCxnSpPr>
            <a:cxnSpLocks/>
          </p:cNvCxnSpPr>
          <p:nvPr/>
        </p:nvCxnSpPr>
        <p:spPr>
          <a:xfrm flipH="1">
            <a:off x="9891730" y="5525697"/>
            <a:ext cx="217714" cy="290285"/>
          </a:xfrm>
          <a:prstGeom prst="line">
            <a:avLst/>
          </a:prstGeom>
          <a:ln w="28575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354A1A0-C6AE-7EA5-9F34-ACB415D2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Creemos y carguemos el entorno </a:t>
            </a:r>
            <a:r>
              <a:rPr lang="es-ES" b="1" noProof="0" dirty="0">
                <a:latin typeface="Consolas" panose="020B0609020204030204" pitchFamily="49" charset="0"/>
              </a:rPr>
              <a:t>clase_2</a:t>
            </a:r>
            <a:endParaRPr lang="es-E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F8BE3-1FDE-5F89-F6FC-CA1BDB97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688"/>
          <a:stretch>
            <a:fillRect/>
          </a:stretch>
        </p:blipFill>
        <p:spPr>
          <a:xfrm>
            <a:off x="4376043" y="1614488"/>
            <a:ext cx="3439914" cy="9509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C4FF1B-A419-671A-F20F-1DFE8609B484}"/>
              </a:ext>
            </a:extLst>
          </p:cNvPr>
          <p:cNvSpPr/>
          <p:nvPr/>
        </p:nvSpPr>
        <p:spPr>
          <a:xfrm>
            <a:off x="4343400" y="1984413"/>
            <a:ext cx="575568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C1380-7B20-18F8-4787-BBD3C503CA0C}"/>
              </a:ext>
            </a:extLst>
          </p:cNvPr>
          <p:cNvSpPr txBox="1"/>
          <p:nvPr/>
        </p:nvSpPr>
        <p:spPr>
          <a:xfrm>
            <a:off x="7839075" y="1990247"/>
            <a:ext cx="17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noProof="0" dirty="0">
                <a:solidFill>
                  <a:srgbClr val="C00000"/>
                </a:solidFill>
              </a:rPr>
              <a:t>Ambiente</a:t>
            </a:r>
            <a:r>
              <a:rPr lang="es-ES" b="1" i="1" noProof="0" dirty="0">
                <a:solidFill>
                  <a:srgbClr val="C00000"/>
                </a:solidFill>
              </a:rPr>
              <a:t> 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3AC2-D252-C766-43D9-86FDA047A9D7}"/>
              </a:ext>
            </a:extLst>
          </p:cNvPr>
          <p:cNvSpPr txBox="1"/>
          <p:nvPr/>
        </p:nvSpPr>
        <p:spPr>
          <a:xfrm>
            <a:off x="3048000" y="2639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--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clase_2 </a:t>
            </a:r>
            <a:r>
              <a:rPr lang="es-ES" sz="1800" b="0" u="none" strike="noStrike" noProof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s-ES" sz="1800" b="0" u="none" strike="noStrike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=3.14</a:t>
            </a:r>
            <a:endParaRPr lang="es-ES" sz="1050" b="0" u="none" strike="noStrike" noProof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C0A25A-E7B7-7901-6D2B-451351D250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291"/>
          <a:stretch>
            <a:fillRect/>
          </a:stretch>
        </p:blipFill>
        <p:spPr>
          <a:xfrm>
            <a:off x="4376042" y="3200387"/>
            <a:ext cx="3439916" cy="39052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16B62C-012A-129E-4B1C-60E1CC97B1F7}"/>
              </a:ext>
            </a:extLst>
          </p:cNvPr>
          <p:cNvCxnSpPr>
            <a:cxnSpLocks/>
          </p:cNvCxnSpPr>
          <p:nvPr/>
        </p:nvCxnSpPr>
        <p:spPr>
          <a:xfrm>
            <a:off x="3033285" y="3390887"/>
            <a:ext cx="1310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93874F-0106-1373-8863-6CE89F5AAAC0}"/>
              </a:ext>
            </a:extLst>
          </p:cNvPr>
          <p:cNvSpPr txBox="1"/>
          <p:nvPr/>
        </p:nvSpPr>
        <p:spPr>
          <a:xfrm>
            <a:off x="585360" y="3206221"/>
            <a:ext cx="244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noProof="0" dirty="0"/>
              <a:t>Le decimos que si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39E599-2AC6-2741-9991-D53790310011}"/>
              </a:ext>
            </a:extLst>
          </p:cNvPr>
          <p:cNvSpPr txBox="1"/>
          <p:nvPr/>
        </p:nvSpPr>
        <p:spPr>
          <a:xfrm>
            <a:off x="419368" y="2639961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1º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1D589-1D0F-4177-89AB-6620011AFBB8}"/>
              </a:ext>
            </a:extLst>
          </p:cNvPr>
          <p:cNvSpPr txBox="1"/>
          <p:nvPr/>
        </p:nvSpPr>
        <p:spPr>
          <a:xfrm>
            <a:off x="419368" y="3201375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2º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A7BA01-6F31-A4BF-8DE8-DEE54E4C8E82}"/>
              </a:ext>
            </a:extLst>
          </p:cNvPr>
          <p:cNvCxnSpPr>
            <a:cxnSpLocks/>
          </p:cNvCxnSpPr>
          <p:nvPr/>
        </p:nvCxnSpPr>
        <p:spPr>
          <a:xfrm>
            <a:off x="3033285" y="2860262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E2BC7CF-C6A7-A693-11BF-3E9FB6E3AA55}"/>
              </a:ext>
            </a:extLst>
          </p:cNvPr>
          <p:cNvSpPr txBox="1"/>
          <p:nvPr/>
        </p:nvSpPr>
        <p:spPr>
          <a:xfrm>
            <a:off x="935377" y="2675596"/>
            <a:ext cx="2095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noProof="0" dirty="0"/>
              <a:t>Creamos ambiente</a:t>
            </a:r>
            <a:endParaRPr lang="es-ES" b="1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D46BB-477B-8C69-EB12-5BE60001E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891" y="3405409"/>
            <a:ext cx="2581635" cy="1390844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0FFCA-EB1F-6E5E-72BC-00017070B0A0}"/>
              </a:ext>
            </a:extLst>
          </p:cNvPr>
          <p:cNvSpPr txBox="1"/>
          <p:nvPr/>
        </p:nvSpPr>
        <p:spPr>
          <a:xfrm>
            <a:off x="7553699" y="4713194"/>
            <a:ext cx="3892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noProof="0" dirty="0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Tools &gt; </a:t>
            </a:r>
            <a:r>
              <a:rPr lang="es-ES" sz="3200" b="1" noProof="0" dirty="0" err="1">
                <a:ln w="3175">
                  <a:solidFill>
                    <a:schemeClr val="tx1"/>
                  </a:solidFill>
                </a:ln>
                <a:solidFill>
                  <a:schemeClr val="accent2"/>
                </a:solidFill>
              </a:rPr>
              <a:t>Preferences</a:t>
            </a:r>
            <a:endParaRPr lang="es-ES" sz="3200" b="1" noProof="0" dirty="0">
              <a:ln w="3175">
                <a:solidFill>
                  <a:schemeClr val="tx1"/>
                </a:solidFill>
              </a:ln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24E13-827C-E669-5E29-C847C5B342BA}"/>
              </a:ext>
            </a:extLst>
          </p:cNvPr>
          <p:cNvSpPr txBox="1"/>
          <p:nvPr/>
        </p:nvSpPr>
        <p:spPr>
          <a:xfrm>
            <a:off x="7193699" y="482294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3º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CE2C9-7857-EED9-82A0-EBDD2401CCFA}"/>
              </a:ext>
            </a:extLst>
          </p:cNvPr>
          <p:cNvSpPr txBox="1"/>
          <p:nvPr/>
        </p:nvSpPr>
        <p:spPr>
          <a:xfrm>
            <a:off x="2329839" y="3994201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4º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825D0D-99E7-4DE8-4299-035A456B54A2}"/>
              </a:ext>
            </a:extLst>
          </p:cNvPr>
          <p:cNvSpPr txBox="1"/>
          <p:nvPr/>
        </p:nvSpPr>
        <p:spPr>
          <a:xfrm>
            <a:off x="3156040" y="579655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5º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00588C6-A020-9538-1808-8B5A53DCC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515" y="6304061"/>
            <a:ext cx="4279876" cy="343042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34260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6" grpId="0"/>
      <p:bldP spid="29" grpId="0" animBg="1"/>
      <p:bldP spid="32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A6DD-827F-E0F9-9323-8C93E743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DAA1-6F18-8114-2F3F-B3024107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Creemos y carguemos el entorno </a:t>
            </a:r>
            <a:r>
              <a:rPr lang="es-ES" b="1" noProof="0" dirty="0">
                <a:latin typeface="Consolas" panose="020B0609020204030204" pitchFamily="49" charset="0"/>
              </a:rPr>
              <a:t>clase_2</a:t>
            </a:r>
            <a:endParaRPr lang="es-E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D82211-3594-E3E3-81D4-44099DBBC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053168"/>
            <a:ext cx="10020300" cy="35708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324B64-64B5-570D-8C72-42F93DC493C0}"/>
              </a:ext>
            </a:extLst>
          </p:cNvPr>
          <p:cNvCxnSpPr/>
          <p:nvPr/>
        </p:nvCxnSpPr>
        <p:spPr>
          <a:xfrm>
            <a:off x="7239000" y="3476625"/>
            <a:ext cx="0" cy="61912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2180A6-A8FF-2184-0719-ADEF5F096174}"/>
              </a:ext>
            </a:extLst>
          </p:cNvPr>
          <p:cNvSpPr txBox="1"/>
          <p:nvPr/>
        </p:nvSpPr>
        <p:spPr>
          <a:xfrm>
            <a:off x="3635290" y="2677180"/>
            <a:ext cx="72074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b="1" noProof="0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</a:rPr>
              <a:t>Reinicien la consola con (X)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7568CA-8A24-6400-22D9-D7D4CC2772A8}"/>
              </a:ext>
            </a:extLst>
          </p:cNvPr>
          <p:cNvSpPr/>
          <p:nvPr/>
        </p:nvSpPr>
        <p:spPr>
          <a:xfrm>
            <a:off x="7148512" y="4081461"/>
            <a:ext cx="180974" cy="1809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6093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2FC3021-E29D-F7AF-698A-3E3A40C4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420" y="5369023"/>
            <a:ext cx="3886742" cy="5715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DC96C-C635-4AD7-175E-9E4D8FFF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Necesitamos</a:t>
            </a:r>
            <a:r>
              <a:rPr lang="en-US" dirty="0"/>
              <a:t> "kernels" para spyder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833AAF-FFB5-696B-A4DC-B22CD384C690}"/>
              </a:ext>
            </a:extLst>
          </p:cNvPr>
          <p:cNvSpPr/>
          <p:nvPr/>
        </p:nvSpPr>
        <p:spPr>
          <a:xfrm>
            <a:off x="1144320" y="5645122"/>
            <a:ext cx="923926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63EC8-94E4-E011-693A-A7EDAD0A1093}"/>
              </a:ext>
            </a:extLst>
          </p:cNvPr>
          <p:cNvSpPr txBox="1"/>
          <p:nvPr/>
        </p:nvSpPr>
        <p:spPr>
          <a:xfrm>
            <a:off x="1430071" y="6040238"/>
            <a:ext cx="204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>
                <a:solidFill>
                  <a:srgbClr val="C00000"/>
                </a:solidFill>
              </a:rPr>
              <a:t>Ambiente</a:t>
            </a:r>
            <a:r>
              <a:rPr lang="es-ES" b="1" i="1" dirty="0">
                <a:solidFill>
                  <a:srgbClr val="C00000"/>
                </a:solidFill>
              </a:rPr>
              <a:t> clase_2</a:t>
            </a:r>
            <a:endParaRPr lang="en-US" b="1" i="1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879C22-2D79-604B-A0BD-2ACDD120D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1325" y="1791463"/>
            <a:ext cx="6229348" cy="3193264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0830CC1A-219A-3A8E-A92F-9E61B93A4EB4}"/>
              </a:ext>
            </a:extLst>
          </p:cNvPr>
          <p:cNvSpPr/>
          <p:nvPr/>
        </p:nvSpPr>
        <p:spPr>
          <a:xfrm>
            <a:off x="4010024" y="4273522"/>
            <a:ext cx="2305051" cy="381000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28DF38-26DE-A502-5513-4B9D79213D16}"/>
              </a:ext>
            </a:extLst>
          </p:cNvPr>
          <p:cNvSpPr txBox="1"/>
          <p:nvPr/>
        </p:nvSpPr>
        <p:spPr>
          <a:xfrm>
            <a:off x="1711880" y="5019048"/>
            <a:ext cx="2827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dirty="0">
                <a:solidFill>
                  <a:srgbClr val="C00000"/>
                </a:solidFill>
              </a:rPr>
              <a:t>Activen ambiente</a:t>
            </a:r>
            <a:r>
              <a:rPr lang="es-ES" b="1" i="1" dirty="0">
                <a:solidFill>
                  <a:srgbClr val="C00000"/>
                </a:solidFill>
              </a:rPr>
              <a:t> clase_2:</a:t>
            </a:r>
            <a:endParaRPr lang="en-US" b="1" i="1" dirty="0">
              <a:solidFill>
                <a:srgbClr val="C0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7E579E3-DA30-BA4C-9B80-F0D1BAC89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05"/>
          <a:stretch>
            <a:fillRect/>
          </a:stretch>
        </p:blipFill>
        <p:spPr>
          <a:xfrm>
            <a:off x="6095999" y="5521279"/>
            <a:ext cx="5068007" cy="23182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8B2ED7-B13F-B6AE-4F33-37DB19B02270}"/>
              </a:ext>
            </a:extLst>
          </p:cNvPr>
          <p:cNvCxnSpPr>
            <a:cxnSpLocks/>
          </p:cNvCxnSpPr>
          <p:nvPr/>
        </p:nvCxnSpPr>
        <p:spPr>
          <a:xfrm>
            <a:off x="6143625" y="4552950"/>
            <a:ext cx="2152650" cy="96832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E9E84B-4749-D05F-F792-053E6200F9D9}"/>
              </a:ext>
            </a:extLst>
          </p:cNvPr>
          <p:cNvCxnSpPr>
            <a:cxnSpLocks/>
            <a:stCxn id="32" idx="1"/>
            <a:endCxn id="33" idx="7"/>
          </p:cNvCxnSpPr>
          <p:nvPr/>
        </p:nvCxnSpPr>
        <p:spPr>
          <a:xfrm flipH="1">
            <a:off x="4607408" y="1982778"/>
            <a:ext cx="698017" cy="24876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BB65C67-0F30-047A-85E1-A675F3433E42}"/>
              </a:ext>
            </a:extLst>
          </p:cNvPr>
          <p:cNvSpPr txBox="1"/>
          <p:nvPr/>
        </p:nvSpPr>
        <p:spPr>
          <a:xfrm>
            <a:off x="5305425" y="1598057"/>
            <a:ext cx="533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noProof="0" dirty="0">
                <a:ln>
                  <a:solidFill>
                    <a:sysClr val="windowText" lastClr="000000"/>
                  </a:solidFill>
                </a:ln>
                <a:solidFill>
                  <a:srgbClr val="C00000"/>
                </a:solidFill>
              </a:rPr>
              <a:t>Reinicien la consola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CF92F1-1373-66A1-72EB-3E45A4296853}"/>
              </a:ext>
            </a:extLst>
          </p:cNvPr>
          <p:cNvSpPr/>
          <p:nvPr/>
        </p:nvSpPr>
        <p:spPr>
          <a:xfrm>
            <a:off x="4452937" y="2205036"/>
            <a:ext cx="180974" cy="1809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19BA37-C05D-5614-D03E-5B32540ED5B6}"/>
              </a:ext>
            </a:extLst>
          </p:cNvPr>
          <p:cNvSpPr txBox="1"/>
          <p:nvPr/>
        </p:nvSpPr>
        <p:spPr>
          <a:xfrm>
            <a:off x="658200" y="5009023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1º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01B7DE-2EBA-F078-E4C1-32D969D710FA}"/>
              </a:ext>
            </a:extLst>
          </p:cNvPr>
          <p:cNvSpPr txBox="1"/>
          <p:nvPr/>
        </p:nvSpPr>
        <p:spPr>
          <a:xfrm>
            <a:off x="5614168" y="5161279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2º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5CDEB1-F94D-1B95-BE6D-15E050BB21B2}"/>
              </a:ext>
            </a:extLst>
          </p:cNvPr>
          <p:cNvSpPr txBox="1"/>
          <p:nvPr/>
        </p:nvSpPr>
        <p:spPr>
          <a:xfrm>
            <a:off x="10638237" y="1598057"/>
            <a:ext cx="360000" cy="36000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/>
              <a:t>3º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D3877-4D7E-5D72-E58C-572DACF7F92E}"/>
              </a:ext>
            </a:extLst>
          </p:cNvPr>
          <p:cNvSpPr txBox="1"/>
          <p:nvPr/>
        </p:nvSpPr>
        <p:spPr>
          <a:xfrm>
            <a:off x="7719162" y="4979306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dirty="0">
                <a:solidFill>
                  <a:srgbClr val="C00000"/>
                </a:solidFill>
              </a:rPr>
              <a:t>Copiar y pegar</a:t>
            </a:r>
            <a:endParaRPr lang="en-US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12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7" grpId="0" animBg="1"/>
      <p:bldP spid="26" grpId="0"/>
      <p:bldP spid="32" grpId="0"/>
      <p:bldP spid="33" grpId="0" animBg="1"/>
      <p:bldP spid="39" grpId="0" animBg="1"/>
      <p:bldP spid="41" grpId="0" animBg="1"/>
      <p:bldP spid="43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EEAB-73D4-7B6D-276E-F01F9D19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900B-480B-E914-9474-4E6B6CAA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Deberían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b="1" dirty="0">
                <a:ln>
                  <a:solidFill>
                    <a:sysClr val="windowText" lastClr="000000"/>
                  </a:solidFill>
                </a:ln>
                <a:solidFill>
                  <a:srgbClr val="0CEE0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In[1]: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consola</a:t>
            </a:r>
            <a:endParaRPr lang="en-US" b="1" dirty="0">
              <a:ln>
                <a:solidFill>
                  <a:sysClr val="windowText" lastClr="000000"/>
                </a:solidFill>
              </a:ln>
              <a:solidFill>
                <a:srgbClr val="0CEE0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7E177-9D9C-4D39-3232-E9BAF7D0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252" y="2714625"/>
            <a:ext cx="9183496" cy="2247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798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AE93-C4AD-A795-09B7-C5F606D8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3DBA-5A3D-4131-77C6-D4EEC6A3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Parte I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Strings</a:t>
            </a:r>
            <a:r>
              <a:rPr lang="es-ES" dirty="0"/>
              <a:t> e input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C008D-2FB5-B8C1-A97F-3DE0A40E8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err="1">
                <a:latin typeface="Consolas" panose="020B0609020204030204" pitchFamily="49" charset="0"/>
              </a:rPr>
              <a:t>str</a:t>
            </a:r>
            <a:endParaRPr lang="es-ES">
              <a:latin typeface="Consolas" panose="020B0609020204030204" pitchFamily="49" charset="0"/>
            </a:endParaRPr>
          </a:p>
          <a:p>
            <a:r>
              <a:rPr lang="es-ES">
                <a:latin typeface="Consolas" panose="020B0609020204030204" pitchFamily="49" charset="0"/>
              </a:rPr>
              <a:t>IN: input()</a:t>
            </a:r>
          </a:p>
        </p:txBody>
      </p:sp>
    </p:spTree>
    <p:extLst>
      <p:ext uri="{BB962C8B-B14F-4D97-AF65-F5344CB8AC3E}">
        <p14:creationId xmlns:p14="http://schemas.microsoft.com/office/powerpoint/2010/main" val="320850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4637-E7CE-C93C-5C84-1446933D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8DE28-10B5-2D51-407A-DF3B3883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7602DEB-697C-2E00-B60F-066B141B2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1162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31EEAE2A-29D9-9CAE-863B-8BF12B42FC32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AA0583-B8AD-7BF2-6083-63880961BBDE}"/>
              </a:ext>
            </a:extLst>
          </p:cNvPr>
          <p:cNvSpPr/>
          <p:nvPr/>
        </p:nvSpPr>
        <p:spPr>
          <a:xfrm>
            <a:off x="5756988" y="2168817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5AFBE9-E645-B45C-B700-0076F3678215}"/>
              </a:ext>
            </a:extLst>
          </p:cNvPr>
          <p:cNvSpPr/>
          <p:nvPr/>
        </p:nvSpPr>
        <p:spPr>
          <a:xfrm>
            <a:off x="3592286" y="2168817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CE78C9-DE97-BAC6-1629-A078634D2ECE}"/>
              </a:ext>
            </a:extLst>
          </p:cNvPr>
          <p:cNvSpPr/>
          <p:nvPr/>
        </p:nvSpPr>
        <p:spPr>
          <a:xfrm>
            <a:off x="7501813" y="2657731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E057CC-FAAB-7337-8454-34A71F80464B}"/>
              </a:ext>
            </a:extLst>
          </p:cNvPr>
          <p:cNvSpPr/>
          <p:nvPr/>
        </p:nvSpPr>
        <p:spPr>
          <a:xfrm>
            <a:off x="3032450" y="2657731"/>
            <a:ext cx="339012" cy="285134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F5F84-7632-2ACD-8144-33F8BCE3B09A}"/>
              </a:ext>
            </a:extLst>
          </p:cNvPr>
          <p:cNvSpPr txBox="1"/>
          <p:nvPr/>
        </p:nvSpPr>
        <p:spPr>
          <a:xfrm>
            <a:off x="6343790" y="2084619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Doble (")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1A46DC-340F-F908-2028-8758E1B15DC3}"/>
              </a:ext>
            </a:extLst>
          </p:cNvPr>
          <p:cNvSpPr txBox="1"/>
          <p:nvPr/>
        </p:nvSpPr>
        <p:spPr>
          <a:xfrm>
            <a:off x="7938517" y="247306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Simple (')</a:t>
            </a:r>
          </a:p>
        </p:txBody>
      </p:sp>
    </p:spTree>
    <p:extLst>
      <p:ext uri="{BB962C8B-B14F-4D97-AF65-F5344CB8AC3E}">
        <p14:creationId xmlns:p14="http://schemas.microsoft.com/office/powerpoint/2010/main" val="2093374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F6C7-9C23-758D-E10B-47D38241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08CE0E-B406-7409-AE7E-978644B2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2492FD1D-7A38-225A-BBDD-52A87199D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2095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 err="1">
                <a:latin typeface="Consolas" panose="020B0609020204030204" pitchFamily="49" charset="0"/>
              </a:rPr>
              <a:t>que_cosa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60B5473B-E37A-1F42-FED7-9C3766C69451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2" name="Content Placeholder 30">
            <a:extLst>
              <a:ext uri="{FF2B5EF4-FFF2-40B4-BE49-F238E27FC236}">
                <a16:creationId xmlns:a16="http://schemas.microsoft.com/office/drawing/2014/main" id="{260AAF60-6898-695F-1645-B54D318E5D67}"/>
              </a:ext>
            </a:extLst>
          </p:cNvPr>
          <p:cNvSpPr txBox="1">
            <a:spLocks/>
          </p:cNvSpPr>
          <p:nvPr/>
        </p:nvSpPr>
        <p:spPr>
          <a:xfrm>
            <a:off x="839788" y="4930681"/>
            <a:ext cx="10515600" cy="209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"</a:t>
            </a:r>
            <a:r>
              <a:rPr lang="en-US" err="1">
                <a:latin typeface="Consolas" panose="020B0609020204030204" pitchFamily="49" charset="0"/>
              </a:rPr>
              <a:t>AprendemosLogica</a:t>
            </a:r>
            <a:r>
              <a:rPr lang="en-US">
                <a:latin typeface="Consolas" panose="020B0609020204030204" pitchFamily="49" charset="0"/>
              </a:rPr>
              <a:t> de </a:t>
            </a:r>
            <a:r>
              <a:rPr lang="en-US" err="1">
                <a:latin typeface="Consolas" panose="020B0609020204030204" pitchFamily="49" charset="0"/>
              </a:rPr>
              <a:t>programación</a:t>
            </a:r>
            <a:r>
              <a:rPr lang="en-US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5" name="Content Placeholder 30">
            <a:extLst>
              <a:ext uri="{FF2B5EF4-FFF2-40B4-BE49-F238E27FC236}">
                <a16:creationId xmlns:a16="http://schemas.microsoft.com/office/drawing/2014/main" id="{EAED2F9B-6F61-ED45-4D5A-5CA90DC2EC85}"/>
              </a:ext>
            </a:extLst>
          </p:cNvPr>
          <p:cNvSpPr txBox="1">
            <a:spLocks/>
          </p:cNvSpPr>
          <p:nvPr/>
        </p:nvSpPr>
        <p:spPr>
          <a:xfrm>
            <a:off x="5327845" y="4349575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019BD8-E8DB-1EE6-AED7-FB565A36D791}"/>
              </a:ext>
            </a:extLst>
          </p:cNvPr>
          <p:cNvCxnSpPr>
            <a:cxnSpLocks/>
          </p:cNvCxnSpPr>
          <p:nvPr/>
        </p:nvCxnSpPr>
        <p:spPr>
          <a:xfrm>
            <a:off x="3067050" y="4506686"/>
            <a:ext cx="0" cy="498640"/>
          </a:xfrm>
          <a:prstGeom prst="straightConnector1">
            <a:avLst/>
          </a:prstGeom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8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F114-8F76-BD90-ED3E-F1BB6278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E7102D-EE4B-C8ED-65F9-B09E037D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r>
              <a:rPr lang="es-ES" noProof="0"/>
              <a:t>: secuencias de caracteres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C4B810C7-65BF-622D-0A6B-2D258B1C9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2178148"/>
            <a:ext cx="10515600" cy="2095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Aprendemos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que_cosa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'Logica de </a:t>
            </a:r>
            <a:r>
              <a:rPr lang="en-US" err="1">
                <a:solidFill>
                  <a:schemeClr val="accent6"/>
                </a:solidFill>
                <a:latin typeface="Consolas" panose="020B0609020204030204" pitchFamily="49" charset="0"/>
              </a:rPr>
              <a:t>programación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 = </a:t>
            </a:r>
            <a:r>
              <a:rPr lang="en-US" err="1">
                <a:latin typeface="Consolas" panose="020B0609020204030204" pitchFamily="49" charset="0"/>
              </a:rPr>
              <a:t>que_hacemos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 "</a:t>
            </a:r>
            <a:r>
              <a:rPr lang="en-US">
                <a:latin typeface="Consolas" panose="020B0609020204030204" pitchFamily="49" charset="0"/>
              </a:rPr>
              <a:t> + </a:t>
            </a:r>
            <a:r>
              <a:rPr lang="en-US" err="1">
                <a:latin typeface="Consolas" panose="020B0609020204030204" pitchFamily="49" charset="0"/>
              </a:rPr>
              <a:t>que_cosa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concatenado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40948A61-D8ED-FC9E-23BC-F518C8DB47DC}"/>
              </a:ext>
            </a:extLst>
          </p:cNvPr>
          <p:cNvSpPr txBox="1">
            <a:spLocks/>
          </p:cNvSpPr>
          <p:nvPr/>
        </p:nvSpPr>
        <p:spPr>
          <a:xfrm>
            <a:off x="5327845" y="1597042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</p:txBody>
      </p:sp>
      <p:sp>
        <p:nvSpPr>
          <p:cNvPr id="2" name="Content Placeholder 30">
            <a:extLst>
              <a:ext uri="{FF2B5EF4-FFF2-40B4-BE49-F238E27FC236}">
                <a16:creationId xmlns:a16="http://schemas.microsoft.com/office/drawing/2014/main" id="{AC4A0E73-B98D-D8A3-76BE-4F357A79B220}"/>
              </a:ext>
            </a:extLst>
          </p:cNvPr>
          <p:cNvSpPr txBox="1">
            <a:spLocks/>
          </p:cNvSpPr>
          <p:nvPr/>
        </p:nvSpPr>
        <p:spPr>
          <a:xfrm>
            <a:off x="839788" y="4930681"/>
            <a:ext cx="10515600" cy="209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'</a:t>
            </a:r>
            <a:r>
              <a:rPr lang="en-US" err="1">
                <a:latin typeface="Consolas" panose="020B0609020204030204" pitchFamily="49" charset="0"/>
              </a:rPr>
              <a:t>Aprendemos</a:t>
            </a:r>
            <a:r>
              <a:rPr lang="en-US">
                <a:latin typeface="Consolas" panose="020B0609020204030204" pitchFamily="49" charset="0"/>
              </a:rPr>
              <a:t> Logica de </a:t>
            </a:r>
            <a:r>
              <a:rPr lang="en-US" err="1">
                <a:latin typeface="Consolas" panose="020B0609020204030204" pitchFamily="49" charset="0"/>
              </a:rPr>
              <a:t>programación</a:t>
            </a:r>
            <a:r>
              <a:rPr lang="en-US"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5" name="Content Placeholder 30">
            <a:extLst>
              <a:ext uri="{FF2B5EF4-FFF2-40B4-BE49-F238E27FC236}">
                <a16:creationId xmlns:a16="http://schemas.microsoft.com/office/drawing/2014/main" id="{B00A2F0A-1670-57D3-DEEE-C18A88FFC3E1}"/>
              </a:ext>
            </a:extLst>
          </p:cNvPr>
          <p:cNvSpPr txBox="1">
            <a:spLocks/>
          </p:cNvSpPr>
          <p:nvPr/>
        </p:nvSpPr>
        <p:spPr>
          <a:xfrm>
            <a:off x="5327845" y="4349575"/>
            <a:ext cx="1539486" cy="493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8D93DF-C1D5-82BD-58C1-CB14A30D9723}"/>
              </a:ext>
            </a:extLst>
          </p:cNvPr>
          <p:cNvCxnSpPr>
            <a:cxnSpLocks/>
          </p:cNvCxnSpPr>
          <p:nvPr/>
        </p:nvCxnSpPr>
        <p:spPr>
          <a:xfrm>
            <a:off x="3200400" y="4506686"/>
            <a:ext cx="0" cy="498640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913796-2F42-FA54-239B-25BA54E99C37}"/>
              </a:ext>
            </a:extLst>
          </p:cNvPr>
          <p:cNvCxnSpPr>
            <a:cxnSpLocks/>
          </p:cNvCxnSpPr>
          <p:nvPr/>
        </p:nvCxnSpPr>
        <p:spPr>
          <a:xfrm flipV="1">
            <a:off x="6699504" y="3662390"/>
            <a:ext cx="0" cy="498640"/>
          </a:xfrm>
          <a:prstGeom prst="straightConnector1">
            <a:avLst/>
          </a:prstGeom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18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5329-B519-7120-67D8-52075056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2D8F83-4186-4158-52B6-BF8DFDBC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>
                <a:latin typeface="Aptos Display (Headings)"/>
              </a:rPr>
              <a:t>Operaciones con </a:t>
            </a:r>
            <a:r>
              <a:rPr lang="es-ES" noProof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endParaRPr lang="es-ES" noProof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F2193ECE-86BB-1E40-140C-4E9FAD1EF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33563"/>
            <a:ext cx="6170612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IN</a:t>
            </a:r>
            <a:endParaRPr lang="en-US" u="sng">
              <a:latin typeface="+mj-lt"/>
            </a:endParaRPr>
          </a:p>
        </p:txBody>
      </p:sp>
      <p:sp>
        <p:nvSpPr>
          <p:cNvPr id="9" name="Content Placeholder 28">
            <a:extLst>
              <a:ext uri="{FF2B5EF4-FFF2-40B4-BE49-F238E27FC236}">
                <a16:creationId xmlns:a16="http://schemas.microsoft.com/office/drawing/2014/main" id="{61862AF8-CFF3-7CEA-8BE3-A0538874A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57475"/>
            <a:ext cx="617061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[1]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'ab'</a:t>
            </a:r>
            <a:r>
              <a:rPr lang="es-ES" dirty="0">
                <a:latin typeface="Consolas" panose="020B0609020204030204" pitchFamily="49" charset="0"/>
              </a:rPr>
              <a:t> +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'cd'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[2] 3 *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[3]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[4]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[5]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[-1]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[6]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'Python'</a:t>
            </a:r>
            <a:r>
              <a:rPr lang="es-ES" dirty="0">
                <a:latin typeface="Consolas" panose="020B0609020204030204" pitchFamily="49" charset="0"/>
              </a:rPr>
              <a:t>[1:4]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[7]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'a'</a:t>
            </a:r>
            <a:r>
              <a:rPr lang="es-ES" dirty="0">
                <a:latin typeface="Consolas" panose="020B0609020204030204" pitchFamily="49" charset="0"/>
              </a:rPr>
              <a:t> &lt;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'ab'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1790F2B-6EF1-0A78-172D-D11FF3940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5175" y="1833563"/>
            <a:ext cx="4240213" cy="823912"/>
          </a:xfrm>
        </p:spPr>
        <p:txBody>
          <a:bodyPr anchor="ctr"/>
          <a:lstStyle/>
          <a:p>
            <a:pPr algn="ctr"/>
            <a:r>
              <a:rPr lang="es-ES" u="sng">
                <a:latin typeface="+mj-lt"/>
              </a:rPr>
              <a:t>OUT</a:t>
            </a:r>
            <a:endParaRPr lang="en-US" u="sng">
              <a:latin typeface="+mj-lt"/>
            </a:endParaRP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2D029BFA-C241-408A-A59B-899E98383EA2}"/>
              </a:ext>
            </a:extLst>
          </p:cNvPr>
          <p:cNvSpPr txBox="1">
            <a:spLocks/>
          </p:cNvSpPr>
          <p:nvPr/>
        </p:nvSpPr>
        <p:spPr>
          <a:xfrm>
            <a:off x="7115175" y="2657475"/>
            <a:ext cx="4240213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abcd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chemeClr val="accent6"/>
                </a:solidFill>
                <a:latin typeface="Consolas" panose="020B0609020204030204" pitchFamily="49" charset="0"/>
              </a:rPr>
              <a:t>PythonPythonPython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6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'P'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'n'</a:t>
            </a:r>
          </a:p>
          <a:p>
            <a:pPr marL="0" indent="0">
              <a:buNone/>
            </a:pP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chemeClr val="accent6"/>
                </a:solidFill>
                <a:latin typeface="Consolas" panose="020B0609020204030204" pitchFamily="49" charset="0"/>
              </a:rPr>
              <a:t>yth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endParaRPr 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94AE4-74DF-7DC9-F570-5524824231E0}"/>
              </a:ext>
            </a:extLst>
          </p:cNvPr>
          <p:cNvSpPr txBox="1"/>
          <p:nvPr/>
        </p:nvSpPr>
        <p:spPr>
          <a:xfrm>
            <a:off x="4953296" y="2724150"/>
            <a:ext cx="1512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concatenación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9D8D5-0886-2A0F-8C39-6C281594F6CE}"/>
              </a:ext>
            </a:extLst>
          </p:cNvPr>
          <p:cNvSpPr txBox="1"/>
          <p:nvPr/>
        </p:nvSpPr>
        <p:spPr>
          <a:xfrm>
            <a:off x="4542480" y="3163650"/>
            <a:ext cx="2334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concatenación</a:t>
            </a:r>
            <a:r>
              <a:rPr lang="en-US" sz="1600" i="1">
                <a:solidFill>
                  <a:srgbClr val="C00000"/>
                </a:solidFill>
              </a:rPr>
              <a:t> </a:t>
            </a:r>
            <a:r>
              <a:rPr lang="en-US" sz="1600" i="1" err="1">
                <a:solidFill>
                  <a:srgbClr val="C00000"/>
                </a:solidFill>
              </a:rPr>
              <a:t>sucesiva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A9EE4-209E-60C0-651E-FF40E36ACFF3}"/>
              </a:ext>
            </a:extLst>
          </p:cNvPr>
          <p:cNvSpPr txBox="1"/>
          <p:nvPr/>
        </p:nvSpPr>
        <p:spPr>
          <a:xfrm>
            <a:off x="5340808" y="3717339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>
                <a:solidFill>
                  <a:srgbClr val="C00000"/>
                </a:solidFill>
              </a:rPr>
              <a:t>length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AB51DD-11A7-44F1-F00A-6BB4D4F14243}"/>
              </a:ext>
            </a:extLst>
          </p:cNvPr>
          <p:cNvSpPr txBox="1"/>
          <p:nvPr/>
        </p:nvSpPr>
        <p:spPr>
          <a:xfrm>
            <a:off x="4545178" y="4188033"/>
            <a:ext cx="23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indexado</a:t>
            </a:r>
            <a:r>
              <a:rPr lang="en-US" sz="1600" i="1">
                <a:solidFill>
                  <a:srgbClr val="C00000"/>
                </a:solidFill>
              </a:rPr>
              <a:t> (1er </a:t>
            </a:r>
            <a:r>
              <a:rPr lang="en-US" sz="1600" i="1" err="1">
                <a:solidFill>
                  <a:srgbClr val="C00000"/>
                </a:solidFill>
              </a:rPr>
              <a:t>elemento</a:t>
            </a:r>
            <a:r>
              <a:rPr lang="en-US" sz="1600" i="1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C4233E-2D3D-85AB-0247-A2586080A067}"/>
              </a:ext>
            </a:extLst>
          </p:cNvPr>
          <p:cNvSpPr txBox="1"/>
          <p:nvPr/>
        </p:nvSpPr>
        <p:spPr>
          <a:xfrm>
            <a:off x="4401711" y="4741722"/>
            <a:ext cx="2615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indexado</a:t>
            </a:r>
            <a:r>
              <a:rPr lang="en-US" sz="1600" i="1">
                <a:solidFill>
                  <a:srgbClr val="C00000"/>
                </a:solidFill>
              </a:rPr>
              <a:t> (</a:t>
            </a:r>
            <a:r>
              <a:rPr lang="en-US" sz="1600" i="1" err="1">
                <a:solidFill>
                  <a:srgbClr val="C00000"/>
                </a:solidFill>
              </a:rPr>
              <a:t>último</a:t>
            </a:r>
            <a:r>
              <a:rPr lang="en-US" sz="1600" i="1">
                <a:solidFill>
                  <a:srgbClr val="C00000"/>
                </a:solidFill>
              </a:rPr>
              <a:t> </a:t>
            </a:r>
            <a:r>
              <a:rPr lang="en-US" sz="1600" i="1" err="1">
                <a:solidFill>
                  <a:srgbClr val="C00000"/>
                </a:solidFill>
              </a:rPr>
              <a:t>elemento</a:t>
            </a:r>
            <a:r>
              <a:rPr lang="en-US" sz="1600" i="1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4005C1-461B-971A-3B60-909FE338B980}"/>
              </a:ext>
            </a:extLst>
          </p:cNvPr>
          <p:cNvSpPr txBox="1"/>
          <p:nvPr/>
        </p:nvSpPr>
        <p:spPr>
          <a:xfrm>
            <a:off x="5270699" y="5275122"/>
            <a:ext cx="877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>
                <a:solidFill>
                  <a:srgbClr val="C00000"/>
                </a:solidFill>
              </a:rPr>
              <a:t>cortado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57FAE0-EF0B-C947-AC97-9CD7F3BFE63B}"/>
              </a:ext>
            </a:extLst>
          </p:cNvPr>
          <p:cNvSpPr txBox="1"/>
          <p:nvPr/>
        </p:nvSpPr>
        <p:spPr>
          <a:xfrm>
            <a:off x="4923300" y="5808522"/>
            <a:ext cx="1572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>
                <a:solidFill>
                  <a:srgbClr val="C00000"/>
                </a:solidFill>
              </a:rPr>
              <a:t>comparaciones</a:t>
            </a:r>
            <a:endParaRPr lang="en-US" sz="1600" i="1">
              <a:solidFill>
                <a:srgbClr val="C00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0DD159FF-C8D4-FBFD-2A81-DD4260DEE89E}"/>
              </a:ext>
            </a:extLst>
          </p:cNvPr>
          <p:cNvSpPr/>
          <p:nvPr/>
        </p:nvSpPr>
        <p:spPr>
          <a:xfrm>
            <a:off x="8358187" y="3752851"/>
            <a:ext cx="123825" cy="1860826"/>
          </a:xfrm>
          <a:prstGeom prst="rightBrace">
            <a:avLst>
              <a:gd name="adj1" fmla="val 121155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EBE8D2-8BA9-9EF4-3E6B-4037B22CC4AE}"/>
              </a:ext>
            </a:extLst>
          </p:cNvPr>
          <p:cNvSpPr txBox="1"/>
          <p:nvPr/>
        </p:nvSpPr>
        <p:spPr>
          <a:xfrm>
            <a:off x="8420099" y="4390876"/>
            <a:ext cx="2010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operaciones</a:t>
            </a:r>
            <a:r>
              <a:rPr lang="en-US" sz="1600" i="1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típicas</a:t>
            </a:r>
            <a:r>
              <a:rPr lang="en-US" sz="1600" i="1">
                <a:solidFill>
                  <a:schemeClr val="bg1">
                    <a:lumMod val="65000"/>
                  </a:schemeClr>
                </a:solidFill>
              </a:rPr>
              <a:t> de NO </a:t>
            </a:r>
            <a:r>
              <a:rPr lang="en-US" sz="1600" i="1" err="1">
                <a:solidFill>
                  <a:schemeClr val="bg1">
                    <a:lumMod val="65000"/>
                  </a:schemeClr>
                </a:solidFill>
              </a:rPr>
              <a:t>escalares</a:t>
            </a:r>
            <a:endParaRPr lang="en-US" sz="1600" i="1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269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9B518-69DF-8E09-F853-918FD32D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A34D19-BD63-E87F-1A2E-0A020782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dirty="0" err="1">
                <a:latin typeface="Aptos Display (Headings)"/>
              </a:rPr>
              <a:t>Indices</a:t>
            </a:r>
            <a:r>
              <a:rPr lang="es-ES" noProof="0" dirty="0">
                <a:latin typeface="Aptos Display (Headings)"/>
              </a:rPr>
              <a:t> en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BB504-A361-D3EE-0EE5-4355A3069C51}"/>
              </a:ext>
            </a:extLst>
          </p:cNvPr>
          <p:cNvSpPr txBox="1"/>
          <p:nvPr/>
        </p:nvSpPr>
        <p:spPr>
          <a:xfrm>
            <a:off x="4389198" y="3008313"/>
            <a:ext cx="3413614" cy="16004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8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8800" noProof="0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sz="88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5CCA8-1953-51D1-89A8-62F57F65E229}"/>
              </a:ext>
            </a:extLst>
          </p:cNvPr>
          <p:cNvSpPr txBox="1"/>
          <p:nvPr/>
        </p:nvSpPr>
        <p:spPr>
          <a:xfrm>
            <a:off x="5257336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5A30F-895C-9BD5-4FAA-0B3610933E18}"/>
              </a:ext>
            </a:extLst>
          </p:cNvPr>
          <p:cNvSpPr txBox="1"/>
          <p:nvPr/>
        </p:nvSpPr>
        <p:spPr>
          <a:xfrm>
            <a:off x="5893862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442F89-2D03-3994-4B14-C6F18D4000D2}"/>
              </a:ext>
            </a:extLst>
          </p:cNvPr>
          <p:cNvSpPr txBox="1"/>
          <p:nvPr/>
        </p:nvSpPr>
        <p:spPr>
          <a:xfrm>
            <a:off x="6530388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accent4"/>
                </a:solidFill>
              </a:rPr>
              <a:t>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A56078-2142-62E2-F60E-E7BAA464AA0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459474" y="2839255"/>
            <a:ext cx="1" cy="570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274C47-8E05-C65D-9B2D-C5187171ABBF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6096000" y="2839255"/>
            <a:ext cx="1" cy="59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3999302-DDFA-7C77-8358-7A9AF6A7A90A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732526" y="2839255"/>
            <a:ext cx="1" cy="599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756F64-9334-E95E-940A-AD2A3B256DBE}"/>
              </a:ext>
            </a:extLst>
          </p:cNvPr>
          <p:cNvCxnSpPr/>
          <p:nvPr/>
        </p:nvCxnSpPr>
        <p:spPr>
          <a:xfrm>
            <a:off x="4991100" y="2105025"/>
            <a:ext cx="2152650" cy="0"/>
          </a:xfrm>
          <a:prstGeom prst="straightConnector1">
            <a:avLst/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21E2FD9-6019-3129-6E85-082C76A5F0AD}"/>
              </a:ext>
            </a:extLst>
          </p:cNvPr>
          <p:cNvSpPr txBox="1"/>
          <p:nvPr/>
        </p:nvSpPr>
        <p:spPr>
          <a:xfrm>
            <a:off x="5187606" y="5037931"/>
            <a:ext cx="54373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C7D5D4-0B6F-53B7-C592-C9C843FE027B}"/>
              </a:ext>
            </a:extLst>
          </p:cNvPr>
          <p:cNvSpPr txBox="1"/>
          <p:nvPr/>
        </p:nvSpPr>
        <p:spPr>
          <a:xfrm>
            <a:off x="5824132" y="5037931"/>
            <a:ext cx="54373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BD2151-B3A8-31DD-7F57-1DC2C6EC6E73}"/>
              </a:ext>
            </a:extLst>
          </p:cNvPr>
          <p:cNvSpPr txBox="1"/>
          <p:nvPr/>
        </p:nvSpPr>
        <p:spPr>
          <a:xfrm>
            <a:off x="6474091" y="5037931"/>
            <a:ext cx="51687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rgbClr val="C00000"/>
                </a:solidFill>
              </a:rPr>
              <a:t>-1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C641A2-EBCC-AD64-432A-DB136499EF0A}"/>
              </a:ext>
            </a:extLst>
          </p:cNvPr>
          <p:cNvCxnSpPr>
            <a:cxnSpLocks/>
          </p:cNvCxnSpPr>
          <p:nvPr/>
        </p:nvCxnSpPr>
        <p:spPr>
          <a:xfrm flipH="1">
            <a:off x="5459475" y="4440804"/>
            <a:ext cx="1" cy="59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990BB6-821E-41A2-9529-2593BC4C9791}"/>
              </a:ext>
            </a:extLst>
          </p:cNvPr>
          <p:cNvCxnSpPr>
            <a:cxnSpLocks/>
          </p:cNvCxnSpPr>
          <p:nvPr/>
        </p:nvCxnSpPr>
        <p:spPr>
          <a:xfrm>
            <a:off x="6096002" y="4440804"/>
            <a:ext cx="0" cy="597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48653B-F831-A6C7-9601-287C280962E7}"/>
              </a:ext>
            </a:extLst>
          </p:cNvPr>
          <p:cNvCxnSpPr>
            <a:cxnSpLocks/>
          </p:cNvCxnSpPr>
          <p:nvPr/>
        </p:nvCxnSpPr>
        <p:spPr>
          <a:xfrm flipH="1">
            <a:off x="6732526" y="4407932"/>
            <a:ext cx="1" cy="629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0E7990-BC23-92A9-6B74-4E22E19821D3}"/>
              </a:ext>
            </a:extLst>
          </p:cNvPr>
          <p:cNvCxnSpPr>
            <a:cxnSpLocks/>
          </p:cNvCxnSpPr>
          <p:nvPr/>
        </p:nvCxnSpPr>
        <p:spPr>
          <a:xfrm flipH="1">
            <a:off x="4991100" y="5734050"/>
            <a:ext cx="2152650" cy="0"/>
          </a:xfrm>
          <a:prstGeom prst="straightConnector1">
            <a:avLst/>
          </a:prstGeom>
          <a:ln w="762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7D1C232-B88E-DD29-4664-D55B75E006F2}"/>
              </a:ext>
            </a:extLst>
          </p:cNvPr>
          <p:cNvSpPr txBox="1"/>
          <p:nvPr/>
        </p:nvSpPr>
        <p:spPr>
          <a:xfrm>
            <a:off x="1273389" y="3553143"/>
            <a:ext cx="1747082" cy="5107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i="1">
                <a:latin typeface="Consolas" panose="020B0609020204030204" pitchFamily="49" charset="0"/>
              </a:rPr>
              <a:t>STRING</a:t>
            </a:r>
            <a:r>
              <a:rPr lang="es-ES" sz="2400">
                <a:latin typeface="Consolas" panose="020B0609020204030204" pitchFamily="49" charset="0"/>
              </a:rPr>
              <a:t>[</a:t>
            </a:r>
            <a:r>
              <a:rPr lang="es-ES" sz="2400" b="1">
                <a:latin typeface="Consolas" panose="020B0609020204030204" pitchFamily="49" charset="0"/>
              </a:rPr>
              <a:t>i</a:t>
            </a:r>
            <a:r>
              <a:rPr lang="es-ES" sz="2400">
                <a:latin typeface="Consolas" panose="020B0609020204030204" pitchFamily="49" charset="0"/>
              </a:rPr>
              <a:t>]</a:t>
            </a:r>
            <a:endParaRPr lang="es-ES" sz="2400" noProof="0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FEDC0-0FAC-B2E4-6D84-7B09215253F3}"/>
              </a:ext>
            </a:extLst>
          </p:cNvPr>
          <p:cNvSpPr txBox="1"/>
          <p:nvPr/>
        </p:nvSpPr>
        <p:spPr>
          <a:xfrm>
            <a:off x="8493582" y="3553143"/>
            <a:ext cx="3103000" cy="5107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400" i="1" dirty="0">
                <a:latin typeface="Consolas" panose="020B0609020204030204" pitchFamily="49" charset="0"/>
              </a:rPr>
              <a:t>STRING</a:t>
            </a:r>
            <a:r>
              <a:rPr lang="es-ES" sz="2400" dirty="0">
                <a:latin typeface="Consolas" panose="020B0609020204030204" pitchFamily="49" charset="0"/>
              </a:rPr>
              <a:t>[</a:t>
            </a:r>
            <a:r>
              <a:rPr lang="es-ES" sz="2400" b="1" dirty="0" err="1">
                <a:latin typeface="Consolas" panose="020B0609020204030204" pitchFamily="49" charset="0"/>
              </a:rPr>
              <a:t>start:end</a:t>
            </a:r>
            <a:r>
              <a:rPr lang="es-ES" sz="2400" dirty="0">
                <a:latin typeface="Consolas" panose="020B0609020204030204" pitchFamily="49" charset="0"/>
              </a:rPr>
              <a:t>]</a:t>
            </a:r>
            <a:endParaRPr lang="es-ES" sz="2400" noProof="0" dirty="0">
              <a:latin typeface="Consolas" panose="020B0609020204030204" pitchFamily="49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6AA9DB-3DC8-34E4-B001-1E65B47069D9}"/>
              </a:ext>
            </a:extLst>
          </p:cNvPr>
          <p:cNvCxnSpPr>
            <a:cxnSpLocks/>
          </p:cNvCxnSpPr>
          <p:nvPr/>
        </p:nvCxnSpPr>
        <p:spPr>
          <a:xfrm flipV="1">
            <a:off x="11068050" y="3978196"/>
            <a:ext cx="0" cy="462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0D75821-3408-9F42-0549-54816106F43F}"/>
              </a:ext>
            </a:extLst>
          </p:cNvPr>
          <p:cNvSpPr txBox="1"/>
          <p:nvPr/>
        </p:nvSpPr>
        <p:spPr>
          <a:xfrm>
            <a:off x="10248916" y="4435954"/>
            <a:ext cx="1638284" cy="119181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latin typeface="+mj-lt"/>
              </a:rPr>
              <a:t>el último elemento no se entrega</a:t>
            </a:r>
          </a:p>
          <a:p>
            <a:pPr algn="ctr"/>
            <a:r>
              <a:rPr lang="es-ES" sz="1600" noProof="0" dirty="0">
                <a:latin typeface="+mj-lt"/>
              </a:rPr>
              <a:t>(</a:t>
            </a:r>
            <a:r>
              <a:rPr lang="es-ES" sz="1600" b="1" noProof="0" dirty="0" err="1">
                <a:latin typeface="+mj-lt"/>
              </a:rPr>
              <a:t>end</a:t>
            </a:r>
            <a:r>
              <a:rPr lang="es-ES" sz="1600" b="1" noProof="0" dirty="0">
                <a:latin typeface="+mj-lt"/>
              </a:rPr>
              <a:t> – 1</a:t>
            </a:r>
            <a:r>
              <a:rPr lang="es-ES" sz="1600" noProof="0" dirty="0">
                <a:latin typeface="+mj-lt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1CB2C1-40D7-66E4-C902-59262C85C1C5}"/>
              </a:ext>
            </a:extLst>
          </p:cNvPr>
          <p:cNvSpPr txBox="1"/>
          <p:nvPr/>
        </p:nvSpPr>
        <p:spPr>
          <a:xfrm>
            <a:off x="7136804" y="2254480"/>
            <a:ext cx="404278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i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FF8660-5B79-3EDB-55C4-117E6E3F89EC}"/>
              </a:ext>
            </a:extLst>
          </p:cNvPr>
          <p:cNvSpPr txBox="1"/>
          <p:nvPr/>
        </p:nvSpPr>
        <p:spPr>
          <a:xfrm>
            <a:off x="7548562" y="2100104"/>
            <a:ext cx="3328154" cy="306467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IndexError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>
                <a:latin typeface="Consolas" panose="020B0609020204030204" pitchFamily="49" charset="0"/>
              </a:rPr>
              <a:t> string index out of range</a:t>
            </a:r>
            <a:endParaRPr lang="es-ES" sz="1200" noProof="0" dirty="0">
              <a:latin typeface="Consolas" panose="020B0609020204030204" pitchFamily="49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09CAFE-4EBA-C2CE-2DC2-E032A851A9FC}"/>
              </a:ext>
            </a:extLst>
          </p:cNvPr>
          <p:cNvCxnSpPr>
            <a:cxnSpLocks/>
          </p:cNvCxnSpPr>
          <p:nvPr/>
        </p:nvCxnSpPr>
        <p:spPr>
          <a:xfrm flipV="1">
            <a:off x="7467600" y="2305050"/>
            <a:ext cx="161925" cy="9207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C6E0D5-2BC6-02F7-CCD5-22CF67F2BCAD}"/>
              </a:ext>
            </a:extLst>
          </p:cNvPr>
          <p:cNvSpPr txBox="1"/>
          <p:nvPr/>
        </p:nvSpPr>
        <p:spPr>
          <a:xfrm>
            <a:off x="893985" y="680958"/>
            <a:ext cx="2995628" cy="194095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sz="3600" dirty="0">
                <a:ln>
                  <a:solidFill>
                    <a:sysClr val="windowText" lastClr="000000"/>
                  </a:solidFill>
                </a:ln>
                <a:latin typeface="Aptos Display (Headings)"/>
              </a:rPr>
              <a:t>En otros</a:t>
            </a:r>
          </a:p>
          <a:p>
            <a:pPr algn="ctr"/>
            <a:r>
              <a:rPr lang="es-ES" sz="3600" b="1" dirty="0">
                <a:ln>
                  <a:solidFill>
                    <a:sysClr val="windowText" lastClr="000000"/>
                  </a:solidFill>
                </a:ln>
                <a:latin typeface="Aptos Display (Headings)"/>
              </a:rPr>
              <a:t>NO escalares </a:t>
            </a:r>
          </a:p>
          <a:p>
            <a:pPr algn="ctr"/>
            <a:r>
              <a:rPr lang="es-ES" sz="3600" dirty="0">
                <a:ln>
                  <a:solidFill>
                    <a:sysClr val="windowText" lastClr="000000"/>
                  </a:solidFill>
                </a:ln>
                <a:latin typeface="Aptos Display (Headings)"/>
              </a:rPr>
              <a:t>es igual</a:t>
            </a:r>
            <a:endParaRPr 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FBD2E-4B7D-E793-D862-C5EEB842A77F}"/>
              </a:ext>
            </a:extLst>
          </p:cNvPr>
          <p:cNvSpPr txBox="1"/>
          <p:nvPr/>
        </p:nvSpPr>
        <p:spPr>
          <a:xfrm>
            <a:off x="8655763" y="1804273"/>
            <a:ext cx="1113750" cy="374571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>
                <a:latin typeface="Consolas" panose="020B0609020204030204" pitchFamily="49" charset="0"/>
              </a:rPr>
              <a:t>[</a:t>
            </a:r>
            <a:r>
              <a:rPr lang="es-E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s-ES" sz="1600" dirty="0">
                <a:latin typeface="Consolas" panose="020B0609020204030204" pitchFamily="49" charset="0"/>
              </a:rPr>
              <a:t>]</a:t>
            </a:r>
            <a:endParaRPr lang="es-ES" sz="1600" noProof="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269D7-EEE6-5F83-A976-15CEA5D9C310}"/>
              </a:ext>
            </a:extLst>
          </p:cNvPr>
          <p:cNvSpPr txBox="1"/>
          <p:nvPr/>
        </p:nvSpPr>
        <p:spPr>
          <a:xfrm>
            <a:off x="9031588" y="5807504"/>
            <a:ext cx="1332044" cy="374571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>
                <a:latin typeface="Consolas" panose="020B0609020204030204" pitchFamily="49" charset="0"/>
              </a:rPr>
              <a:t>[1:</a:t>
            </a:r>
            <a:r>
              <a:rPr lang="es-E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r>
              <a:rPr lang="es-ES" sz="1600" dirty="0">
                <a:latin typeface="Consolas" panose="020B0609020204030204" pitchFamily="49" charset="0"/>
              </a:rPr>
              <a:t>]</a:t>
            </a:r>
            <a:endParaRPr lang="es-ES" sz="1600" noProof="0" dirty="0"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3AAFC6-06E5-5DB9-8A92-88EAB4D51CF9}"/>
              </a:ext>
            </a:extLst>
          </p:cNvPr>
          <p:cNvCxnSpPr>
            <a:cxnSpLocks/>
          </p:cNvCxnSpPr>
          <p:nvPr/>
        </p:nvCxnSpPr>
        <p:spPr>
          <a:xfrm flipH="1">
            <a:off x="10204704" y="5559552"/>
            <a:ext cx="685800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46AE7D-D771-CAB9-0CBE-B3F17D486E30}"/>
              </a:ext>
            </a:extLst>
          </p:cNvPr>
          <p:cNvSpPr txBox="1"/>
          <p:nvPr/>
        </p:nvSpPr>
        <p:spPr>
          <a:xfrm>
            <a:off x="8756292" y="6067536"/>
            <a:ext cx="1882646" cy="306467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N</a:t>
            </a:r>
            <a:r>
              <a:rPr lang="en-US" sz="1200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o hay error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'</a:t>
            </a:r>
            <a:r>
              <a:rPr lang="en-US" sz="1200" dirty="0" err="1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bc</a:t>
            </a:r>
            <a:r>
              <a:rPr lang="en-US" sz="1200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'</a:t>
            </a:r>
            <a:endParaRPr lang="es-ES" sz="1200" noProof="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A2B99C-2062-9E94-D284-CD5FA34E98BA}"/>
              </a:ext>
            </a:extLst>
          </p:cNvPr>
          <p:cNvSpPr txBox="1"/>
          <p:nvPr/>
        </p:nvSpPr>
        <p:spPr>
          <a:xfrm>
            <a:off x="4554342" y="5031862"/>
            <a:ext cx="543739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i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5D0BF9-F8A3-53F9-9FD8-40D317C3C2DD}"/>
              </a:ext>
            </a:extLst>
          </p:cNvPr>
          <p:cNvSpPr txBox="1"/>
          <p:nvPr/>
        </p:nvSpPr>
        <p:spPr>
          <a:xfrm>
            <a:off x="1388374" y="5926376"/>
            <a:ext cx="3328154" cy="306467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IndexError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>
                <a:latin typeface="Consolas" panose="020B0609020204030204" pitchFamily="49" charset="0"/>
              </a:rPr>
              <a:t> string index out of range</a:t>
            </a:r>
            <a:endParaRPr lang="es-ES" sz="1200" noProof="0" dirty="0">
              <a:latin typeface="Consolas" panose="020B0609020204030204" pitchFamily="49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575059-24F6-A053-2014-084AC5D67B84}"/>
              </a:ext>
            </a:extLst>
          </p:cNvPr>
          <p:cNvCxnSpPr>
            <a:cxnSpLocks/>
          </p:cNvCxnSpPr>
          <p:nvPr/>
        </p:nvCxnSpPr>
        <p:spPr>
          <a:xfrm flipH="1">
            <a:off x="3675888" y="5468112"/>
            <a:ext cx="1014984" cy="32918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BB1DFE-9257-B639-B5FC-AB1C7BAA0805}"/>
              </a:ext>
            </a:extLst>
          </p:cNvPr>
          <p:cNvSpPr txBox="1"/>
          <p:nvPr/>
        </p:nvSpPr>
        <p:spPr>
          <a:xfrm>
            <a:off x="2437841" y="5630545"/>
            <a:ext cx="1229217" cy="374571"/>
          </a:xfrm>
          <a:prstGeom prst="round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sz="1600" dirty="0">
                <a:latin typeface="Consolas" panose="020B0609020204030204" pitchFamily="49" charset="0"/>
              </a:rPr>
              <a:t>[</a:t>
            </a:r>
            <a:r>
              <a:rPr lang="es-E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-4</a:t>
            </a:r>
            <a:r>
              <a:rPr lang="es-ES" sz="1600" dirty="0">
                <a:latin typeface="Consolas" panose="020B0609020204030204" pitchFamily="49" charset="0"/>
              </a:rPr>
              <a:t>]</a:t>
            </a:r>
            <a:endParaRPr lang="es-ES" sz="1600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66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1" grpId="0"/>
      <p:bldP spid="52" grpId="0"/>
      <p:bldP spid="54" grpId="0"/>
      <p:bldP spid="6" grpId="0" animBg="1"/>
      <p:bldP spid="7" grpId="0"/>
      <p:bldP spid="10" grpId="0"/>
      <p:bldP spid="14" grpId="0"/>
      <p:bldP spid="24" grpId="0"/>
      <p:bldP spid="25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08A83-8001-6DD1-E886-692381A1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FC35-E19B-58E1-716C-BC78C4C1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noProof="0" dirty="0"/>
              <a:t>Mutabilidad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EDF1A-A27A-CF12-6C27-FD3F86197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>
            <a:normAutofit lnSpcReduction="10000"/>
          </a:bodyPr>
          <a:lstStyle/>
          <a:p>
            <a:pPr algn="ctr"/>
            <a:r>
              <a:rPr lang="es-ES" b="0" noProof="0" dirty="0"/>
              <a:t>objetos</a:t>
            </a:r>
          </a:p>
          <a:p>
            <a:pPr algn="ctr"/>
            <a:r>
              <a:rPr lang="es-ES" u="sng" noProof="0" dirty="0"/>
              <a:t>IN-MUTABLES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B2163-D64F-54AD-FC49-5377D396A9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Todos los </a:t>
            </a:r>
            <a:r>
              <a:rPr lang="es-ES" b="1" dirty="0"/>
              <a:t>escalares</a:t>
            </a:r>
            <a:r>
              <a:rPr lang="es-ES" dirty="0"/>
              <a:t>:</a:t>
            </a:r>
          </a:p>
          <a:p>
            <a:pPr marL="457200" lvl="1" indent="0">
              <a:buNone/>
            </a:pP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NoneType</a:t>
            </a:r>
            <a:endParaRPr lang="es-ES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s-ES" dirty="0"/>
              <a:t>Algunos</a:t>
            </a:r>
            <a:r>
              <a:rPr lang="es-ES" b="1" dirty="0"/>
              <a:t> NO escalares</a:t>
            </a:r>
            <a:r>
              <a:rPr lang="es-ES" dirty="0"/>
              <a:t>:</a:t>
            </a:r>
          </a:p>
          <a:p>
            <a:pPr marL="457200" lvl="1" indent="0">
              <a:buNone/>
            </a:pP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tuple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endParaRPr lang="es-ES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endParaRPr lang="es-E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45430D-709B-C764-3DAD-6BA288B8E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lnSpcReduction="10000"/>
          </a:bodyPr>
          <a:lstStyle/>
          <a:p>
            <a:pPr algn="ctr"/>
            <a:r>
              <a:rPr lang="es-ES" b="0" noProof="0" dirty="0"/>
              <a:t>objetos</a:t>
            </a:r>
          </a:p>
          <a:p>
            <a:pPr algn="ctr"/>
            <a:r>
              <a:rPr lang="es-ES" u="sng" noProof="0" dirty="0"/>
              <a:t>MUTABLES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9AE579-ADA3-A455-63D6-032674377A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Algunos </a:t>
            </a:r>
            <a:r>
              <a:rPr lang="es-ES" b="1" dirty="0"/>
              <a:t>NO escalares</a:t>
            </a:r>
            <a:r>
              <a:rPr lang="es-ES" dirty="0"/>
              <a:t>:</a:t>
            </a:r>
          </a:p>
          <a:p>
            <a:pPr marL="457200" lvl="1" indent="0">
              <a:buNone/>
            </a:pP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list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dict</a:t>
            </a:r>
            <a:endParaRPr lang="es-ES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8">
            <a:extLst>
              <a:ext uri="{FF2B5EF4-FFF2-40B4-BE49-F238E27FC236}">
                <a16:creationId xmlns:a16="http://schemas.microsoft.com/office/drawing/2014/main" id="{C8A392E9-4F51-E109-CE05-900D1BD368D8}"/>
              </a:ext>
            </a:extLst>
          </p:cNvPr>
          <p:cNvSpPr txBox="1">
            <a:spLocks/>
          </p:cNvSpPr>
          <p:nvPr/>
        </p:nvSpPr>
        <p:spPr>
          <a:xfrm>
            <a:off x="1335314" y="4853776"/>
            <a:ext cx="9521372" cy="1565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[1] </a:t>
            </a:r>
            <a:r>
              <a:rPr lang="es-ES" dirty="0">
                <a:latin typeface="Consolas" panose="020B0609020204030204" pitchFamily="49" charset="0"/>
              </a:rPr>
              <a:t>cadena =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[2] </a:t>
            </a:r>
            <a:r>
              <a:rPr lang="es-ES" dirty="0">
                <a:latin typeface="Consolas" panose="020B0609020204030204" pitchFamily="49" charset="0"/>
              </a:rPr>
              <a:t>cadena[1] =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'B' 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TypeError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: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'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str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' object does not 							 support item assignment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[3] </a:t>
            </a:r>
            <a:r>
              <a:rPr lang="es-ES" dirty="0">
                <a:latin typeface="Consolas" panose="020B0609020204030204" pitchFamily="49" charset="0"/>
              </a:rPr>
              <a:t>cadena =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  <a:r>
              <a:rPr lang="es-ES" dirty="0" err="1">
                <a:solidFill>
                  <a:schemeClr val="accent6"/>
                </a:solidFill>
                <a:latin typeface="Consolas" panose="020B0609020204030204" pitchFamily="49" charset="0"/>
              </a:rPr>
              <a:t>aBc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597981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FDBA-B62A-346F-BEE7-91C7E6F6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7BBBF5-010C-BADA-2D86-FAE40770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noProof="0" dirty="0">
                <a:latin typeface="Consolas" panose="020B0609020204030204" pitchFamily="49" charset="0"/>
              </a:rPr>
              <a:t>()</a:t>
            </a:r>
            <a:br>
              <a:rPr lang="es-ES" noProof="0" dirty="0"/>
            </a:br>
            <a:r>
              <a:rPr lang="es-ES" noProof="0" dirty="0"/>
              <a:t>Provee información a la máquina (INPUT)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2CBEB3F-5903-17A8-187D-C94CD4E5E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EA6A1848-F864-469E-F6C1-8BEDA5D20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242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>
                <a:latin typeface="Consolas" panose="020B0609020204030204" pitchFamily="49" charset="0"/>
              </a:rPr>
              <a:t>nombre = </a:t>
            </a:r>
            <a:r>
              <a:rPr lang="es-ES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>
                <a:latin typeface="Consolas" panose="020B0609020204030204" pitchFamily="49" charset="0"/>
              </a:rPr>
              <a:t>(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"Introduzca su nombre: "</a:t>
            </a:r>
            <a:r>
              <a:rPr lang="es-ES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>
                <a:latin typeface="Consolas" panose="020B0609020204030204" pitchFamily="49" charset="0"/>
              </a:rPr>
              <a:t>(</a:t>
            </a:r>
            <a:r>
              <a:rPr lang="es-ES">
                <a:solidFill>
                  <a:schemeClr val="accent6"/>
                </a:solidFill>
                <a:latin typeface="Consolas" panose="020B0609020204030204" pitchFamily="49" charset="0"/>
              </a:rPr>
              <a:t>"Hola,"</a:t>
            </a:r>
            <a:r>
              <a:rPr lang="es-ES">
                <a:latin typeface="Consolas" panose="020B0609020204030204" pitchFamily="49" charset="0"/>
              </a:rPr>
              <a:t>, nombre)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C215CC1-ED0B-3BFC-3A5D-C82F001B3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9788" y="3671778"/>
            <a:ext cx="10515599" cy="431799"/>
          </a:xfrm>
        </p:spPr>
        <p:txBody>
          <a:bodyPr/>
          <a:lstStyle/>
          <a:p>
            <a:pPr algn="ctr"/>
            <a:r>
              <a:rPr lang="es-ES" u="sng">
                <a:latin typeface="+mj-lt"/>
              </a:rPr>
              <a:t>Output</a:t>
            </a:r>
            <a:endParaRPr lang="en-US" u="sng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8BA1136B-19A3-DB4C-D310-D31B724BB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4120490"/>
            <a:ext cx="10515600" cy="1393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Introduzca </a:t>
            </a:r>
            <a:r>
              <a:rPr lang="en-US" dirty="0" err="1">
                <a:latin typeface="Consolas" panose="020B0609020204030204" pitchFamily="49" charset="0"/>
              </a:rPr>
              <a:t>su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nombre</a:t>
            </a:r>
            <a:r>
              <a:rPr lang="en-US" dirty="0">
                <a:latin typeface="Consolas" panose="020B0609020204030204" pitchFamily="49" charset="0"/>
              </a:rPr>
              <a:t>: Elvio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Hola, Elvio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6219B-0F71-56C8-A7AD-EE12915BD223}"/>
              </a:ext>
            </a:extLst>
          </p:cNvPr>
          <p:cNvSpPr txBox="1"/>
          <p:nvPr/>
        </p:nvSpPr>
        <p:spPr>
          <a:xfrm>
            <a:off x="2970801" y="5651792"/>
            <a:ext cx="6250430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>
                <a:solidFill>
                  <a:srgbClr val="C00000"/>
                </a:solidFill>
                <a:latin typeface="Consolas" panose="020B0609020204030204" pitchFamily="49" charset="0"/>
              </a:rPr>
              <a:t>NOMBRE_VAR</a:t>
            </a:r>
            <a:r>
              <a:rPr lang="es-ES" sz="2000">
                <a:latin typeface="Consolas" panose="020B0609020204030204" pitchFamily="49" charset="0"/>
              </a:rPr>
              <a:t> = </a:t>
            </a:r>
            <a:r>
              <a:rPr lang="es-ES" sz="2000" noProof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sz="2000" noProof="0">
                <a:latin typeface="Consolas" panose="020B0609020204030204" pitchFamily="49" charset="0"/>
              </a:rPr>
              <a:t>(</a:t>
            </a:r>
            <a:r>
              <a:rPr lang="es-ES" sz="2000" noProof="0">
                <a:solidFill>
                  <a:schemeClr val="accent4"/>
                </a:solidFill>
                <a:latin typeface="Consolas" panose="020B0609020204030204" pitchFamily="49" charset="0"/>
              </a:rPr>
              <a:t>MENSAJE_CON_SIGNIFICADO</a:t>
            </a:r>
            <a:r>
              <a:rPr lang="es-ES" sz="2000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7E693-8B62-91D2-34A4-B97E146D9370}"/>
              </a:ext>
            </a:extLst>
          </p:cNvPr>
          <p:cNvSpPr txBox="1"/>
          <p:nvPr/>
        </p:nvSpPr>
        <p:spPr>
          <a:xfrm>
            <a:off x="4890638" y="6068913"/>
            <a:ext cx="2410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/>
              <a:t>siempre</a:t>
            </a:r>
            <a:r>
              <a:rPr lang="en-US" sz="1600" i="1"/>
              <a:t> </a:t>
            </a:r>
            <a:r>
              <a:rPr lang="en-US" sz="1600" i="1" err="1"/>
              <a:t>devuelve</a:t>
            </a:r>
            <a:r>
              <a:rPr lang="en-US" sz="1600" i="1"/>
              <a:t> un </a:t>
            </a:r>
            <a:r>
              <a:rPr lang="en-US" sz="1600" i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</a:p>
        </p:txBody>
      </p:sp>
    </p:spTree>
    <p:extLst>
      <p:ext uri="{BB962C8B-B14F-4D97-AF65-F5344CB8AC3E}">
        <p14:creationId xmlns:p14="http://schemas.microsoft.com/office/powerpoint/2010/main" val="229044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A8BA5-259B-A8D3-4674-0B8C0C9C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49EE38-5172-2138-D182-399B0B6F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noProof="0" dirty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noProof="0" dirty="0">
                <a:latin typeface="Consolas" panose="020B0609020204030204" pitchFamily="49" charset="0"/>
              </a:rPr>
              <a:t>()</a:t>
            </a:r>
            <a:br>
              <a:rPr lang="es-ES" noProof="0" dirty="0"/>
            </a:br>
            <a:r>
              <a:rPr lang="es-ES" noProof="0" dirty="0"/>
              <a:t>Siempre se interpreta como </a:t>
            </a: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  <a:endParaRPr lang="es-ES" noProof="0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9F04948-D3A3-2BE6-6BE9-00CE48E39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pPr algn="ctr"/>
            <a:r>
              <a:rPr lang="es-ES" u="sng">
                <a:latin typeface="+mj-lt"/>
              </a:rPr>
              <a:t>Input</a:t>
            </a:r>
            <a:endParaRPr lang="en-US" u="sng">
              <a:latin typeface="+mj-lt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673DC311-0E2D-BE87-F9C6-1962A776B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242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N = </a:t>
            </a:r>
            <a:r>
              <a:rPr lang="es-ES" dirty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"Introduzca un Nº entero (N): "</a:t>
            </a:r>
            <a:r>
              <a:rPr lang="es-E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"10 x N ="</a:t>
            </a:r>
            <a:r>
              <a:rPr lang="es-ES" dirty="0">
                <a:latin typeface="Consolas" panose="020B0609020204030204" pitchFamily="49" charset="0"/>
              </a:rPr>
              <a:t>, 10 * N)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069ED00-0AED-8776-D023-1F0B71CCB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9788" y="3671778"/>
            <a:ext cx="10515599" cy="431799"/>
          </a:xfrm>
        </p:spPr>
        <p:txBody>
          <a:bodyPr/>
          <a:lstStyle/>
          <a:p>
            <a:pPr algn="ctr"/>
            <a:r>
              <a:rPr lang="es-ES" u="sng" dirty="0">
                <a:latin typeface="+mj-lt"/>
              </a:rPr>
              <a:t>Output</a:t>
            </a:r>
            <a:endParaRPr lang="en-US" u="sng" dirty="0">
              <a:latin typeface="+mj-lt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95267AEA-4860-CD86-BEE8-E051E71CF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9788" y="4120490"/>
            <a:ext cx="10515600" cy="1393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Introduzca un Nº </a:t>
            </a:r>
            <a:r>
              <a:rPr lang="en-US" dirty="0" err="1">
                <a:latin typeface="Consolas" panose="020B0609020204030204" pitchFamily="49" charset="0"/>
              </a:rPr>
              <a:t>entero</a:t>
            </a:r>
            <a:r>
              <a:rPr lang="en-US" dirty="0">
                <a:latin typeface="Consolas" panose="020B0609020204030204" pitchFamily="49" charset="0"/>
              </a:rPr>
              <a:t> (N): 8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10 x N = 8888888888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9DEFE-1068-641B-5AB3-66AF145D1636}"/>
              </a:ext>
            </a:extLst>
          </p:cNvPr>
          <p:cNvSpPr txBox="1"/>
          <p:nvPr/>
        </p:nvSpPr>
        <p:spPr>
          <a:xfrm>
            <a:off x="2970801" y="5651792"/>
            <a:ext cx="6250430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>
                <a:solidFill>
                  <a:srgbClr val="C00000"/>
                </a:solidFill>
                <a:latin typeface="Consolas" panose="020B0609020204030204" pitchFamily="49" charset="0"/>
              </a:rPr>
              <a:t>NOMBRE_VAR</a:t>
            </a:r>
            <a:r>
              <a:rPr lang="es-ES" sz="2000">
                <a:latin typeface="Consolas" panose="020B0609020204030204" pitchFamily="49" charset="0"/>
              </a:rPr>
              <a:t> = </a:t>
            </a:r>
            <a:r>
              <a:rPr lang="es-ES" sz="2000" noProof="0">
                <a:solidFill>
                  <a:schemeClr val="accent2"/>
                </a:solidFill>
                <a:latin typeface="Consolas" panose="020B0609020204030204" pitchFamily="49" charset="0"/>
              </a:rPr>
              <a:t>input</a:t>
            </a:r>
            <a:r>
              <a:rPr lang="es-ES" sz="2000" noProof="0">
                <a:latin typeface="Consolas" panose="020B0609020204030204" pitchFamily="49" charset="0"/>
              </a:rPr>
              <a:t>(</a:t>
            </a:r>
            <a:r>
              <a:rPr lang="es-ES" sz="2000" noProof="0">
                <a:solidFill>
                  <a:schemeClr val="accent4"/>
                </a:solidFill>
                <a:latin typeface="Consolas" panose="020B0609020204030204" pitchFamily="49" charset="0"/>
              </a:rPr>
              <a:t>MENSAJE_CON_SIGNIFICADO</a:t>
            </a:r>
            <a:r>
              <a:rPr lang="es-ES" sz="2000" noProof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1B2CF-0C6A-5E6C-C956-6E350617B673}"/>
              </a:ext>
            </a:extLst>
          </p:cNvPr>
          <p:cNvSpPr txBox="1"/>
          <p:nvPr/>
        </p:nvSpPr>
        <p:spPr>
          <a:xfrm>
            <a:off x="4890638" y="6068913"/>
            <a:ext cx="2410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err="1"/>
              <a:t>siempre</a:t>
            </a:r>
            <a:r>
              <a:rPr lang="en-US" sz="1600" i="1"/>
              <a:t> </a:t>
            </a:r>
            <a:r>
              <a:rPr lang="en-US" sz="1600" i="1" err="1"/>
              <a:t>devuelve</a:t>
            </a:r>
            <a:r>
              <a:rPr lang="en-US" sz="1600" i="1"/>
              <a:t> un </a:t>
            </a:r>
            <a:r>
              <a:rPr lang="en-US" sz="1600" i="1">
                <a:solidFill>
                  <a:schemeClr val="accent2"/>
                </a:solidFill>
                <a:latin typeface="Consolas" panose="020B0609020204030204" pitchFamily="49" charset="0"/>
              </a:rPr>
              <a:t>str</a:t>
            </a:r>
          </a:p>
        </p:txBody>
      </p:sp>
    </p:spTree>
    <p:extLst>
      <p:ext uri="{BB962C8B-B14F-4D97-AF65-F5344CB8AC3E}">
        <p14:creationId xmlns:p14="http://schemas.microsoft.com/office/powerpoint/2010/main" val="385469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616766-A96B-E836-BA95-8D895E376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300" y="1407549"/>
            <a:ext cx="11201400" cy="41160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FEEC8B-10A3-2A1F-B088-9752269389A5}"/>
              </a:ext>
            </a:extLst>
          </p:cNvPr>
          <p:cNvSpPr txBox="1"/>
          <p:nvPr/>
        </p:nvSpPr>
        <p:spPr>
          <a:xfrm>
            <a:off x="540004" y="1335270"/>
            <a:ext cx="215747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c1_</a:t>
            </a:r>
            <a:r>
              <a:rPr lang="es-ES" dirty="0" err="1">
                <a:latin typeface="Consolas" panose="020B0609020204030204" pitchFamily="49" charset="0"/>
              </a:rPr>
              <a:t>input_str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663678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1992-9273-774A-E8A5-BD372056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64C7-DC9A-B9C5-C146-F92DCC83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Parte II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Iteración (programas no lineales)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66F4-F1C2-0499-C2AC-AE527653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err="1">
                <a:latin typeface="Consolas" panose="020B0609020204030204" pitchFamily="49" charset="0"/>
              </a:rPr>
              <a:t>while</a:t>
            </a:r>
            <a:r>
              <a:rPr lang="es-ES">
                <a:latin typeface="Consolas" panose="020B0609020204030204" pitchFamily="49" charset="0"/>
              </a:rPr>
              <a:t> &amp; </a:t>
            </a:r>
            <a:r>
              <a:rPr lang="es-ES" err="1">
                <a:latin typeface="Consolas" panose="020B0609020204030204" pitchFamily="49" charset="0"/>
              </a:rPr>
              <a:t>for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 err="1">
                <a:latin typeface="Consolas" panose="020B0609020204030204" pitchFamily="49" charset="0"/>
              </a:rPr>
              <a:t>loops</a:t>
            </a:r>
            <a:endParaRPr lang="es-E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990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C628C-99F2-5DBC-ED90-05648891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P</a:t>
            </a:r>
            <a:r>
              <a:rPr lang="es-ES" noProof="0" dirty="0" err="1"/>
              <a:t>rogramas</a:t>
            </a:r>
            <a:r>
              <a:rPr lang="es-ES" noProof="0" dirty="0"/>
              <a:t> lineales: poca flexibilidad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C1748D-8719-0DE7-804B-10A093CCFB2A}"/>
              </a:ext>
            </a:extLst>
          </p:cNvPr>
          <p:cNvGrpSpPr/>
          <p:nvPr/>
        </p:nvGrpSpPr>
        <p:grpSpPr>
          <a:xfrm>
            <a:off x="4301413" y="1838131"/>
            <a:ext cx="3589175" cy="3937518"/>
            <a:chOff x="4301413" y="1838131"/>
            <a:chExt cx="3589175" cy="39375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4137B76-2201-A6DD-C483-D0FE9B0725E4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F443766-F917-C31B-A660-BAB8F5959CD0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63A141EC-11DA-7F49-E5D2-77C3AAAB235A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E3E0105-5B8C-A2E0-96A2-3AC6BDB181A9}"/>
                </a:ext>
              </a:extLst>
            </p:cNvPr>
            <p:cNvCxnSpPr>
              <a:cxnSpLocks/>
            </p:cNvCxnSpPr>
            <p:nvPr/>
          </p:nvCxnSpPr>
          <p:spPr>
            <a:xfrm>
              <a:off x="6865776" y="3335696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1564FDF-93EB-3A4A-FF37-C3C61719AD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6172" y="3331030"/>
              <a:ext cx="580053" cy="531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2F95CB-D38E-CBAF-1C89-C7EA7A196BEF}"/>
                </a:ext>
              </a:extLst>
            </p:cNvPr>
            <p:cNvSpPr/>
            <p:nvPr/>
          </p:nvSpPr>
          <p:spPr>
            <a:xfrm>
              <a:off x="4301413" y="3862874"/>
              <a:ext cx="88951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Bloque </a:t>
              </a:r>
              <a:r>
                <a:rPr lang="es-ES" b="1" noProof="0"/>
                <a:t>True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6C5D79-B800-D5D8-0A65-A7BDC222F322}"/>
                </a:ext>
              </a:extLst>
            </p:cNvPr>
            <p:cNvSpPr/>
            <p:nvPr/>
          </p:nvSpPr>
          <p:spPr>
            <a:xfrm>
              <a:off x="7001070" y="3862874"/>
              <a:ext cx="889518" cy="70912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Bloque </a:t>
              </a:r>
              <a:r>
                <a:rPr lang="es-ES" b="1" noProof="0"/>
                <a:t>False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3ABE9F-EC00-B7F0-34DD-9E661391BBE4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EE4605D-1746-F410-055C-2D4E7D63B703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746172" y="4572000"/>
              <a:ext cx="1349829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68F58AD-A14B-80F6-5436-C13AE1D64AF1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6096001" y="4572000"/>
              <a:ext cx="1349828" cy="513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5F5F57-7311-32C7-0E8C-293B4BB6C7AA}"/>
              </a:ext>
            </a:extLst>
          </p:cNvPr>
          <p:cNvCxnSpPr/>
          <p:nvPr/>
        </p:nvCxnSpPr>
        <p:spPr>
          <a:xfrm>
            <a:off x="8448675" y="1838131"/>
            <a:ext cx="0" cy="40102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E2CCC6-E026-EBFB-1496-5B6EF4276211}"/>
              </a:ext>
            </a:extLst>
          </p:cNvPr>
          <p:cNvSpPr txBox="1"/>
          <p:nvPr/>
        </p:nvSpPr>
        <p:spPr>
          <a:xfrm>
            <a:off x="8540620" y="3094672"/>
            <a:ext cx="226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noProof="0" dirty="0">
                <a:solidFill>
                  <a:srgbClr val="C00000"/>
                </a:solidFill>
              </a:rPr>
              <a:t>Solo se puede pasar una vez por el código</a:t>
            </a:r>
          </a:p>
          <a:p>
            <a:pPr algn="ctr"/>
            <a:endParaRPr lang="es-ES" i="1" noProof="0" dirty="0">
              <a:solidFill>
                <a:srgbClr val="C00000"/>
              </a:solidFill>
            </a:endParaRPr>
          </a:p>
          <a:p>
            <a:pPr algn="ctr"/>
            <a:r>
              <a:rPr lang="es-ES" i="1" noProof="0" dirty="0">
                <a:solidFill>
                  <a:srgbClr val="C00000"/>
                </a:solidFill>
              </a:rPr>
              <a:t>(útil, pero limitado)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FA8B3-24DE-D182-03CE-F730E51FA9A1}"/>
              </a:ext>
            </a:extLst>
          </p:cNvPr>
          <p:cNvSpPr txBox="1"/>
          <p:nvPr/>
        </p:nvSpPr>
        <p:spPr>
          <a:xfrm>
            <a:off x="1014299" y="2429509"/>
            <a:ext cx="2449691" cy="3736341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txBody>
          <a:bodyPr wrap="none" rtlCol="0">
            <a:no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4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22D50E-512A-E249-B760-0E214997669B}"/>
              </a:ext>
            </a:extLst>
          </p:cNvPr>
          <p:cNvSpPr txBox="1"/>
          <p:nvPr/>
        </p:nvSpPr>
        <p:spPr>
          <a:xfrm>
            <a:off x="1305320" y="1416368"/>
            <a:ext cx="1913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endParaRPr lang="es-E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 err="1">
                <a:latin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endParaRPr lang="es-E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 err="1">
                <a:latin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endParaRPr lang="es-E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dirty="0" err="1">
                <a:latin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dirty="0" err="1">
                <a:latin typeface="Consolas" panose="020B0609020204030204" pitchFamily="49" charset="0"/>
              </a:rPr>
              <a:t>-</a:t>
            </a:r>
            <a:r>
              <a:rPr lang="es-ES" sz="140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endParaRPr lang="en-US" sz="14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36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47C3-1C67-DF26-D1C1-831DB38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11872B-44B6-C111-FD52-C6F31EE3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EJEMPLO </a:t>
            </a:r>
            <a:endParaRPr lang="es-ES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25328D-DB3B-0D75-3F1D-CFC8F21ED24E}"/>
              </a:ext>
            </a:extLst>
          </p:cNvPr>
          <p:cNvSpPr/>
          <p:nvPr/>
        </p:nvSpPr>
        <p:spPr>
          <a:xfrm>
            <a:off x="660917" y="1259801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7011BE-6704-C689-0DD0-56C068DCC5DD}"/>
              </a:ext>
            </a:extLst>
          </p:cNvPr>
          <p:cNvSpPr/>
          <p:nvPr/>
        </p:nvSpPr>
        <p:spPr>
          <a:xfrm>
            <a:off x="820420" y="1353107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7007E0-AD41-86F9-CF61-939C4A86607A}"/>
              </a:ext>
            </a:extLst>
          </p:cNvPr>
          <p:cNvSpPr/>
          <p:nvPr/>
        </p:nvSpPr>
        <p:spPr>
          <a:xfrm>
            <a:off x="979922" y="1446413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foto_3.tif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A76274-13D0-7B85-8DE0-6C3FD28BFE25}"/>
              </a:ext>
            </a:extLst>
          </p:cNvPr>
          <p:cNvSpPr txBox="1"/>
          <p:nvPr/>
        </p:nvSpPr>
        <p:spPr>
          <a:xfrm>
            <a:off x="984267" y="2678670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D46D9B-8375-57B4-A454-254F219D9C78}"/>
              </a:ext>
            </a:extLst>
          </p:cNvPr>
          <p:cNvSpPr txBox="1"/>
          <p:nvPr/>
        </p:nvSpPr>
        <p:spPr>
          <a:xfrm>
            <a:off x="2994641" y="2096078"/>
            <a:ext cx="32347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foto_1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 = foto_1[0:-4]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 = foto_2[0:-4]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nombre_foto_3 = foto_3[0:-4]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EF8B25-0742-E328-DD4B-0FA698426A55}"/>
              </a:ext>
            </a:extLst>
          </p:cNvPr>
          <p:cNvSpPr txBox="1"/>
          <p:nvPr/>
        </p:nvSpPr>
        <p:spPr>
          <a:xfrm>
            <a:off x="9724096" y="2637532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becario_2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662ED8-0E97-D8EC-7CAC-4D84F5940105}"/>
              </a:ext>
            </a:extLst>
          </p:cNvPr>
          <p:cNvGrpSpPr/>
          <p:nvPr/>
        </p:nvGrpSpPr>
        <p:grpSpPr>
          <a:xfrm>
            <a:off x="6922699" y="-1838103"/>
            <a:ext cx="4612013" cy="4411077"/>
            <a:chOff x="7297917" y="-1838103"/>
            <a:chExt cx="4612013" cy="441107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3B06A0A-64B5-EB33-864A-ECC20D9519A6}"/>
                </a:ext>
              </a:extLst>
            </p:cNvPr>
            <p:cNvSpPr/>
            <p:nvPr/>
          </p:nvSpPr>
          <p:spPr>
            <a:xfrm>
              <a:off x="7297917" y="-183810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023631D-835F-3F57-5AEA-0F5D3D3B77B7}"/>
                </a:ext>
              </a:extLst>
            </p:cNvPr>
            <p:cNvSpPr/>
            <p:nvPr/>
          </p:nvSpPr>
          <p:spPr>
            <a:xfrm>
              <a:off x="7446868" y="-1665234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804BFE-7DCF-AD5B-F6CE-083425859BDD}"/>
                </a:ext>
              </a:extLst>
            </p:cNvPr>
            <p:cNvSpPr/>
            <p:nvPr/>
          </p:nvSpPr>
          <p:spPr>
            <a:xfrm>
              <a:off x="7595819" y="-1492365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C647BB-EC05-FC0F-EF1D-B41E4623E541}"/>
                </a:ext>
              </a:extLst>
            </p:cNvPr>
            <p:cNvSpPr/>
            <p:nvPr/>
          </p:nvSpPr>
          <p:spPr>
            <a:xfrm>
              <a:off x="7744770" y="-1319496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45A941-33EF-373F-3AD9-461943E354AC}"/>
                </a:ext>
              </a:extLst>
            </p:cNvPr>
            <p:cNvSpPr/>
            <p:nvPr/>
          </p:nvSpPr>
          <p:spPr>
            <a:xfrm>
              <a:off x="7893721" y="-1146627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358EE57-2B4E-BD4B-5D1B-53BAC331E377}"/>
                </a:ext>
              </a:extLst>
            </p:cNvPr>
            <p:cNvSpPr/>
            <p:nvPr/>
          </p:nvSpPr>
          <p:spPr>
            <a:xfrm>
              <a:off x="8042672" y="-973758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CB812E6-65F7-EEA7-7669-CD54AD871DFB}"/>
                </a:ext>
              </a:extLst>
            </p:cNvPr>
            <p:cNvSpPr/>
            <p:nvPr/>
          </p:nvSpPr>
          <p:spPr>
            <a:xfrm>
              <a:off x="8191623" y="-800889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52ED552-205F-27F6-4F1C-B3F572BC2268}"/>
                </a:ext>
              </a:extLst>
            </p:cNvPr>
            <p:cNvSpPr/>
            <p:nvPr/>
          </p:nvSpPr>
          <p:spPr>
            <a:xfrm>
              <a:off x="8340574" y="-628020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B8CC8C-0A62-08E7-5274-31D017483B33}"/>
                </a:ext>
              </a:extLst>
            </p:cNvPr>
            <p:cNvSpPr/>
            <p:nvPr/>
          </p:nvSpPr>
          <p:spPr>
            <a:xfrm>
              <a:off x="8489525" y="-455151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FB1EE6F-B371-120E-C594-5D0E51810B70}"/>
                </a:ext>
              </a:extLst>
            </p:cNvPr>
            <p:cNvSpPr/>
            <p:nvPr/>
          </p:nvSpPr>
          <p:spPr>
            <a:xfrm>
              <a:off x="8638476" y="-282282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4B7A96C-9ABC-65CD-BF94-97300432D766}"/>
                </a:ext>
              </a:extLst>
            </p:cNvPr>
            <p:cNvSpPr/>
            <p:nvPr/>
          </p:nvSpPr>
          <p:spPr>
            <a:xfrm>
              <a:off x="8787427" y="-10941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DA57C79-8708-25EB-4EFD-9E577669C7DC}"/>
                </a:ext>
              </a:extLst>
            </p:cNvPr>
            <p:cNvSpPr/>
            <p:nvPr/>
          </p:nvSpPr>
          <p:spPr>
            <a:xfrm>
              <a:off x="8936378" y="63456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44E53D-D7D3-2420-2CFC-F239211B6970}"/>
                </a:ext>
              </a:extLst>
            </p:cNvPr>
            <p:cNvSpPr/>
            <p:nvPr/>
          </p:nvSpPr>
          <p:spPr>
            <a:xfrm>
              <a:off x="9085329" y="236325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FF33B8D-470A-CC32-4C65-326C50CD6F95}"/>
                </a:ext>
              </a:extLst>
            </p:cNvPr>
            <p:cNvSpPr/>
            <p:nvPr/>
          </p:nvSpPr>
          <p:spPr>
            <a:xfrm>
              <a:off x="9234280" y="409194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8F65473-6DE7-868A-1E08-9F2092F7A368}"/>
                </a:ext>
              </a:extLst>
            </p:cNvPr>
            <p:cNvSpPr/>
            <p:nvPr/>
          </p:nvSpPr>
          <p:spPr>
            <a:xfrm>
              <a:off x="9383231" y="58206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9D96E62-428B-67A1-056E-B3B356EDF489}"/>
                </a:ext>
              </a:extLst>
            </p:cNvPr>
            <p:cNvSpPr/>
            <p:nvPr/>
          </p:nvSpPr>
          <p:spPr>
            <a:xfrm>
              <a:off x="9532182" y="754932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9B24913-6CDC-3034-1356-498E0B17DBE3}"/>
                </a:ext>
              </a:extLst>
            </p:cNvPr>
            <p:cNvSpPr/>
            <p:nvPr/>
          </p:nvSpPr>
          <p:spPr>
            <a:xfrm>
              <a:off x="9681133" y="927801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299238D-3DE8-3EE4-EADD-31A3FF68B631}"/>
                </a:ext>
              </a:extLst>
            </p:cNvPr>
            <p:cNvSpPr/>
            <p:nvPr/>
          </p:nvSpPr>
          <p:spPr>
            <a:xfrm>
              <a:off x="9830084" y="1100670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460FD3D-F51D-CF85-262F-F2E75C0B5134}"/>
                </a:ext>
              </a:extLst>
            </p:cNvPr>
            <p:cNvSpPr/>
            <p:nvPr/>
          </p:nvSpPr>
          <p:spPr>
            <a:xfrm>
              <a:off x="9979035" y="1273539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AAE49CB-9B73-8A2B-C534-B13B2379B047}"/>
                </a:ext>
              </a:extLst>
            </p:cNvPr>
            <p:cNvSpPr/>
            <p:nvPr/>
          </p:nvSpPr>
          <p:spPr>
            <a:xfrm>
              <a:off x="10127992" y="1446413"/>
              <a:ext cx="1781938" cy="1126561"/>
            </a:xfrm>
            <a:prstGeom prst="rect">
              <a:avLst/>
            </a:pr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foto_2053.tif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EDD60EC-1F9B-BFA3-CD46-9FE169586F0E}"/>
              </a:ext>
            </a:extLst>
          </p:cNvPr>
          <p:cNvSpPr txBox="1"/>
          <p:nvPr/>
        </p:nvSpPr>
        <p:spPr>
          <a:xfrm>
            <a:off x="6328551" y="-15406930"/>
            <a:ext cx="3458889" cy="2206758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foto_1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 = foto_1[0:-4]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 = foto_2[0:-4]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nombre_foto3 = foto_3[0:-4]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foto_4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"foto_4.tif"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largo_foto_4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(foto_4)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tipo_foto_4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(foto_4)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nombre_foto_4 = foto_4[0:-4]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foto_5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"foto_5.tif"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largo_foto_5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(foto_5)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tipo_foto_5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(foto_5)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nombre_foto_5 = foto_5[0:-4]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foto_6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"foto_6.tif"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largo_foto_6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(foto_6)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tipo_foto_6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(foto_6)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nombre_foto_6 = foto_6[0:-4]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foto_7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"foto_7.tif"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largo_foto_7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(foto_7)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tipo_foto_7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(foto_7)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nombre_foto_7 = foto_7[0:-4]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foto_8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"foto_8.tif"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largo_foto_8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(foto_8)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tipo_foto_8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(foto_8)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nombre_foto_8 = foto_8[0:-4]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foto_9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"foto_9.tif"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largo_foto_9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(foto_9)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tipo_foto_9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(foto_9)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nombre_foto_9 = foto_9[0:-4]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foto_10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"foto_10.tif"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largo_foto_10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(foto_10)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tipo_foto_10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(foto_10)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nombre_foto_10 = foto_10[0:-4]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foto_11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"foto_11.tif"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largo_foto_11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(foto_11)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tipo_foto_11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(foto_11)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nombre_foto_11 = foto_11[0:-4]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foto_12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"foto_12.tif"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largo_foto_12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(foto_12)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tipo_foto_12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(foto_12)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nombre_foto_12 = foto_12[0:-4]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foto_13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"foto_13.tif"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largo_foto_13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(foto_13)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tipo_foto_13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(foto_13)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nombre_foto_13 = foto_13[0:-4]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foto_14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"foto_14.tif"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largo_foto_14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(foto_14)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tipo_foto_14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(foto_14)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nombre_foto_14 = foto_14[0:-4]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foto_15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"foto_15.tif"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largo_foto_15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(foto_15)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tipo_foto_15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(foto_15)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nombre_foto_15 = foto_15[0:-4]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foto_16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"foto_16.tif"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largo_foto_16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(foto_16)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tipo_foto_16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(foto_16)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nombre_foto_16 = foto_16[0:-4]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foto_17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"foto_17.tif"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largo_foto_17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(foto_17)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tipo_foto_17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(foto_17)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nombre_foto_17 = foto_17[0:-4]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foto_18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"foto_18.tif"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largo_foto_18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(foto_18)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tipo_foto_18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(foto_18)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nombre_foto_18 = foto_18[0:-4]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foto_19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"foto_19.tif"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largo_foto_19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(foto_19)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tipo_foto_19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(foto_19)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nombre_foto_19 = foto_19[0:-4]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foto_20 = </a:t>
            </a:r>
            <a:r>
              <a:rPr lang="en-US" sz="1400">
                <a:solidFill>
                  <a:schemeClr val="accent6"/>
                </a:solidFill>
                <a:latin typeface="Consolas" panose="020B0609020204030204" pitchFamily="49" charset="0"/>
              </a:rPr>
              <a:t>"foto_20.tif"</a:t>
            </a:r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largo_foto_20 = </a:t>
            </a:r>
            <a:r>
              <a:rPr lang="en-US" sz="140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(foto_20)</a:t>
            </a:r>
          </a:p>
          <a:p>
            <a:r>
              <a:rPr lang="en-US" sz="1400">
                <a:latin typeface="Consolas" panose="020B0609020204030204" pitchFamily="49" charset="0"/>
              </a:rPr>
              <a:t>tipo_foto_20 = </a:t>
            </a:r>
            <a:r>
              <a:rPr lang="en-US" sz="140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>
                <a:latin typeface="Consolas" panose="020B0609020204030204" pitchFamily="49" charset="0"/>
              </a:rPr>
              <a:t>(foto_20)</a:t>
            </a:r>
          </a:p>
          <a:p>
            <a:r>
              <a:rPr lang="en-US" sz="1400">
                <a:latin typeface="Consolas" panose="020B0609020204030204" pitchFamily="49" charset="0"/>
              </a:rPr>
              <a:t>nombre_foto_20 = foto_20[0:-4]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98722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5900-E5F6-E38E-5C61-43FD6165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6339D1-AFE9-B76A-1FD2-8E878260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Los bucles permiten reutilizar el código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831740-F1B1-B066-DCEE-AD01D7BEDE2C}"/>
              </a:ext>
            </a:extLst>
          </p:cNvPr>
          <p:cNvGrpSpPr/>
          <p:nvPr/>
        </p:nvGrpSpPr>
        <p:grpSpPr>
          <a:xfrm>
            <a:off x="4384418" y="1894116"/>
            <a:ext cx="3208664" cy="3937518"/>
            <a:chOff x="4384418" y="1838131"/>
            <a:chExt cx="3208664" cy="393751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E469CA7-FCBC-D284-980F-43C3911EE41C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262C2F0-7F15-B0C9-3771-C53ADA54D110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B69692C-8048-DB72-A9F9-44A315B26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603DEB-4286-B15E-AD65-36CD79D56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CBDC73C-73AE-CBA1-4571-40F02F27E506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E3883C9-255B-68F4-2F0D-D890A207E49D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72A6AAC9-83B0-2C6A-D874-9DD04F456196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1D0E43-E56D-AAED-9A45-AE0DBDF5DD65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BFDBF5-38CF-A5FE-E071-0A0712118B6A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89271504-6969-3653-5294-2124F78DE553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F54FEDD-1EAC-A551-D26A-F5C225D6289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6369BA-FB26-8BDF-7B14-7B01373C2D44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A27BC1-F7E1-BE3A-44EC-905BAB52EA76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AC7981-FCC5-9410-C5F9-09134C4A5395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2537BA8-8062-5AA8-E2EE-2F21DFD53714}"/>
              </a:ext>
            </a:extLst>
          </p:cNvPr>
          <p:cNvSpPr txBox="1"/>
          <p:nvPr/>
        </p:nvSpPr>
        <p:spPr>
          <a:xfrm>
            <a:off x="1163791" y="4721291"/>
            <a:ext cx="298833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foto_i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f</a:t>
            </a:r>
            <a:r>
              <a:rPr lang="en-US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"foto</a:t>
            </a:r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_{</a:t>
            </a:r>
            <a:r>
              <a:rPr lang="en-US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}.</a:t>
            </a:r>
            <a:r>
              <a:rPr lang="en-US" sz="1400" dirty="0" err="1">
                <a:solidFill>
                  <a:schemeClr val="accent6"/>
                </a:solidFill>
                <a:latin typeface="Consolas" panose="020B0609020204030204" pitchFamily="49" charset="0"/>
              </a:rPr>
              <a:t>tif</a:t>
            </a:r>
            <a:r>
              <a:rPr 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largo_foto_i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foto_i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tipo_foto_i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foto_i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nombre_foto_i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foto_i</a:t>
            </a:r>
            <a:r>
              <a:rPr lang="en-US" sz="1400" dirty="0">
                <a:latin typeface="Consolas" panose="020B0609020204030204" pitchFamily="49" charset="0"/>
              </a:rPr>
              <a:t>[0:-4]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7A6035-F9B7-FA3A-06C8-5828734556A8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152122" y="4721291"/>
            <a:ext cx="1127933" cy="477054"/>
          </a:xfrm>
          <a:prstGeom prst="straightConnector1">
            <a:avLst/>
          </a:prstGeom>
          <a:ln>
            <a:solidFill>
              <a:srgbClr val="719E3C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00FA4BD-5E1D-37DB-27F3-EF1E78F84C3C}"/>
              </a:ext>
            </a:extLst>
          </p:cNvPr>
          <p:cNvSpPr txBox="1"/>
          <p:nvPr/>
        </p:nvSpPr>
        <p:spPr>
          <a:xfrm>
            <a:off x="1946447" y="4306906"/>
            <a:ext cx="142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="1" dirty="0"/>
              <a:t> </a:t>
            </a:r>
            <a:r>
              <a:rPr lang="en-US" dirty="0">
                <a:sym typeface="Wingdings" panose="05000000000000000000" pitchFamily="2" charset="2"/>
              </a:rPr>
              <a:t>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85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E1B9-5040-2689-F503-5F6B37F7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91249B-F392-9589-86F9-C5E4312B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Dos tipos de bucles</a:t>
            </a:r>
            <a:endParaRPr lang="es-E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87EBC-EB59-8C33-8E95-F7E7FA516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>
                <a:solidFill>
                  <a:srgbClr val="7030A0"/>
                </a:solidFill>
              </a:rPr>
              <a:t>while</a:t>
            </a:r>
            <a:r>
              <a:rPr lang="en-US"/>
              <a:t> loops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D65920-857E-8C64-C13B-8FC1A1037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Cuando el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veces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necesita</a:t>
            </a:r>
            <a:r>
              <a:rPr lang="en-US"/>
              <a:t> </a:t>
            </a:r>
            <a:r>
              <a:rPr lang="en-US" err="1"/>
              <a:t>repetir</a:t>
            </a:r>
            <a:r>
              <a:rPr lang="en-US"/>
              <a:t> el </a:t>
            </a:r>
            <a:r>
              <a:rPr lang="en-US" err="1"/>
              <a:t>código</a:t>
            </a:r>
            <a:r>
              <a:rPr lang="en-US"/>
              <a:t> es </a:t>
            </a:r>
            <a:r>
              <a:rPr lang="en-US" b="1" err="1"/>
              <a:t>indeterminado</a:t>
            </a:r>
            <a:endParaRPr lang="en-US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CB58CC8-A1FC-5A7D-2EE6-255E4AAE5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>
                <a:solidFill>
                  <a:srgbClr val="7030A0"/>
                </a:solidFill>
              </a:rPr>
              <a:t>for</a:t>
            </a:r>
            <a:r>
              <a:rPr lang="en-US"/>
              <a:t> loops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5D7CAE-CEC5-C579-5583-398A12CC7F3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Cuando el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veces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necesita</a:t>
            </a:r>
            <a:r>
              <a:rPr lang="en-US"/>
              <a:t> </a:t>
            </a:r>
            <a:r>
              <a:rPr lang="en-US" err="1"/>
              <a:t>repetir</a:t>
            </a:r>
            <a:r>
              <a:rPr lang="en-US"/>
              <a:t> el </a:t>
            </a:r>
            <a:r>
              <a:rPr lang="en-US" err="1"/>
              <a:t>código</a:t>
            </a:r>
            <a:r>
              <a:rPr lang="en-US"/>
              <a:t> es </a:t>
            </a:r>
            <a:r>
              <a:rPr lang="en-US" b="1" err="1"/>
              <a:t>conocido</a:t>
            </a:r>
            <a:endParaRPr lang="en-US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428F8F-9FE7-23E8-14EF-78FAC82D216D}"/>
              </a:ext>
            </a:extLst>
          </p:cNvPr>
          <p:cNvSpPr/>
          <p:nvPr/>
        </p:nvSpPr>
        <p:spPr>
          <a:xfrm>
            <a:off x="8867402" y="4613556"/>
            <a:ext cx="1781938" cy="1126561"/>
          </a:xfrm>
          <a:prstGeom prst="rect">
            <a:avLst/>
          </a:prstGeom>
          <a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</a:t>
            </a:r>
            <a:r>
              <a:rPr lang="en-US" b="1">
                <a:solidFill>
                  <a:schemeClr val="tx1"/>
                </a:solidFill>
              </a:rPr>
              <a:t>2053</a:t>
            </a:r>
            <a:r>
              <a:rPr lang="en-US">
                <a:solidFill>
                  <a:schemeClr val="tx1"/>
                </a:solidFill>
              </a:rPr>
              <a:t>.tif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2DAAEC-A340-39C4-27EA-AC99B3E13C59}"/>
              </a:ext>
            </a:extLst>
          </p:cNvPr>
          <p:cNvSpPr/>
          <p:nvPr/>
        </p:nvSpPr>
        <p:spPr>
          <a:xfrm>
            <a:off x="6730432" y="4613555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foto_</a:t>
            </a:r>
            <a:r>
              <a:rPr lang="en-US" b="1">
                <a:solidFill>
                  <a:schemeClr val="tx1"/>
                </a:solidFill>
              </a:rPr>
              <a:t>3</a:t>
            </a:r>
            <a:r>
              <a:rPr lang="en-US">
                <a:solidFill>
                  <a:schemeClr val="tx1"/>
                </a:solidFill>
              </a:rPr>
              <a:t>.tif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251BA4-A3B3-7FCE-B83F-B6E8F1163D21}"/>
              </a:ext>
            </a:extLst>
          </p:cNvPr>
          <p:cNvCxnSpPr/>
          <p:nvPr/>
        </p:nvCxnSpPr>
        <p:spPr>
          <a:xfrm>
            <a:off x="7736115" y="4368801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0802667-C0FA-8B84-79B4-100B2A06938F}"/>
              </a:ext>
            </a:extLst>
          </p:cNvPr>
          <p:cNvCxnSpPr/>
          <p:nvPr/>
        </p:nvCxnSpPr>
        <p:spPr>
          <a:xfrm>
            <a:off x="9913258" y="4368801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4097B5-7DE5-38A8-71C1-3792ACF6A98F}"/>
              </a:ext>
            </a:extLst>
          </p:cNvPr>
          <p:cNvSpPr txBox="1"/>
          <p:nvPr/>
        </p:nvSpPr>
        <p:spPr>
          <a:xfrm>
            <a:off x="7305997" y="4021696"/>
            <a:ext cx="86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 </a:t>
            </a:r>
            <a:r>
              <a:rPr lang="en-US" err="1"/>
              <a:t>fotos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EA2722-CD11-3D12-EC20-A7708FC775EC}"/>
              </a:ext>
            </a:extLst>
          </p:cNvPr>
          <p:cNvSpPr txBox="1"/>
          <p:nvPr/>
        </p:nvSpPr>
        <p:spPr>
          <a:xfrm>
            <a:off x="9297993" y="4021696"/>
            <a:ext cx="123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2053 </a:t>
            </a:r>
            <a:r>
              <a:rPr lang="en-US" err="1"/>
              <a:t>fotos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BBDC2C-93B3-7634-A5D1-19072E5FB71C}"/>
              </a:ext>
            </a:extLst>
          </p:cNvPr>
          <p:cNvSpPr/>
          <p:nvPr/>
        </p:nvSpPr>
        <p:spPr>
          <a:xfrm>
            <a:off x="1229518" y="4613555"/>
            <a:ext cx="1781938" cy="1126561"/>
          </a:xfrm>
          <a:prstGeom prst="rect">
            <a:avLst/>
          </a:prstGeom>
          <a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EDA8571-F181-D472-D1F3-64414824D6EE}"/>
              </a:ext>
            </a:extLst>
          </p:cNvPr>
          <p:cNvSpPr/>
          <p:nvPr/>
        </p:nvSpPr>
        <p:spPr>
          <a:xfrm>
            <a:off x="1712686" y="4391027"/>
            <a:ext cx="1785257" cy="413201"/>
          </a:xfrm>
          <a:custGeom>
            <a:avLst/>
            <a:gdLst>
              <a:gd name="csX0" fmla="*/ 0 w 1785257"/>
              <a:gd name="csY0" fmla="*/ 436400 h 436400"/>
              <a:gd name="csX1" fmla="*/ 1059543 w 1785257"/>
              <a:gd name="csY1" fmla="*/ 15485 h 436400"/>
              <a:gd name="csX2" fmla="*/ 1785257 w 1785257"/>
              <a:gd name="csY2" fmla="*/ 131600 h 43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5257" h="436400">
                <a:moveTo>
                  <a:pt x="0" y="436400"/>
                </a:moveTo>
                <a:cubicBezTo>
                  <a:pt x="381000" y="251342"/>
                  <a:pt x="762000" y="66285"/>
                  <a:pt x="1059543" y="15485"/>
                </a:cubicBezTo>
                <a:cubicBezTo>
                  <a:pt x="1357086" y="-35315"/>
                  <a:pt x="1571171" y="48142"/>
                  <a:pt x="1785257" y="13160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6BEC9A-6EF9-FD58-EFD8-CF85B94C2D1A}"/>
              </a:ext>
            </a:extLst>
          </p:cNvPr>
          <p:cNvSpPr txBox="1"/>
          <p:nvPr/>
        </p:nvSpPr>
        <p:spPr>
          <a:xfrm>
            <a:off x="3301733" y="4539787"/>
            <a:ext cx="2340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Nº de </a:t>
            </a:r>
            <a:r>
              <a:rPr lang="en-US" b="1" err="1"/>
              <a:t>elementos</a:t>
            </a:r>
            <a:endParaRPr lang="en-US" b="1"/>
          </a:p>
          <a:p>
            <a:pPr algn="ctr"/>
            <a:r>
              <a:rPr lang="en-US" b="1" err="1"/>
              <a:t>por</a:t>
            </a:r>
            <a:r>
              <a:rPr lang="en-US" b="1"/>
              <a:t> </a:t>
            </a:r>
            <a:r>
              <a:rPr lang="en-US" b="1" err="1"/>
              <a:t>foto</a:t>
            </a:r>
            <a:endParaRPr lang="en-US" b="1"/>
          </a:p>
          <a:p>
            <a:pPr algn="ctr"/>
            <a:r>
              <a:rPr lang="en-US"/>
              <a:t>(</a:t>
            </a:r>
            <a:r>
              <a:rPr lang="en-US" err="1"/>
              <a:t>algunas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y</a:t>
            </a:r>
          </a:p>
          <a:p>
            <a:pPr algn="ctr"/>
            <a:r>
              <a:rPr lang="en-US" err="1"/>
              <a:t>otras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)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989176C-2DF7-4FC2-D03B-2504A26EC1B3}"/>
              </a:ext>
            </a:extLst>
          </p:cNvPr>
          <p:cNvGrpSpPr/>
          <p:nvPr/>
        </p:nvGrpSpPr>
        <p:grpSpPr>
          <a:xfrm>
            <a:off x="13014068" y="1894116"/>
            <a:ext cx="3208664" cy="3937518"/>
            <a:chOff x="4384418" y="1838131"/>
            <a:chExt cx="3208664" cy="393751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EA366CA-84CF-4603-9A27-A67D9185B5FA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C3F56782-1208-4D83-9DDF-00471D599CD2}"/>
                  </a:ext>
                </a:extLst>
              </p:cNvPr>
              <p:cNvCxnSpPr>
                <a:cxnSpLocks/>
                <a:stCxn id="78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B6D1AC7-F515-729D-E7D2-559C620495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013C683-8C43-8DC7-A79D-F93565731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D84A09C-F096-4DA1-2001-CC59D8398343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32FBF9D-51A5-EA54-B252-66F8DC069950}"/>
                </a:ext>
              </a:extLst>
            </p:cNvPr>
            <p:cNvCxnSpPr>
              <a:cxnSpLocks/>
              <a:stCxn id="76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Diamond 77">
              <a:extLst>
                <a:ext uri="{FF2B5EF4-FFF2-40B4-BE49-F238E27FC236}">
                  <a16:creationId xmlns:a16="http://schemas.microsoft.com/office/drawing/2014/main" id="{BAC1B32E-DA5B-2E0B-E623-BC911FA68343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E84BFD4-2C79-E2CB-F945-BA2A80BA59A6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C051129-DCD6-27B6-B171-F972396F2CB8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8CB56D1C-1941-8BC5-C84D-5C4BA1B68C58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F1E1616-3247-B67A-5850-C0FEAE278D39}"/>
                </a:ext>
              </a:extLst>
            </p:cNvPr>
            <p:cNvCxnSpPr>
              <a:stCxn id="78" idx="2"/>
              <a:endCxn id="79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23BB785-9EB9-02E2-75AB-FA6520640594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4A6F2DB-4994-29E2-E984-F111447ACFC1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3141CAD-43F4-8F66-B67D-E0DB48E3AFF0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7275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F9F4-BC8B-33DC-9296-644A4D67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EE9517-4F11-88EB-F867-45D819B1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endParaRPr lang="es-ES" noProof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57B996A-EADF-1A06-603B-9B8A3CDEB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  <a:p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toma</a:t>
            </a:r>
            <a:r>
              <a:rPr lang="en-US">
                <a:latin typeface="+mj-lt"/>
              </a:rPr>
              <a:t> el valor de un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bool</a:t>
            </a:r>
          </a:p>
          <a:p>
            <a:r>
              <a:rPr lang="en-US"/>
              <a:t>Si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/>
              <a:t> == </a:t>
            </a:r>
            <a:r>
              <a:rPr lang="en-US">
                <a:solidFill>
                  <a:srgbClr val="7030A0"/>
                </a:solidFill>
              </a:rPr>
              <a:t>True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>
                <a:sym typeface="Wingdings" panose="05000000000000000000" pitchFamily="2" charset="2"/>
              </a:rPr>
              <a:t> se </a:t>
            </a:r>
            <a:r>
              <a:rPr lang="en-US" err="1">
                <a:sym typeface="Wingdings" panose="05000000000000000000" pitchFamily="2" charset="2"/>
              </a:rPr>
              <a:t>ejecuta</a:t>
            </a:r>
            <a:r>
              <a:rPr lang="en-US">
                <a:sym typeface="Wingdings" panose="05000000000000000000" pitchFamily="2" charset="2"/>
              </a:rPr>
              <a:t> el </a:t>
            </a:r>
            <a:r>
              <a:rPr lang="en-US" err="1">
                <a:sym typeface="Wingdings" panose="05000000000000000000" pitchFamily="2" charset="2"/>
              </a:rPr>
              <a:t>bloque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repite</a:t>
            </a:r>
            <a:r>
              <a:rPr lang="en-US">
                <a:sym typeface="Wingdings" panose="05000000000000000000" pitchFamily="2" charset="2"/>
              </a:rPr>
              <a:t> hasta </a:t>
            </a:r>
            <a:r>
              <a:rPr lang="en-US" err="1">
                <a:sym typeface="Wingdings" panose="05000000000000000000" pitchFamily="2" charset="2"/>
              </a:rPr>
              <a:t>que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condición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/>
              <a:t> == </a:t>
            </a:r>
            <a:r>
              <a:rPr lang="en-US">
                <a:solidFill>
                  <a:srgbClr val="7030A0"/>
                </a:solidFill>
              </a:rPr>
              <a:t>False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835903-916D-BDFE-8858-3CE12DCE1228}"/>
              </a:ext>
            </a:extLst>
          </p:cNvPr>
          <p:cNvGrpSpPr/>
          <p:nvPr/>
        </p:nvGrpSpPr>
        <p:grpSpPr>
          <a:xfrm>
            <a:off x="8145136" y="1690688"/>
            <a:ext cx="3208664" cy="3937518"/>
            <a:chOff x="4384418" y="1838131"/>
            <a:chExt cx="3208664" cy="39375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1B6E4FC-6414-C1FB-7EA0-86F87A66E230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A61248-A29E-D929-D3BB-48A2A637D98F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3AFC3D5-5AF3-A2F0-8126-0A2FD503C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79F217F-7837-D063-140F-F3A057998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38C410-FC81-4D4C-6FFF-B77FAE8DC809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D68E08-0004-FB2F-BD7F-132D56CE99E8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A73D34DF-41BA-C130-8CEE-5D533934AEC8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594E36-3EE2-F917-4EC0-09267F43A70D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B6AD33-4513-B074-CB87-B4910F296907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66B40B6D-0D5C-F30F-F291-1C9BD1F5BFA3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05E01BB-3956-3F63-BA04-DF9C67B869B4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B63C9C-82B2-FC4A-7D2E-2D9A78D9A665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35EE3E-3028-3349-02CC-3AB3D35A510E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42309B1-995D-21F4-49BA-45EAF1797D20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39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B6DD-4696-3724-5662-17F555DFE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519F39-BB63-FE5B-6C32-B3FA0FA9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Un simple </a:t>
            </a:r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>
                <a:solidFill>
                  <a:srgbClr val="7030A0"/>
                </a:solidFill>
              </a:rPr>
              <a:t> </a:t>
            </a:r>
            <a:r>
              <a:rPr lang="es-ES" noProof="0" err="1"/>
              <a:t>loop</a:t>
            </a:r>
            <a:endParaRPr lang="es-ES" noProof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714EDCD-7D29-B298-9E40-260A8E4D7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 dirty="0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n </a:t>
            </a:r>
            <a:r>
              <a:rPr lang="es-ES" dirty="0">
                <a:latin typeface="Consolas" panose="020B0609020204030204" pitchFamily="49" charset="0"/>
              </a:rPr>
              <a:t>= 0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n = n + 1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C19932FD-2283-D9D3-A9F4-E6A5ECC24FF0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5A541F-F78A-5DBF-3944-B19FACA1170D}"/>
              </a:ext>
            </a:extLst>
          </p:cNvPr>
          <p:cNvSpPr/>
          <p:nvPr/>
        </p:nvSpPr>
        <p:spPr>
          <a:xfrm>
            <a:off x="699796" y="2847732"/>
            <a:ext cx="1427583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7DF5F4-3BEA-DC2B-096A-2BC1D05EEB41}"/>
              </a:ext>
            </a:extLst>
          </p:cNvPr>
          <p:cNvSpPr/>
          <p:nvPr/>
        </p:nvSpPr>
        <p:spPr>
          <a:xfrm>
            <a:off x="1502229" y="4396613"/>
            <a:ext cx="2425960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E55B0-55C3-C114-64D4-F5B05BC7D20F}"/>
              </a:ext>
            </a:extLst>
          </p:cNvPr>
          <p:cNvSpPr txBox="1"/>
          <p:nvPr/>
        </p:nvSpPr>
        <p:spPr>
          <a:xfrm>
            <a:off x="2127379" y="2731456"/>
            <a:ext cx="121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Inicializar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31E5B-49E7-3440-2930-F7AD43FD0E77}"/>
              </a:ext>
            </a:extLst>
          </p:cNvPr>
          <p:cNvSpPr txBox="1"/>
          <p:nvPr/>
        </p:nvSpPr>
        <p:spPr>
          <a:xfrm>
            <a:off x="3685618" y="4669147"/>
            <a:ext cx="117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Modificar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D04245-5901-A897-20B0-BCC4771CCBFC}"/>
              </a:ext>
            </a:extLst>
          </p:cNvPr>
          <p:cNvSpPr/>
          <p:nvPr/>
        </p:nvSpPr>
        <p:spPr>
          <a:xfrm>
            <a:off x="1940767" y="3370246"/>
            <a:ext cx="1427583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B35A8-34F6-B388-3D9E-17B5EDC7D179}"/>
              </a:ext>
            </a:extLst>
          </p:cNvPr>
          <p:cNvSpPr txBox="1"/>
          <p:nvPr/>
        </p:nvSpPr>
        <p:spPr>
          <a:xfrm>
            <a:off x="3367249" y="3216872"/>
            <a:ext cx="948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Testear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9F83751-9863-AC02-D8AD-0F4359C2251A}"/>
              </a:ext>
            </a:extLst>
          </p:cNvPr>
          <p:cNvSpPr/>
          <p:nvPr/>
        </p:nvSpPr>
        <p:spPr>
          <a:xfrm>
            <a:off x="450750" y="3542377"/>
            <a:ext cx="920850" cy="1146553"/>
          </a:xfrm>
          <a:custGeom>
            <a:avLst/>
            <a:gdLst>
              <a:gd name="csX0" fmla="*/ 920850 w 920850"/>
              <a:gd name="csY0" fmla="*/ 1094937 h 1146553"/>
              <a:gd name="csX1" fmla="*/ 202393 w 920850"/>
              <a:gd name="csY1" fmla="*/ 1038954 h 1146553"/>
              <a:gd name="csX2" fmla="*/ 6450 w 920850"/>
              <a:gd name="csY2" fmla="*/ 133884 h 1146553"/>
              <a:gd name="csX3" fmla="*/ 379674 w 920850"/>
              <a:gd name="csY3" fmla="*/ 21917 h 1146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20850" h="1146553">
                <a:moveTo>
                  <a:pt x="920850" y="1094937"/>
                </a:moveTo>
                <a:cubicBezTo>
                  <a:pt x="637821" y="1147033"/>
                  <a:pt x="354793" y="1199129"/>
                  <a:pt x="202393" y="1038954"/>
                </a:cubicBezTo>
                <a:cubicBezTo>
                  <a:pt x="49993" y="878779"/>
                  <a:pt x="-23097" y="303390"/>
                  <a:pt x="6450" y="133884"/>
                </a:cubicBezTo>
                <a:cubicBezTo>
                  <a:pt x="35997" y="-35622"/>
                  <a:pt x="207835" y="-6853"/>
                  <a:pt x="379674" y="2191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93D1C-5B1B-6DD3-F53D-0A2553D484B5}"/>
              </a:ext>
            </a:extLst>
          </p:cNvPr>
          <p:cNvSpPr txBox="1"/>
          <p:nvPr/>
        </p:nvSpPr>
        <p:spPr>
          <a:xfrm>
            <a:off x="838200" y="5311013"/>
            <a:ext cx="3264459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c2_simple_while_loop.py</a:t>
            </a:r>
          </a:p>
        </p:txBody>
      </p:sp>
    </p:spTree>
    <p:extLst>
      <p:ext uri="{BB962C8B-B14F-4D97-AF65-F5344CB8AC3E}">
        <p14:creationId xmlns:p14="http://schemas.microsoft.com/office/powerpoint/2010/main" val="1764294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2630-72E6-8411-E279-2746C4FA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B2418A-DD8C-E15D-7BC7-46656CCD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2A58C5-A168-BA41-95D4-6CB8B800D005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E26713-209E-B52F-A668-FFE1AC6588B5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CD220156-EF99-1281-21A1-BBF73771AE2C}"/>
              </a:ext>
            </a:extLst>
          </p:cNvPr>
          <p:cNvSpPr/>
          <p:nvPr/>
        </p:nvSpPr>
        <p:spPr>
          <a:xfrm rot="16200000">
            <a:off x="1050416" y="1659216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81734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3865-FA7B-62FD-D142-294F9806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CF6F6E-EF6D-3420-C312-EE3C236F8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E3DF7D-3D4F-7DB5-7E48-0133612FA3D3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2C034A-DB3A-83BA-2895-D5590A7A10C3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8910C7B-8E2F-E3C8-03F8-E6343488082C}"/>
              </a:ext>
            </a:extLst>
          </p:cNvPr>
          <p:cNvSpPr/>
          <p:nvPr/>
        </p:nvSpPr>
        <p:spPr>
          <a:xfrm rot="16200000">
            <a:off x="1050416" y="2153501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1C98AB-99E6-BAFF-12B7-8E3849841624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D48DA4-4FDA-6A17-9F83-B8CAA0552C29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92841CC-8DBE-C332-6BE0-ABE7EB5F34DA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79172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8D54-659D-F994-95A6-3678C05E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23BC35-DFFB-8E21-2E19-628A49ED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6090D-4264-0FC3-D676-6550F9A508AE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D500E6-434C-D396-ED4E-0F548E9FC390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B672386-D560-245F-33CF-68619724E94E}"/>
              </a:ext>
            </a:extLst>
          </p:cNvPr>
          <p:cNvSpPr/>
          <p:nvPr/>
        </p:nvSpPr>
        <p:spPr>
          <a:xfrm rot="16200000">
            <a:off x="1050416" y="2603444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A611A-DCA9-31D2-5406-68011D40F18F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45EBE1D-5F8F-CDE4-8C03-39D39421D1C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813525-3408-1256-EC14-17D6FD55721C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056733-D3F8-1CE1-2CCF-ACC900309CF6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n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18FC1-9BA7-0349-2E60-BD13BFE29D50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0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4234F-3E42-948F-791D-6DCD0B87A651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800" noProof="0" dirty="0">
                <a:latin typeface="Consolas" panose="020B0609020204030204" pitchFamily="49" charset="0"/>
              </a:rPr>
              <a:t>True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89380-E2B0-E622-694D-33C860B929E1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31793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B65AA-F52D-79E9-389E-1759AA1EF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348F2-DC1E-30AE-01A3-AE1765D6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5070C-2BB6-7999-F870-1767DEA128DF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DBF08E-BA9D-895A-9B63-6B076EF80C3A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88F1E6E-F9C5-0C58-ECA9-09B5D698042D}"/>
              </a:ext>
            </a:extLst>
          </p:cNvPr>
          <p:cNvSpPr/>
          <p:nvPr/>
        </p:nvSpPr>
        <p:spPr>
          <a:xfrm rot="16200000">
            <a:off x="1050416" y="3071529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FB522-C4FD-C213-0763-8C78D4611B94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28C24B-7200-3F90-3CBC-1307C479A09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B764623-C957-508D-8319-583A320CA5DC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DA832-02FE-18E0-9C3F-6EE8A75459C8}"/>
              </a:ext>
            </a:extLst>
          </p:cNvPr>
          <p:cNvSpPr txBox="1"/>
          <p:nvPr/>
        </p:nvSpPr>
        <p:spPr>
          <a:xfrm>
            <a:off x="4318384" y="4700596"/>
            <a:ext cx="1629078" cy="6370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4000" noProof="0" dirty="0">
                <a:latin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22086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E0C6-A68B-C909-BAC4-E6BCFA84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E4CBF9-F51C-8758-A2C0-2D6B5AE5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CB7BF-756A-8CB1-141C-1802661F4927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E20B9A-C8B7-F287-5CCC-F1594D14222A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84921AE8-7083-950D-A409-F705B99E35E8}"/>
              </a:ext>
            </a:extLst>
          </p:cNvPr>
          <p:cNvSpPr/>
          <p:nvPr/>
        </p:nvSpPr>
        <p:spPr>
          <a:xfrm rot="16200000">
            <a:off x="1050416" y="3475098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12FE6-8EB6-6B66-3D0A-743A3C9562AB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9096FA-9380-DEE4-0436-6120E6D5F4D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5000CD-391C-C055-63BF-69767B106E9D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6719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8B05-5B96-1762-6035-15A4F64F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611594-BCF7-39B1-5CF8-21873FD6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9063F-CEBD-BB03-E905-F1223DC48869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6071B8-2CAB-FEC7-6FE7-BD0003E00557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355D93E-A098-5440-E8DC-362C881806ED}"/>
              </a:ext>
            </a:extLst>
          </p:cNvPr>
          <p:cNvSpPr/>
          <p:nvPr/>
        </p:nvSpPr>
        <p:spPr>
          <a:xfrm rot="16200000">
            <a:off x="1050416" y="2603444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8DE52-1413-172F-F590-AAA1575A95E5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83D349-2DAA-FABB-6900-B81D96B2700C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3968BE-E30B-9DB8-FD1A-1F5B865A7294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D41718-9D35-EFDA-A3FC-2074D5C2C066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n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6B62-A93C-F00F-EEEC-658D819EFDCC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1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AB834-7CC0-23FF-899E-698D75990E3F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800" noProof="0" dirty="0">
                <a:latin typeface="Consolas" panose="020B0609020204030204" pitchFamily="49" charset="0"/>
              </a:rPr>
              <a:t>True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AB454-A6FB-6B63-A881-D292548C4A17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976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6568-9F6E-A317-6EFF-720DFABC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69AF6B-BE00-2438-73C5-2333AC90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0FD26-1941-46B3-BAED-1D023F10BF49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C7A498-2A3D-DE0A-E725-CC657C3CFE7D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96B3387-3357-D5E5-C501-D6DEF0FB8B13}"/>
              </a:ext>
            </a:extLst>
          </p:cNvPr>
          <p:cNvSpPr/>
          <p:nvPr/>
        </p:nvSpPr>
        <p:spPr>
          <a:xfrm rot="16200000">
            <a:off x="1050416" y="3071529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F8AB9-BEF7-5497-5C03-3CDF496E7691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EB5665-2A7F-870B-98B8-F9859B4A3E4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5B18A4D-E65B-C7FF-26E0-B03209525877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1E269-C481-7C23-C70A-2839232430F1}"/>
              </a:ext>
            </a:extLst>
          </p:cNvPr>
          <p:cNvSpPr txBox="1"/>
          <p:nvPr/>
        </p:nvSpPr>
        <p:spPr>
          <a:xfrm>
            <a:off x="4318384" y="4700596"/>
            <a:ext cx="1629078" cy="6370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4000" noProof="0" dirty="0"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2653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10B0-50CD-6831-1B40-FEEE7869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EF961D-885D-1E59-FCBF-56144A14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46591-C4CE-AE58-4132-461032EE7D7C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F2444F-3FAF-ED9F-04FD-F3DA0384971D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9D61432-C94B-8C1A-AB91-B596D767FB3B}"/>
              </a:ext>
            </a:extLst>
          </p:cNvPr>
          <p:cNvSpPr/>
          <p:nvPr/>
        </p:nvSpPr>
        <p:spPr>
          <a:xfrm rot="16200000">
            <a:off x="1050416" y="3475098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11CBE-81ED-E9E1-A83D-D008079ACEE3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C2AE6D-2F85-123D-4602-F93DEDCA57AF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CFB501B-FB7E-4C4C-5632-C118E08D4F04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423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25584-D5B6-8E9F-BD35-DA4B15C3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190106-336C-6492-1B2A-F6EF3089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F0E1A8-F746-91A5-F4EE-372DA1443F6C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40CF0E-CDEE-3DE6-201C-2BEF8EFD6190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DBB8958-7BE5-BE93-34A0-7C441220481F}"/>
              </a:ext>
            </a:extLst>
          </p:cNvPr>
          <p:cNvSpPr/>
          <p:nvPr/>
        </p:nvSpPr>
        <p:spPr>
          <a:xfrm rot="16200000">
            <a:off x="1050416" y="3475098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034B2-5F42-FEAA-4CFC-105E0EE27D39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EF5C3C-F80B-2179-0BDD-E8868C6BE32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86F368-BD51-FF84-253C-A505BED15B23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DD6D1-6BEB-D7F8-188D-C1A8357211ED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0D822-E9E0-0CA7-A7B4-43375D5C4C40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D6AC9-A6DE-E178-8F42-5547E9EECF46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65960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E251-D06C-038A-1126-A020278E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53CE27-6B26-0495-F481-E39310AF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Explicación </a:t>
            </a:r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>
                <a:solidFill>
                  <a:srgbClr val="7030A0"/>
                </a:solidFill>
              </a:rPr>
              <a:t> </a:t>
            </a:r>
            <a:r>
              <a:rPr lang="es-ES" noProof="0" dirty="0" err="1"/>
              <a:t>loop</a:t>
            </a:r>
            <a:endParaRPr lang="es-E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D01901-CFF8-928E-BAC5-C3BC946753FD}"/>
              </a:ext>
            </a:extLst>
          </p:cNvPr>
          <p:cNvSpPr txBox="1"/>
          <p:nvPr/>
        </p:nvSpPr>
        <p:spPr>
          <a:xfrm>
            <a:off x="1654630" y="226343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n </a:t>
            </a:r>
            <a:r>
              <a:rPr lang="es-ES" sz="2800" dirty="0">
                <a:latin typeface="Consolas" panose="020B0609020204030204" pitchFamily="49" charset="0"/>
              </a:rPr>
              <a:t>= 0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sz="2800" dirty="0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C16B45-C261-7B5D-9353-40585A3C0D4E}"/>
              </a:ext>
            </a:extLst>
          </p:cNvPr>
          <p:cNvSpPr/>
          <p:nvPr/>
        </p:nvSpPr>
        <p:spPr>
          <a:xfrm>
            <a:off x="7489371" y="2199712"/>
            <a:ext cx="2786743" cy="3759200"/>
          </a:xfrm>
          <a:prstGeom prst="roundRect">
            <a:avLst>
              <a:gd name="adj" fmla="val 590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MEMORIA</a:t>
            </a:r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  <a:p>
            <a:pPr algn="ctr"/>
            <a:endParaRPr lang="es-ES" b="1" noProof="0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B116AA3-6EAA-B729-8E3F-7346CF3D70FD}"/>
              </a:ext>
            </a:extLst>
          </p:cNvPr>
          <p:cNvSpPr/>
          <p:nvPr/>
        </p:nvSpPr>
        <p:spPr>
          <a:xfrm rot="16200000">
            <a:off x="1050416" y="2603444"/>
            <a:ext cx="493486" cy="71494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99B654-7F55-81EA-A77C-2BFFB03892BE}"/>
              </a:ext>
            </a:extLst>
          </p:cNvPr>
          <p:cNvSpPr txBox="1"/>
          <p:nvPr/>
        </p:nvSpPr>
        <p:spPr>
          <a:xfrm>
            <a:off x="7692574" y="275771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2E8513-5FCA-3C09-CC81-98B2A1BCEEC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3878" y="2942381"/>
            <a:ext cx="10185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B78D6A-BAD5-3E4F-B3D3-EAD12BEB5131}"/>
              </a:ext>
            </a:extLst>
          </p:cNvPr>
          <p:cNvSpPr txBox="1"/>
          <p:nvPr/>
        </p:nvSpPr>
        <p:spPr>
          <a:xfrm>
            <a:off x="9109307" y="2757715"/>
            <a:ext cx="94448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5B1F0-C1FC-FDF4-7EBF-5BE7B1316811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n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5E90C-6890-A09E-4A72-D9AB23532AFC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s-ES" sz="2800" noProof="0" dirty="0">
                <a:latin typeface="Consolas" panose="020B0609020204030204" pitchFamily="49" charset="0"/>
              </a:rPr>
              <a:t>5 </a:t>
            </a:r>
            <a:r>
              <a:rPr lang="el-GR" sz="2800" noProof="0" dirty="0">
                <a:latin typeface="Consolas" panose="020B0609020204030204" pitchFamily="49" charset="0"/>
              </a:rPr>
              <a:t>&lt; 5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E76DE-E78C-5073-6743-469D4055B7CA}"/>
              </a:ext>
            </a:extLst>
          </p:cNvPr>
          <p:cNvSpPr txBox="1"/>
          <p:nvPr/>
        </p:nvSpPr>
        <p:spPr>
          <a:xfrm>
            <a:off x="8273140" y="3500384"/>
            <a:ext cx="1219204" cy="3693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800" noProof="0" dirty="0">
                <a:latin typeface="Consolas" panose="020B0609020204030204" pitchFamily="49" charset="0"/>
              </a:rPr>
              <a:t>False</a:t>
            </a:r>
            <a:endParaRPr lang="es-ES" sz="2800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62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96296E-6 L -2.08333E-7 0.2053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E94A-E6B6-B1F6-951A-9A123D7D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Ejemplo</a:t>
            </a:r>
            <a:r>
              <a:rPr lang="en-US"/>
              <a:t> </a:t>
            </a:r>
            <a:r>
              <a:rPr lang="en-US" err="1"/>
              <a:t>fotos</a:t>
            </a:r>
            <a:r>
              <a:rPr lang="en-US"/>
              <a:t> </a:t>
            </a:r>
            <a:r>
              <a:rPr lang="en-US" err="1"/>
              <a:t>resuelto</a:t>
            </a:r>
            <a:r>
              <a:rPr lang="en-US"/>
              <a:t> con while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DDFCB-E903-D5FA-2FEB-D654F96F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4" y="1690688"/>
            <a:ext cx="5276852" cy="43861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45C6D2-ABA6-FE6A-C517-51C9A2C3B87F}"/>
              </a:ext>
            </a:extLst>
          </p:cNvPr>
          <p:cNvSpPr txBox="1"/>
          <p:nvPr/>
        </p:nvSpPr>
        <p:spPr>
          <a:xfrm>
            <a:off x="3502660" y="1522952"/>
            <a:ext cx="317246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</a:t>
            </a:r>
            <a:r>
              <a:rPr lang="es-ES" dirty="0">
                <a:latin typeface="Consolas" panose="020B0609020204030204" pitchFamily="49" charset="0"/>
              </a:rPr>
              <a:t>3</a:t>
            </a:r>
            <a:r>
              <a:rPr lang="es-ES" noProof="0" dirty="0">
                <a:latin typeface="Consolas" panose="020B0609020204030204" pitchFamily="49" charset="0"/>
              </a:rPr>
              <a:t>_</a:t>
            </a:r>
            <a:r>
              <a:rPr lang="es-ES" dirty="0" err="1">
                <a:latin typeface="Consolas" panose="020B0609020204030204" pitchFamily="49" charset="0"/>
              </a:rPr>
              <a:t>while_loop_fotos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680083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8C3D-646A-8C8E-B92C-68319A6A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CA411F-23BB-640E-05E7-501EB717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endParaRPr lang="es-ES" noProof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D5FF3C1-46E2-878F-EC49-27C325EC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latin typeface="Consolas" panose="020B0609020204030204" pitchFamily="49" charset="0"/>
              </a:rPr>
              <a:t> &lt;var&gt;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secuencia</a:t>
            </a:r>
            <a:r>
              <a:rPr lang="en-US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&lt;</a:t>
            </a:r>
            <a:r>
              <a:rPr lang="en-US" err="1">
                <a:latin typeface="Consolas" panose="020B0609020204030204" pitchFamily="49" charset="0"/>
              </a:rPr>
              <a:t>expresión</a:t>
            </a:r>
            <a:r>
              <a:rPr lang="en-US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...</a:t>
            </a:r>
          </a:p>
          <a:p>
            <a:pPr marL="0" indent="0">
              <a:buNone/>
            </a:pPr>
            <a:endParaRPr lang="en-US">
              <a:latin typeface="+mj-lt"/>
            </a:endParaRPr>
          </a:p>
          <a:p>
            <a:r>
              <a:rPr lang="en-US">
                <a:latin typeface="Consolas" panose="020B0609020204030204" pitchFamily="49" charset="0"/>
              </a:rPr>
              <a:t>&lt;</a:t>
            </a:r>
            <a:r>
              <a:rPr lang="en-US" err="1">
                <a:latin typeface="Consolas" panose="020B0609020204030204" pitchFamily="49" charset="0"/>
              </a:rPr>
              <a:t>secuencia</a:t>
            </a:r>
            <a:r>
              <a:rPr lang="en-US">
                <a:latin typeface="Consolas" panose="020B0609020204030204" pitchFamily="49" charset="0"/>
              </a:rPr>
              <a:t>&gt;</a:t>
            </a:r>
            <a:r>
              <a:rPr lang="en-US">
                <a:latin typeface="+mj-lt"/>
              </a:rPr>
              <a:t> es </a:t>
            </a:r>
            <a:r>
              <a:rPr lang="en-US" err="1">
                <a:latin typeface="+mj-lt"/>
              </a:rPr>
              <a:t>una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lista</a:t>
            </a:r>
            <a:r>
              <a:rPr lang="en-US">
                <a:latin typeface="+mj-lt"/>
              </a:rPr>
              <a:t> de </a:t>
            </a:r>
            <a:r>
              <a:rPr lang="en-US" err="1">
                <a:latin typeface="+mj-lt"/>
              </a:rPr>
              <a:t>elementos</a:t>
            </a:r>
            <a:endParaRPr lang="en-US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itera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tantas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veces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como</a:t>
            </a:r>
            <a:r>
              <a:rPr lang="en-US">
                <a:sym typeface="Wingdings" panose="05000000000000000000" pitchFamily="2" charset="2"/>
              </a:rPr>
              <a:t> el Nº de </a:t>
            </a:r>
            <a:r>
              <a:rPr lang="en-US" err="1">
                <a:sym typeface="Wingdings" panose="05000000000000000000" pitchFamily="2" charset="2"/>
              </a:rPr>
              <a:t>elementos</a:t>
            </a:r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Por </a:t>
            </a:r>
            <a:r>
              <a:rPr lang="en-US" err="1">
                <a:sym typeface="Wingdings" panose="05000000000000000000" pitchFamily="2" charset="2"/>
              </a:rPr>
              <a:t>iteración</a:t>
            </a:r>
            <a:r>
              <a:rPr lang="en-US">
                <a:sym typeface="Wingdings" panose="05000000000000000000" pitchFamily="2" charset="2"/>
              </a:rPr>
              <a:t>: se </a:t>
            </a:r>
            <a:r>
              <a:rPr lang="en-US" err="1">
                <a:sym typeface="Wingdings" panose="05000000000000000000" pitchFamily="2" charset="2"/>
              </a:rPr>
              <a:t>asigna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>
                <a:latin typeface="Consolas" panose="020B0609020204030204" pitchFamily="49" charset="0"/>
              </a:rPr>
              <a:t>&lt;var&gt;</a:t>
            </a:r>
            <a:r>
              <a:rPr lang="en-US">
                <a:sym typeface="Wingdings" panose="05000000000000000000" pitchFamily="2" charset="2"/>
              </a:rPr>
              <a:t> a </a:t>
            </a:r>
            <a:r>
              <a:rPr lang="en-US" b="1" err="1">
                <a:sym typeface="Wingdings" panose="05000000000000000000" pitchFamily="2" charset="2"/>
              </a:rPr>
              <a:t>cada</a:t>
            </a:r>
            <a:r>
              <a:rPr lang="en-US" b="1">
                <a:sym typeface="Wingdings" panose="05000000000000000000" pitchFamily="2" charset="2"/>
              </a:rPr>
              <a:t> </a:t>
            </a:r>
            <a:r>
              <a:rPr lang="en-US" b="1" err="1">
                <a:sym typeface="Wingdings" panose="05000000000000000000" pitchFamily="2" charset="2"/>
              </a:rPr>
              <a:t>elemento</a:t>
            </a:r>
            <a:endParaRPr lang="en-US" b="1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Se </a:t>
            </a:r>
            <a:r>
              <a:rPr lang="en-US" err="1">
                <a:sym typeface="Wingdings" panose="05000000000000000000" pitchFamily="2" charset="2"/>
              </a:rPr>
              <a:t>repite</a:t>
            </a:r>
            <a:r>
              <a:rPr lang="en-US">
                <a:sym typeface="Wingdings" panose="05000000000000000000" pitchFamily="2" charset="2"/>
              </a:rPr>
              <a:t> hasta usar </a:t>
            </a:r>
            <a:r>
              <a:rPr lang="en-US" err="1">
                <a:sym typeface="Wingdings" panose="05000000000000000000" pitchFamily="2" charset="2"/>
              </a:rPr>
              <a:t>todos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los</a:t>
            </a:r>
            <a:r>
              <a:rPr lang="en-US">
                <a:sym typeface="Wingdings" panose="05000000000000000000" pitchFamily="2" charset="2"/>
              </a:rPr>
              <a:t> </a:t>
            </a:r>
            <a:r>
              <a:rPr lang="en-US" err="1">
                <a:sym typeface="Wingdings" panose="05000000000000000000" pitchFamily="2" charset="2"/>
              </a:rPr>
              <a:t>elementos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3522F4-C4CB-A25F-F792-FC9616A03FC9}"/>
              </a:ext>
            </a:extLst>
          </p:cNvPr>
          <p:cNvGrpSpPr/>
          <p:nvPr/>
        </p:nvGrpSpPr>
        <p:grpSpPr>
          <a:xfrm>
            <a:off x="8145136" y="1690688"/>
            <a:ext cx="3208664" cy="3937518"/>
            <a:chOff x="4384418" y="1838131"/>
            <a:chExt cx="3208664" cy="39375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F7C9460-E319-2166-C9D7-006D3D734E8E}"/>
                </a:ext>
              </a:extLst>
            </p:cNvPr>
            <p:cNvGrpSpPr/>
            <p:nvPr/>
          </p:nvGrpSpPr>
          <p:grpSpPr>
            <a:xfrm>
              <a:off x="6540759" y="3331030"/>
              <a:ext cx="681135" cy="2099386"/>
              <a:chOff x="6540759" y="3331030"/>
              <a:chExt cx="681135" cy="209938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EC2E9DA-44FD-B335-1CDB-23D0230BC4EA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>
                <a:off x="6865776" y="3331030"/>
                <a:ext cx="35611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A22CB1F-AD91-73A1-A4C8-BAE01AFE93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894" y="3331030"/>
                <a:ext cx="0" cy="20993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C104895-0DD3-F11F-6783-4628804AD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0759" y="5430416"/>
                <a:ext cx="68113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F2268D-DDFE-AE18-3F3C-EF3DB9E2D618}"/>
                </a:ext>
              </a:extLst>
            </p:cNvPr>
            <p:cNvSpPr/>
            <p:nvPr/>
          </p:nvSpPr>
          <p:spPr>
            <a:xfrm>
              <a:off x="5651242" y="1838131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C1311D3-0EA4-A910-3597-4A354E41F84C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6096000" y="2528596"/>
              <a:ext cx="1" cy="5691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6D742F45-2F8B-AA3A-76B5-B4FACAE44100}"/>
                </a:ext>
              </a:extLst>
            </p:cNvPr>
            <p:cNvSpPr/>
            <p:nvPr/>
          </p:nvSpPr>
          <p:spPr>
            <a:xfrm>
              <a:off x="5326225" y="3097764"/>
              <a:ext cx="1539551" cy="46653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TEST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A866468-4405-F3B0-1F57-D5A29FF0DCAF}"/>
                </a:ext>
              </a:extLst>
            </p:cNvPr>
            <p:cNvSpPr/>
            <p:nvPr/>
          </p:nvSpPr>
          <p:spPr>
            <a:xfrm>
              <a:off x="5400677" y="3956180"/>
              <a:ext cx="1390648" cy="70912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Cuerpo del</a:t>
              </a:r>
            </a:p>
            <a:p>
              <a:pPr algn="ctr"/>
              <a:r>
                <a:rPr lang="es-ES" noProof="0"/>
                <a:t>bucle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A7DBDFF-6424-189A-661E-384BE768CA96}"/>
                </a:ext>
              </a:extLst>
            </p:cNvPr>
            <p:cNvSpPr/>
            <p:nvPr/>
          </p:nvSpPr>
          <p:spPr>
            <a:xfrm>
              <a:off x="5651242" y="5085184"/>
              <a:ext cx="889518" cy="6904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noProof="0"/>
                <a:t>Código</a:t>
              </a: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0914565D-0F48-F27B-757E-B5E441C636F2}"/>
                </a:ext>
              </a:extLst>
            </p:cNvPr>
            <p:cNvSpPr/>
            <p:nvPr/>
          </p:nvSpPr>
          <p:spPr>
            <a:xfrm flipH="1">
              <a:off x="4384418" y="2769345"/>
              <a:ext cx="2156341" cy="1553061"/>
            </a:xfrm>
            <a:prstGeom prst="arc">
              <a:avLst>
                <a:gd name="adj1" fmla="val 13469663"/>
                <a:gd name="adj2" fmla="val 516650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noProof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4379AE4-DF88-5EB9-F5D4-BCB25880629D}"/>
                </a:ext>
              </a:extLst>
            </p:cNvPr>
            <p:cNvCxnSpPr>
              <a:stCxn id="22" idx="2"/>
              <a:endCxn id="23" idx="0"/>
            </p:cNvCxnSpPr>
            <p:nvPr/>
          </p:nvCxnSpPr>
          <p:spPr>
            <a:xfrm>
              <a:off x="6096001" y="3564296"/>
              <a:ext cx="0" cy="3918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B03859-079A-06CD-2BDE-1B045577BB8C}"/>
                </a:ext>
              </a:extLst>
            </p:cNvPr>
            <p:cNvSpPr txBox="1"/>
            <p:nvPr/>
          </p:nvSpPr>
          <p:spPr>
            <a:xfrm>
              <a:off x="4384418" y="3361209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noProof="0"/>
                <a:t>Bucle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27792B-CCA6-C593-B3F0-EA4C010BE9BC}"/>
                </a:ext>
              </a:extLst>
            </p:cNvPr>
            <p:cNvSpPr txBox="1"/>
            <p:nvPr/>
          </p:nvSpPr>
          <p:spPr>
            <a:xfrm>
              <a:off x="6054496" y="3536302"/>
              <a:ext cx="63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True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DBFD9B-7832-247D-8CD5-B54EE98362E7}"/>
                </a:ext>
              </a:extLst>
            </p:cNvPr>
            <p:cNvSpPr txBox="1"/>
            <p:nvPr/>
          </p:nvSpPr>
          <p:spPr>
            <a:xfrm>
              <a:off x="6846531" y="2991877"/>
              <a:ext cx="7465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rgbClr val="7030A0"/>
                  </a:solidFill>
                </a:rPr>
                <a:t>False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134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1C3F-8A2D-DF24-426E-D3896291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A149DB-7FB7-5176-92A6-96A58F1B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Un simple </a:t>
            </a:r>
            <a:r>
              <a:rPr lang="es-ES" noProof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noProof="0">
                <a:solidFill>
                  <a:srgbClr val="7030A0"/>
                </a:solidFill>
              </a:rPr>
              <a:t> </a:t>
            </a:r>
            <a:r>
              <a:rPr lang="es-ES" noProof="0" err="1"/>
              <a:t>loop</a:t>
            </a:r>
            <a:endParaRPr lang="es-ES" noProof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D9C1C8C-5A5F-6158-873A-D376A8DA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  <a:endParaRPr lang="en-US">
              <a:latin typeface="+mj-lt"/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6113744B-3792-6876-7937-9392F232B9D9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C27E8E-7446-BF3B-16CD-FE803079F4F2}"/>
              </a:ext>
            </a:extLst>
          </p:cNvPr>
          <p:cNvSpPr/>
          <p:nvPr/>
        </p:nvSpPr>
        <p:spPr>
          <a:xfrm>
            <a:off x="1567543" y="2866394"/>
            <a:ext cx="485191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7EE28B-C4BC-70CF-16C4-AB3C50CEBACD}"/>
              </a:ext>
            </a:extLst>
          </p:cNvPr>
          <p:cNvSpPr/>
          <p:nvPr/>
        </p:nvSpPr>
        <p:spPr>
          <a:xfrm>
            <a:off x="2537927" y="2866394"/>
            <a:ext cx="1763485" cy="457200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9A992-1F69-1F1F-9F4F-86EF63AA2475}"/>
              </a:ext>
            </a:extLst>
          </p:cNvPr>
          <p:cNvSpPr txBox="1"/>
          <p:nvPr/>
        </p:nvSpPr>
        <p:spPr>
          <a:xfrm>
            <a:off x="1399592" y="2497062"/>
            <a:ext cx="97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variable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DCBDD-341C-4F97-D67B-A31DEB237509}"/>
              </a:ext>
            </a:extLst>
          </p:cNvPr>
          <p:cNvSpPr txBox="1"/>
          <p:nvPr/>
        </p:nvSpPr>
        <p:spPr>
          <a:xfrm>
            <a:off x="2938367" y="2497062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secuencia</a:t>
            </a:r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10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0492-6547-C5F7-B734-57067D6A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5DD671-CDFD-46DE-4C84-49C2448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s-ES" noProof="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4BE6AC5-14DF-BE17-469C-9991E005C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4900127" cy="435133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 b="1" u="sng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(3):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"n:"</a:t>
            </a:r>
            <a:r>
              <a:rPr lang="en-US">
                <a:latin typeface="Consolas" panose="020B0609020204030204" pitchFamily="49" charset="0"/>
              </a:rPr>
              <a:t>, n)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m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(3,5):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"m:"</a:t>
            </a:r>
            <a:r>
              <a:rPr lang="en-US">
                <a:latin typeface="Consolas" panose="020B0609020204030204" pitchFamily="49" charset="0"/>
              </a:rPr>
              <a:t>, m)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o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n-US">
                <a:latin typeface="Consolas" panose="020B0609020204030204" pitchFamily="49" charset="0"/>
              </a:rPr>
              <a:t>(0,5,2):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"o:"</a:t>
            </a:r>
            <a:r>
              <a:rPr lang="en-US">
                <a:latin typeface="Consolas" panose="020B0609020204030204" pitchFamily="49" charset="0"/>
              </a:rPr>
              <a:t>, o)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F23B2A92-3033-821C-8E84-AA5178FADAA0}"/>
              </a:ext>
            </a:extLst>
          </p:cNvPr>
          <p:cNvSpPr txBox="1">
            <a:spLocks/>
          </p:cNvSpPr>
          <p:nvPr/>
        </p:nvSpPr>
        <p:spPr>
          <a:xfrm>
            <a:off x="6453676" y="1443070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0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1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n: 2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m: 3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m: 4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0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2</a:t>
            </a:r>
          </a:p>
          <a:p>
            <a:pPr marL="0" indent="0">
              <a:buNone/>
            </a:pPr>
            <a:r>
              <a:rPr lang="pt-BR">
                <a:latin typeface="Consolas" panose="020B0609020204030204" pitchFamily="49" charset="0"/>
              </a:rPr>
              <a:t>o: 4</a:t>
            </a:r>
            <a:endParaRPr lang="en-US"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6296A-2875-D558-EAE5-E4A19C4106C8}"/>
              </a:ext>
            </a:extLst>
          </p:cNvPr>
          <p:cNvCxnSpPr>
            <a:cxnSpLocks/>
          </p:cNvCxnSpPr>
          <p:nvPr/>
        </p:nvCxnSpPr>
        <p:spPr>
          <a:xfrm>
            <a:off x="6453676" y="3405674"/>
            <a:ext cx="455644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73FF8-1FAA-553D-F50D-CF1B0DB6DCB4}"/>
              </a:ext>
            </a:extLst>
          </p:cNvPr>
          <p:cNvCxnSpPr>
            <a:cxnSpLocks/>
          </p:cNvCxnSpPr>
          <p:nvPr/>
        </p:nvCxnSpPr>
        <p:spPr>
          <a:xfrm>
            <a:off x="6453676" y="4245431"/>
            <a:ext cx="455644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D5D878-FDDA-D099-DA91-54F99237A84E}"/>
              </a:ext>
            </a:extLst>
          </p:cNvPr>
          <p:cNvSpPr txBox="1"/>
          <p:nvPr/>
        </p:nvSpPr>
        <p:spPr>
          <a:xfrm>
            <a:off x="4507294" y="5848324"/>
            <a:ext cx="3177452" cy="44267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2000" noProof="0" err="1">
                <a:solidFill>
                  <a:schemeClr val="accent2"/>
                </a:solidFill>
                <a:latin typeface="Consolas" panose="020B0609020204030204" pitchFamily="49" charset="0"/>
              </a:rPr>
              <a:t>range</a:t>
            </a:r>
            <a:r>
              <a:rPr lang="es-ES" sz="2000" noProof="0">
                <a:latin typeface="Consolas" panose="020B0609020204030204" pitchFamily="49" charset="0"/>
              </a:rPr>
              <a:t>(</a:t>
            </a:r>
            <a:r>
              <a:rPr lang="es-ES" sz="2000" noProof="0" err="1">
                <a:solidFill>
                  <a:schemeClr val="accent4"/>
                </a:solidFill>
                <a:latin typeface="Consolas" panose="020B0609020204030204" pitchFamily="49" charset="0"/>
              </a:rPr>
              <a:t>start</a:t>
            </a:r>
            <a:r>
              <a:rPr lang="es-ES" sz="2000" noProof="0">
                <a:latin typeface="Consolas" panose="020B0609020204030204" pitchFamily="49" charset="0"/>
              </a:rPr>
              <a:t>,</a:t>
            </a:r>
            <a:r>
              <a:rPr lang="es-ES" sz="2000" err="1">
                <a:solidFill>
                  <a:schemeClr val="accent4"/>
                </a:solidFill>
                <a:latin typeface="Consolas" panose="020B0609020204030204" pitchFamily="49" charset="0"/>
              </a:rPr>
              <a:t>end</a:t>
            </a:r>
            <a:r>
              <a:rPr lang="es-ES" sz="2000" err="1">
                <a:latin typeface="Consolas" panose="020B0609020204030204" pitchFamily="49" charset="0"/>
              </a:rPr>
              <a:t>,</a:t>
            </a:r>
            <a:r>
              <a:rPr lang="es-ES" sz="2000" err="1">
                <a:solidFill>
                  <a:schemeClr val="accent4"/>
                </a:solidFill>
                <a:latin typeface="Consolas" panose="020B0609020204030204" pitchFamily="49" charset="0"/>
              </a:rPr>
              <a:t>step</a:t>
            </a:r>
            <a:r>
              <a:rPr lang="es-ES" sz="2000" noProof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427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C3E6-711C-F49D-D9CB-C3A9D865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EA191A-1C23-8210-A141-FCF0E9A4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Comparación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47990D7-8A17-301C-821B-DD87FC1E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u="sng">
                <a:latin typeface="Consolas" panose="020B0609020204030204" pitchFamily="49" charset="0"/>
              </a:rPr>
              <a:t>while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n </a:t>
            </a:r>
            <a:r>
              <a:rPr lang="es-ES">
                <a:latin typeface="Consolas" panose="020B0609020204030204" pitchFamily="49" charset="0"/>
              </a:rPr>
              <a:t>= 0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latin typeface="Consolas" panose="020B0609020204030204" pitchFamily="49" charset="0"/>
              </a:rPr>
              <a:t> n &lt; 5: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n = n + 1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2B3C1C3-689A-1618-1A58-4196082FE960}"/>
              </a:ext>
            </a:extLst>
          </p:cNvPr>
          <p:cNvSpPr txBox="1">
            <a:spLocks/>
          </p:cNvSpPr>
          <p:nvPr/>
        </p:nvSpPr>
        <p:spPr>
          <a:xfrm>
            <a:off x="6453676" y="1825625"/>
            <a:ext cx="49001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for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>
                <a:latin typeface="Consolas" panose="020B0609020204030204" pitchFamily="49" charset="0"/>
              </a:rPr>
              <a:t>n </a:t>
            </a:r>
            <a:r>
              <a:rPr lang="en-US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n-US">
                <a:latin typeface="Consolas" panose="020B0609020204030204" pitchFamily="49" charset="0"/>
              </a:rPr>
              <a:t> range(5):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>
                <a:latin typeface="Consolas" panose="020B0609020204030204" pitchFamily="49" charset="0"/>
              </a:rPr>
              <a:t>(n)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2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2E13-5CD6-CC0C-624C-478C6257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050A-7BB1-7100-D7F2-792CBDD2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Ejemplo</a:t>
            </a:r>
            <a:r>
              <a:rPr lang="en-US"/>
              <a:t> </a:t>
            </a:r>
            <a:r>
              <a:rPr lang="en-US" err="1"/>
              <a:t>fotos</a:t>
            </a:r>
            <a:r>
              <a:rPr lang="en-US"/>
              <a:t> </a:t>
            </a:r>
            <a:r>
              <a:rPr lang="en-US" err="1"/>
              <a:t>resuelto</a:t>
            </a:r>
            <a:r>
              <a:rPr lang="en-US"/>
              <a:t> con for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F80B2-E424-BEE3-285C-99DD3E7A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38" y="1799129"/>
            <a:ext cx="5906324" cy="4096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DC6AF7-5F23-C1A6-F29A-AD835D8675A4}"/>
              </a:ext>
            </a:extLst>
          </p:cNvPr>
          <p:cNvSpPr txBox="1"/>
          <p:nvPr/>
        </p:nvSpPr>
        <p:spPr>
          <a:xfrm>
            <a:off x="3188558" y="1681544"/>
            <a:ext cx="299278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c4_</a:t>
            </a:r>
            <a:r>
              <a:rPr lang="es-ES" dirty="0" err="1">
                <a:latin typeface="Consolas" panose="020B0609020204030204" pitchFamily="49" charset="0"/>
              </a:rPr>
              <a:t>for_loop_fotos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29782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BEAD-543E-C194-F1B9-F5652379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CC59-C13A-71FA-851D-5BF1A4C6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Comparación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98C6F-73E2-62DE-4271-D5438F51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293" y="2217906"/>
            <a:ext cx="4698688" cy="3258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03C5A-2CC1-0A9A-59E5-32B52F8D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8" y="1690688"/>
            <a:ext cx="5276852" cy="438617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BCBDCD-4EA0-5864-5AFB-775012ED6455}"/>
              </a:ext>
            </a:extLst>
          </p:cNvPr>
          <p:cNvCxnSpPr/>
          <p:nvPr/>
        </p:nvCxnSpPr>
        <p:spPr>
          <a:xfrm>
            <a:off x="1109304" y="2283220"/>
            <a:ext cx="19034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30F296-213B-7042-C2B3-01EFEF47704C}"/>
              </a:ext>
            </a:extLst>
          </p:cNvPr>
          <p:cNvCxnSpPr>
            <a:cxnSpLocks/>
          </p:cNvCxnSpPr>
          <p:nvPr/>
        </p:nvCxnSpPr>
        <p:spPr>
          <a:xfrm>
            <a:off x="1641149" y="5763538"/>
            <a:ext cx="279918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CE04F6-ABDE-348D-1C93-9FD034087303}"/>
              </a:ext>
            </a:extLst>
          </p:cNvPr>
          <p:cNvSpPr txBox="1"/>
          <p:nvPr/>
        </p:nvSpPr>
        <p:spPr>
          <a:xfrm>
            <a:off x="3012749" y="2098554"/>
            <a:ext cx="113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Inicializar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24C5B-7AC7-9F1A-EEDA-58ABD7EE2619}"/>
              </a:ext>
            </a:extLst>
          </p:cNvPr>
          <p:cNvSpPr txBox="1"/>
          <p:nvPr/>
        </p:nvSpPr>
        <p:spPr>
          <a:xfrm>
            <a:off x="4440333" y="5578872"/>
            <a:ext cx="1122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Modificar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43A56-1922-09B2-46E6-8EC734D0313D}"/>
              </a:ext>
            </a:extLst>
          </p:cNvPr>
          <p:cNvSpPr txBox="1"/>
          <p:nvPr/>
        </p:nvSpPr>
        <p:spPr>
          <a:xfrm>
            <a:off x="8269436" y="547667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Más simple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F7AB6-2A89-1561-B557-7341958B640F}"/>
              </a:ext>
            </a:extLst>
          </p:cNvPr>
          <p:cNvSpPr txBox="1"/>
          <p:nvPr/>
        </p:nvSpPr>
        <p:spPr>
          <a:xfrm>
            <a:off x="6654134" y="2029016"/>
            <a:ext cx="299278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c4_</a:t>
            </a:r>
            <a:r>
              <a:rPr lang="es-ES" dirty="0" err="1">
                <a:latin typeface="Consolas" panose="020B0609020204030204" pitchFamily="49" charset="0"/>
              </a:rPr>
              <a:t>for_loop_fotos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0D182D-1FFE-3E19-1CA2-0DA8F54663DB}"/>
              </a:ext>
            </a:extLst>
          </p:cNvPr>
          <p:cNvSpPr txBox="1"/>
          <p:nvPr/>
        </p:nvSpPr>
        <p:spPr>
          <a:xfrm>
            <a:off x="887476" y="1532096"/>
            <a:ext cx="317246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</a:t>
            </a:r>
            <a:r>
              <a:rPr lang="es-ES" dirty="0">
                <a:latin typeface="Consolas" panose="020B0609020204030204" pitchFamily="49" charset="0"/>
              </a:rPr>
              <a:t>3</a:t>
            </a:r>
            <a:r>
              <a:rPr lang="es-ES" noProof="0" dirty="0">
                <a:latin typeface="Consolas" panose="020B0609020204030204" pitchFamily="49" charset="0"/>
              </a:rPr>
              <a:t>_</a:t>
            </a:r>
            <a:r>
              <a:rPr lang="es-ES" dirty="0" err="1">
                <a:latin typeface="Consolas" panose="020B0609020204030204" pitchFamily="49" charset="0"/>
              </a:rPr>
              <a:t>while_loop_fotos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653428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7298-B057-7B3C-1F70-DB27133C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70C44-4CE8-71A8-F8BF-73995E74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Romper bucles con </a:t>
            </a:r>
            <a:r>
              <a:rPr lang="es-ES" b="1" noProof="0">
                <a:solidFill>
                  <a:srgbClr val="7030A0"/>
                </a:solidFill>
              </a:rPr>
              <a:t>break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D251ACD-5208-D80C-E2FF-26077C8F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0127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u="sng" dirty="0">
                <a:latin typeface="Consolas" panose="020B0609020204030204" pitchFamily="49" charset="0"/>
              </a:rPr>
              <a:t>while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&lt;cond_1&gt;: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&lt;cond_2&gt;: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&lt;</a:t>
            </a:r>
            <a:r>
              <a:rPr lang="en-US" dirty="0" err="1">
                <a:latin typeface="Consolas" panose="020B0609020204030204" pitchFamily="49" charset="0"/>
              </a:rPr>
              <a:t>expres_A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latin typeface="Consolas" panose="020B0609020204030204" pitchFamily="49" charset="0"/>
              </a:rPr>
              <a:t>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&lt;</a:t>
            </a:r>
            <a:r>
              <a:rPr lang="en-US" dirty="0" err="1">
                <a:latin typeface="Consolas" panose="020B0609020204030204" pitchFamily="49" charset="0"/>
              </a:rPr>
              <a:t>expres_B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&lt;</a:t>
            </a:r>
            <a:r>
              <a:rPr lang="en-US" dirty="0" err="1">
                <a:latin typeface="Consolas" panose="020B0609020204030204" pitchFamily="49" charset="0"/>
              </a:rPr>
              <a:t>expres_C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8B3F95B-784F-4A14-DC1B-7F4A7AA1970D}"/>
              </a:ext>
            </a:extLst>
          </p:cNvPr>
          <p:cNvSpPr txBox="1">
            <a:spLocks/>
          </p:cNvSpPr>
          <p:nvPr/>
        </p:nvSpPr>
        <p:spPr>
          <a:xfrm>
            <a:off x="5589037" y="1825625"/>
            <a:ext cx="57647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 dirty="0">
                <a:latin typeface="Consolas" panose="020B0609020204030204" pitchFamily="49" charset="0"/>
              </a:rPr>
              <a:t>for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</a:rPr>
              <a:t>&lt;var_1&gt;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 dirty="0">
                <a:latin typeface="Consolas" panose="020B0609020204030204" pitchFamily="49" charset="0"/>
              </a:rPr>
              <a:t>&lt;sec</a:t>
            </a:r>
            <a:r>
              <a:rPr lang="es-ES" dirty="0">
                <a:latin typeface="Consolas" panose="020B0609020204030204" pitchFamily="49" charset="0"/>
              </a:rPr>
              <a:t>_1</a:t>
            </a:r>
            <a:r>
              <a:rPr lang="en-US" dirty="0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	for </a:t>
            </a:r>
            <a:r>
              <a:rPr lang="en-US" dirty="0">
                <a:latin typeface="Consolas" panose="020B0609020204030204" pitchFamily="49" charset="0"/>
              </a:rPr>
              <a:t>&lt;var_2&gt;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in </a:t>
            </a:r>
            <a:r>
              <a:rPr lang="en-US" dirty="0">
                <a:latin typeface="Consolas" panose="020B0609020204030204" pitchFamily="49" charset="0"/>
              </a:rPr>
              <a:t>&lt;sec</a:t>
            </a:r>
            <a:r>
              <a:rPr lang="es-ES" dirty="0">
                <a:latin typeface="Consolas" panose="020B0609020204030204" pitchFamily="49" charset="0"/>
              </a:rPr>
              <a:t>_2</a:t>
            </a:r>
            <a:r>
              <a:rPr lang="en-US" dirty="0">
                <a:latin typeface="Consolas" panose="020B0609020204030204" pitchFamily="49" charset="0"/>
              </a:rPr>
              <a:t>&gt;: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&lt;</a:t>
            </a:r>
            <a:r>
              <a:rPr lang="en-US" dirty="0" err="1">
                <a:latin typeface="Consolas" panose="020B0609020204030204" pitchFamily="49" charset="0"/>
              </a:rPr>
              <a:t>expres_A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latin typeface="Consolas" panose="020B0609020204030204" pitchFamily="49" charset="0"/>
              </a:rPr>
              <a:t>	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&lt;</a:t>
            </a:r>
            <a:r>
              <a:rPr lang="en-US" dirty="0" err="1">
                <a:latin typeface="Consolas" panose="020B0609020204030204" pitchFamily="49" charset="0"/>
              </a:rPr>
              <a:t>expres_B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&lt;</a:t>
            </a:r>
            <a:r>
              <a:rPr lang="en-US" dirty="0" err="1">
                <a:latin typeface="Consolas" panose="020B0609020204030204" pitchFamily="49" charset="0"/>
              </a:rPr>
              <a:t>expres_C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...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BDDE9F-AF96-C984-ADAB-173E17BA69FC}"/>
              </a:ext>
            </a:extLst>
          </p:cNvPr>
          <p:cNvSpPr/>
          <p:nvPr/>
        </p:nvSpPr>
        <p:spPr>
          <a:xfrm>
            <a:off x="2501195" y="4590661"/>
            <a:ext cx="2443438" cy="4851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A4241F-C99C-4B62-0D3F-E993338B459D}"/>
              </a:ext>
            </a:extLst>
          </p:cNvPr>
          <p:cNvSpPr/>
          <p:nvPr/>
        </p:nvSpPr>
        <p:spPr>
          <a:xfrm>
            <a:off x="7324344" y="4590661"/>
            <a:ext cx="2443438" cy="4851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1BC767-4B87-68BD-60F7-5FB261D006C0}"/>
              </a:ext>
            </a:extLst>
          </p:cNvPr>
          <p:cNvSpPr txBox="1"/>
          <p:nvPr/>
        </p:nvSpPr>
        <p:spPr>
          <a:xfrm>
            <a:off x="4918621" y="4663813"/>
            <a:ext cx="246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  <a:sym typeface="Wingdings" panose="05000000000000000000" pitchFamily="2" charset="2"/>
              </a:rPr>
              <a:t> </a:t>
            </a:r>
            <a:r>
              <a:rPr lang="es-ES" dirty="0">
                <a:solidFill>
                  <a:srgbClr val="C00000"/>
                </a:solidFill>
              </a:rPr>
              <a:t>Nunca se ejecuta </a:t>
            </a:r>
            <a:r>
              <a:rPr lang="es-ES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9A2DE6F-A49C-D1D2-FE06-61653F717F9D}"/>
              </a:ext>
            </a:extLst>
          </p:cNvPr>
          <p:cNvSpPr/>
          <p:nvPr/>
        </p:nvSpPr>
        <p:spPr>
          <a:xfrm>
            <a:off x="2159837" y="3676262"/>
            <a:ext cx="555371" cy="662474"/>
          </a:xfrm>
          <a:custGeom>
            <a:avLst/>
            <a:gdLst>
              <a:gd name="csX0" fmla="*/ 368759 w 368759"/>
              <a:gd name="csY0" fmla="*/ 1175657 h 1175657"/>
              <a:gd name="csX1" fmla="*/ 42187 w 368759"/>
              <a:gd name="csY1" fmla="*/ 951723 h 1175657"/>
              <a:gd name="csX2" fmla="*/ 14196 w 368759"/>
              <a:gd name="csY2" fmla="*/ 0 h 1175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759" h="1175657">
                <a:moveTo>
                  <a:pt x="368759" y="1175657"/>
                </a:moveTo>
                <a:cubicBezTo>
                  <a:pt x="235020" y="1161661"/>
                  <a:pt x="101281" y="1147666"/>
                  <a:pt x="42187" y="951723"/>
                </a:cubicBezTo>
                <a:cubicBezTo>
                  <a:pt x="-16907" y="755780"/>
                  <a:pt x="-1356" y="377890"/>
                  <a:pt x="14196" y="0"/>
                </a:cubicBezTo>
              </a:path>
            </a:pathLst>
          </a:custGeom>
          <a:noFill/>
          <a:ln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B9A55C1-7A7A-1CB4-0892-F410CBB7C2C3}"/>
              </a:ext>
            </a:extLst>
          </p:cNvPr>
          <p:cNvSpPr/>
          <p:nvPr/>
        </p:nvSpPr>
        <p:spPr>
          <a:xfrm>
            <a:off x="6897556" y="3676262"/>
            <a:ext cx="555371" cy="662474"/>
          </a:xfrm>
          <a:custGeom>
            <a:avLst/>
            <a:gdLst>
              <a:gd name="csX0" fmla="*/ 368759 w 368759"/>
              <a:gd name="csY0" fmla="*/ 1175657 h 1175657"/>
              <a:gd name="csX1" fmla="*/ 42187 w 368759"/>
              <a:gd name="csY1" fmla="*/ 951723 h 1175657"/>
              <a:gd name="csX2" fmla="*/ 14196 w 368759"/>
              <a:gd name="csY2" fmla="*/ 0 h 1175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8759" h="1175657">
                <a:moveTo>
                  <a:pt x="368759" y="1175657"/>
                </a:moveTo>
                <a:cubicBezTo>
                  <a:pt x="235020" y="1161661"/>
                  <a:pt x="101281" y="1147666"/>
                  <a:pt x="42187" y="951723"/>
                </a:cubicBezTo>
                <a:cubicBezTo>
                  <a:pt x="-16907" y="755780"/>
                  <a:pt x="-1356" y="377890"/>
                  <a:pt x="14196" y="0"/>
                </a:cubicBezTo>
              </a:path>
            </a:pathLst>
          </a:custGeom>
          <a:noFill/>
          <a:ln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E8CB-1D25-40F4-CA3D-59BDC58457EB}"/>
              </a:ext>
            </a:extLst>
          </p:cNvPr>
          <p:cNvSpPr txBox="1"/>
          <p:nvPr/>
        </p:nvSpPr>
        <p:spPr>
          <a:xfrm>
            <a:off x="645841" y="3818367"/>
            <a:ext cx="15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4"/>
                </a:solidFill>
              </a:rPr>
              <a:t>rompe el más inmediato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D5638-2848-EFDE-4D3B-3BEA31F117DB}"/>
              </a:ext>
            </a:extLst>
          </p:cNvPr>
          <p:cNvSpPr txBox="1"/>
          <p:nvPr/>
        </p:nvSpPr>
        <p:spPr>
          <a:xfrm>
            <a:off x="5320851" y="3692405"/>
            <a:ext cx="15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chemeClr val="accent4"/>
                </a:solidFill>
              </a:rPr>
              <a:t>rompe el más inmediato</a:t>
            </a:r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625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 animBg="1"/>
      <p:bldP spid="8" grpId="0" animBg="1"/>
      <p:bldP spid="9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25AB-DE23-0F09-1DB1-A64DEB8C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5FBC65-64D2-FD0F-EEE4-D736D79A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Ejemplo </a:t>
            </a:r>
            <a:r>
              <a:rPr lang="es-ES" b="1" noProof="0">
                <a:solidFill>
                  <a:srgbClr val="7030A0"/>
                </a:solidFill>
              </a:rPr>
              <a:t>break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63490DE-A963-22BC-8657-B0B181D7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>
                <a:latin typeface="Consolas" panose="020B0609020204030204" pitchFamily="49" charset="0"/>
              </a:rPr>
              <a:t>IN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mi_suma</a:t>
            </a:r>
            <a:r>
              <a:rPr lang="en-US" dirty="0">
                <a:latin typeface="Consolas" panose="020B0609020204030204" pitchFamily="49" charset="0"/>
              </a:rPr>
              <a:t> = 0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mi_suma</a:t>
            </a:r>
            <a:r>
              <a:rPr lang="en-US" dirty="0">
                <a:latin typeface="Consolas" panose="020B0609020204030204" pitchFamily="49" charset="0"/>
              </a:rPr>
              <a:t> += 2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mi_suma</a:t>
            </a:r>
            <a:r>
              <a:rPr lang="en-US" dirty="0">
                <a:latin typeface="Consolas" panose="020B0609020204030204" pitchFamily="49" charset="0"/>
              </a:rPr>
              <a:t> &gt; 5: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mi_suma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FC52D272-0C36-ACED-0B63-1F46DF282457}"/>
              </a:ext>
            </a:extLst>
          </p:cNvPr>
          <p:cNvSpPr txBox="1">
            <a:spLocks/>
          </p:cNvSpPr>
          <p:nvPr/>
        </p:nvSpPr>
        <p:spPr>
          <a:xfrm>
            <a:off x="6966859" y="1825625"/>
            <a:ext cx="43869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>
                <a:latin typeface="Consolas" panose="020B0609020204030204" pitchFamily="49" charset="0"/>
              </a:rPr>
              <a:t>OUT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DCD8CD-00FF-B6DE-5D48-735129844AF7}"/>
              </a:ext>
            </a:extLst>
          </p:cNvPr>
          <p:cNvSpPr txBox="1"/>
          <p:nvPr/>
        </p:nvSpPr>
        <p:spPr>
          <a:xfrm>
            <a:off x="3676577" y="2353500"/>
            <a:ext cx="1974415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c5_break.py</a:t>
            </a:r>
          </a:p>
        </p:txBody>
      </p:sp>
    </p:spTree>
    <p:extLst>
      <p:ext uri="{BB962C8B-B14F-4D97-AF65-F5344CB8AC3E}">
        <p14:creationId xmlns:p14="http://schemas.microsoft.com/office/powerpoint/2010/main" val="2250179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6F66-B45C-CAF8-EF21-113DE841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F1EC-C8AC-F13C-0E0F-74F667D4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/>
              <a:t>Resumen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A105E-ED00-D7AB-9E56-A0DC5AF92F84}"/>
              </a:ext>
            </a:extLst>
          </p:cNvPr>
          <p:cNvSpPr txBox="1"/>
          <p:nvPr/>
        </p:nvSpPr>
        <p:spPr>
          <a:xfrm>
            <a:off x="2375686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900BE-4C94-959A-5767-CF8C78AEC8B1}"/>
              </a:ext>
            </a:extLst>
          </p:cNvPr>
          <p:cNvSpPr txBox="1"/>
          <p:nvPr/>
        </p:nvSpPr>
        <p:spPr>
          <a:xfrm>
            <a:off x="2375686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>
                <a:latin typeface="Consolas" panose="020B0609020204030204" pitchFamily="49" charset="0"/>
              </a:rPr>
              <a:t> &lt;</a:t>
            </a:r>
            <a:r>
              <a:rPr lang="es-ES" sz="2000" noProof="0" err="1">
                <a:latin typeface="Consolas" panose="020B0609020204030204" pitchFamily="49" charset="0"/>
              </a:rPr>
              <a:t>var</a:t>
            </a:r>
            <a:r>
              <a:rPr lang="es-ES" sz="2000" noProof="0">
                <a:latin typeface="Consolas" panose="020B0609020204030204" pitchFamily="49" charset="0"/>
              </a:rPr>
              <a:t>&gt; </a:t>
            </a:r>
            <a:r>
              <a:rPr lang="es-ES" sz="20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>
                <a:latin typeface="Consolas" panose="020B0609020204030204" pitchFamily="49" charset="0"/>
              </a:rPr>
              <a:t> &lt;secuencia&gt;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>
                <a:latin typeface="Consolas" panose="020B0609020204030204" pitchFamily="49" charset="0"/>
              </a:rPr>
              <a:t>	</a:t>
            </a:r>
            <a:r>
              <a:rPr lang="es-ES" sz="2000" noProof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45DB51E-0DA6-2ABA-FAAE-108516B56686}"/>
              </a:ext>
            </a:extLst>
          </p:cNvPr>
          <p:cNvSpPr/>
          <p:nvPr/>
        </p:nvSpPr>
        <p:spPr>
          <a:xfrm>
            <a:off x="4481804" y="1865511"/>
            <a:ext cx="2957804" cy="363921"/>
          </a:xfrm>
          <a:custGeom>
            <a:avLst/>
            <a:gdLst>
              <a:gd name="csX0" fmla="*/ 0 w 2957804"/>
              <a:gd name="csY0" fmla="*/ 354590 h 363921"/>
              <a:gd name="csX1" fmla="*/ 1455576 w 2957804"/>
              <a:gd name="csY1" fmla="*/ 28 h 363921"/>
              <a:gd name="csX2" fmla="*/ 2957804 w 2957804"/>
              <a:gd name="csY2" fmla="*/ 363921 h 363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7804" h="363921">
                <a:moveTo>
                  <a:pt x="0" y="354590"/>
                </a:moveTo>
                <a:cubicBezTo>
                  <a:pt x="415989" y="59898"/>
                  <a:pt x="962609" y="-1527"/>
                  <a:pt x="1455576" y="28"/>
                </a:cubicBezTo>
                <a:cubicBezTo>
                  <a:pt x="1948543" y="1583"/>
                  <a:pt x="2826398" y="19466"/>
                  <a:pt x="2957804" y="363921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C7833-EC6B-0B20-BD52-B70DAA2D75EB}"/>
              </a:ext>
            </a:extLst>
          </p:cNvPr>
          <p:cNvSpPr txBox="1"/>
          <p:nvPr/>
        </p:nvSpPr>
        <p:spPr>
          <a:xfrm>
            <a:off x="6665170" y="2229099"/>
            <a:ext cx="271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Se itera hasta que </a:t>
            </a:r>
          </a:p>
          <a:p>
            <a:r>
              <a:rPr lang="es-ES">
                <a:latin typeface="Consolas" panose="020B0609020204030204" pitchFamily="49" charset="0"/>
              </a:rPr>
              <a:t>&lt;condición&gt; == </a:t>
            </a:r>
            <a:r>
              <a:rPr lang="es-ES">
                <a:solidFill>
                  <a:srgbClr val="7030A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9FE42-7269-2E9C-5669-D5D177DE49BB}"/>
              </a:ext>
            </a:extLst>
          </p:cNvPr>
          <p:cNvSpPr txBox="1"/>
          <p:nvPr/>
        </p:nvSpPr>
        <p:spPr>
          <a:xfrm>
            <a:off x="6733592" y="4272836"/>
            <a:ext cx="32228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Se itera hasta que se acaben</a:t>
            </a:r>
          </a:p>
          <a:p>
            <a:r>
              <a:rPr lang="es-ES">
                <a:latin typeface="+mj-lt"/>
              </a:rPr>
              <a:t>los elementos de </a:t>
            </a:r>
            <a:r>
              <a:rPr lang="es-ES">
                <a:latin typeface="Consolas" panose="020B0609020204030204" pitchFamily="49" charset="0"/>
              </a:rPr>
              <a:t>&lt;secuencia&gt;</a:t>
            </a:r>
            <a:endParaRPr lang="en-US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0E9AC2-2FE3-238B-BB7A-0B3471A095F5}"/>
              </a:ext>
            </a:extLst>
          </p:cNvPr>
          <p:cNvSpPr/>
          <p:nvPr/>
        </p:nvSpPr>
        <p:spPr>
          <a:xfrm>
            <a:off x="5265576" y="3908915"/>
            <a:ext cx="2174032" cy="363921"/>
          </a:xfrm>
          <a:custGeom>
            <a:avLst/>
            <a:gdLst>
              <a:gd name="csX0" fmla="*/ 0 w 2957804"/>
              <a:gd name="csY0" fmla="*/ 354590 h 363921"/>
              <a:gd name="csX1" fmla="*/ 1455576 w 2957804"/>
              <a:gd name="csY1" fmla="*/ 28 h 363921"/>
              <a:gd name="csX2" fmla="*/ 2957804 w 2957804"/>
              <a:gd name="csY2" fmla="*/ 363921 h 363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7804" h="363921">
                <a:moveTo>
                  <a:pt x="0" y="354590"/>
                </a:moveTo>
                <a:cubicBezTo>
                  <a:pt x="415989" y="59898"/>
                  <a:pt x="962609" y="-1527"/>
                  <a:pt x="1455576" y="28"/>
                </a:cubicBezTo>
                <a:cubicBezTo>
                  <a:pt x="1948543" y="1583"/>
                  <a:pt x="2826398" y="19466"/>
                  <a:pt x="2957804" y="363921"/>
                </a:cubicBezTo>
              </a:path>
            </a:pathLst>
          </a:cu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1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284B-6104-7E26-2DDD-5C30043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6FF3-FE78-FF9B-EEDE-97EAA298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 dirty="0">
                <a:solidFill>
                  <a:srgbClr val="7030A0"/>
                </a:solidFill>
                <a:latin typeface="Consolas" panose="020B0609020204030204" pitchFamily="49" charset="0"/>
              </a:rPr>
              <a:t>break</a:t>
            </a:r>
            <a:br>
              <a:rPr lang="es-ES" b="1" dirty="0"/>
            </a:br>
            <a:br>
              <a:rPr lang="es-ES" b="1" dirty="0"/>
            </a:br>
            <a:r>
              <a:rPr lang="es-ES" sz="4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 dirty="0">
                <a:latin typeface="Consolas" panose="020B0609020204030204" pitchFamily="49" charset="0"/>
              </a:rPr>
              <a:t>('volvemos en 10 min')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95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BFE0-B70B-3CF4-BDB8-E6BF63F2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4D0D71-5E01-98EC-DCFC-C9751721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6CBD18-C0FF-9957-3B97-4876DA6CEEE6}"/>
              </a:ext>
            </a:extLst>
          </p:cNvPr>
          <p:cNvSpPr txBox="1"/>
          <p:nvPr/>
        </p:nvSpPr>
        <p:spPr>
          <a:xfrm>
            <a:off x="872456" y="250463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7FAE9-301B-9DA3-033F-96002AFE3B9E}"/>
              </a:ext>
            </a:extLst>
          </p:cNvPr>
          <p:cNvSpPr txBox="1"/>
          <p:nvPr/>
        </p:nvSpPr>
        <p:spPr>
          <a:xfrm>
            <a:off x="-4336332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E87B3-9E33-EAC2-7BC0-B684FC05E99A}"/>
              </a:ext>
            </a:extLst>
          </p:cNvPr>
          <p:cNvSpPr txBox="1"/>
          <p:nvPr/>
        </p:nvSpPr>
        <p:spPr>
          <a:xfrm>
            <a:off x="-4336332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 dirty="0">
                <a:latin typeface="Consolas" panose="020B0609020204030204" pitchFamily="49" charset="0"/>
              </a:rPr>
              <a:t> &lt;</a:t>
            </a:r>
            <a:r>
              <a:rPr lang="es-ES" sz="2000" noProof="0" dirty="0" err="1">
                <a:latin typeface="Consolas" panose="020B0609020204030204" pitchFamily="49" charset="0"/>
              </a:rPr>
              <a:t>var</a:t>
            </a:r>
            <a:r>
              <a:rPr lang="es-ES" sz="2000" noProof="0" dirty="0">
                <a:latin typeface="Consolas" panose="020B0609020204030204" pitchFamily="49" charset="0"/>
              </a:rPr>
              <a:t>&gt; </a:t>
            </a:r>
            <a:r>
              <a:rPr lang="es-ES" sz="2000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 dirty="0">
                <a:latin typeface="Consolas" panose="020B0609020204030204" pitchFamily="49" charset="0"/>
              </a:rPr>
              <a:t> &lt;secuencia&gt;</a:t>
            </a:r>
            <a:r>
              <a:rPr lang="es-ES" sz="20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</a:t>
            </a:r>
            <a:r>
              <a:rPr lang="es-ES" sz="2000" noProof="0" dirty="0">
                <a:latin typeface="Consolas" panose="020B0609020204030204" pitchFamily="49" charset="0"/>
              </a:rPr>
              <a:t>...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45B0A-7FFE-2E4F-8BE3-8065B3416113}"/>
              </a:ext>
            </a:extLst>
          </p:cNvPr>
          <p:cNvCxnSpPr>
            <a:cxnSpLocks/>
          </p:cNvCxnSpPr>
          <p:nvPr/>
        </p:nvCxnSpPr>
        <p:spPr>
          <a:xfrm>
            <a:off x="1022888" y="2030279"/>
            <a:ext cx="1010489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684D75-67D7-6331-AC30-DDF4902A8E19}"/>
              </a:ext>
            </a:extLst>
          </p:cNvPr>
          <p:cNvSpPr txBox="1"/>
          <p:nvPr/>
        </p:nvSpPr>
        <p:spPr>
          <a:xfrm>
            <a:off x="872459" y="3205857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A        AA    A    </a:t>
            </a:r>
            <a:r>
              <a:rPr lang="en-US" sz="4400" dirty="0" err="1">
                <a:latin typeface="Consolas" panose="020B0609020204030204" pitchFamily="49" charset="0"/>
              </a:rPr>
              <a:t>A</a:t>
            </a:r>
            <a:r>
              <a:rPr lang="en-US" sz="4400" dirty="0">
                <a:latin typeface="Consolas" panose="020B0609020204030204" pitchFamily="49" charset="0"/>
              </a:rPr>
              <a:t>      AA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3726B-CB53-158B-6039-08D777DB1800}"/>
              </a:ext>
            </a:extLst>
          </p:cNvPr>
          <p:cNvSpPr txBox="1"/>
          <p:nvPr/>
        </p:nvSpPr>
        <p:spPr>
          <a:xfrm>
            <a:off x="872459" y="390707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T      </a:t>
            </a:r>
            <a:r>
              <a:rPr lang="en-US" sz="4400" dirty="0" err="1">
                <a:latin typeface="Consolas" panose="020B0609020204030204" pitchFamily="49" charset="0"/>
              </a:rPr>
              <a:t>T</a:t>
            </a:r>
            <a:r>
              <a:rPr lang="en-US" sz="4400" dirty="0">
                <a:latin typeface="Consolas" panose="020B0609020204030204" pitchFamily="49" charset="0"/>
              </a:rPr>
              <a:t>    TT      T    </a:t>
            </a:r>
            <a:r>
              <a:rPr lang="en-US" sz="4400" dirty="0" err="1">
                <a:latin typeface="Consolas" panose="020B0609020204030204" pitchFamily="49" charset="0"/>
              </a:rPr>
              <a:t>T</a:t>
            </a:r>
            <a:r>
              <a:rPr lang="en-US" sz="4400" dirty="0">
                <a:latin typeface="Consolas" panose="020B0609020204030204" pitchFamily="49" charset="0"/>
              </a:rPr>
              <a:t>    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213F2-0F0D-F08F-60D3-C59F1AC232E1}"/>
              </a:ext>
            </a:extLst>
          </p:cNvPr>
          <p:cNvSpPr txBox="1"/>
          <p:nvPr/>
        </p:nvSpPr>
        <p:spPr>
          <a:xfrm>
            <a:off x="872459" y="4608301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  GGGG    G    </a:t>
            </a:r>
            <a:r>
              <a:rPr lang="en-US" sz="4400" dirty="0" err="1">
                <a:latin typeface="Consolas" panose="020B0609020204030204" pitchFamily="49" charset="0"/>
              </a:rPr>
              <a:t>G</a:t>
            </a:r>
            <a:r>
              <a:rPr lang="en-US" sz="4400" dirty="0">
                <a:latin typeface="Consolas" panose="020B0609020204030204" pitchFamily="49" charset="0"/>
              </a:rPr>
              <a:t> GG   </a:t>
            </a:r>
            <a:r>
              <a:rPr lang="en-US" sz="4400" dirty="0" err="1">
                <a:latin typeface="Consolas" panose="020B0609020204030204" pitchFamily="49" charset="0"/>
              </a:rPr>
              <a:t>GG</a:t>
            </a:r>
            <a:r>
              <a:rPr lang="en-US" sz="4400" dirty="0">
                <a:latin typeface="Consolas" panose="020B0609020204030204" pitchFamily="49" charset="0"/>
              </a:rPr>
              <a:t>    G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3DF44E-7AD9-FBC8-FC21-139B0A436ECE}"/>
              </a:ext>
            </a:extLst>
          </p:cNvPr>
          <p:cNvSpPr txBox="1"/>
          <p:nvPr/>
        </p:nvSpPr>
        <p:spPr>
          <a:xfrm>
            <a:off x="872461" y="5309522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 C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D228D-DC02-0ADF-5C9F-7D50F330AE58}"/>
              </a:ext>
            </a:extLst>
          </p:cNvPr>
          <p:cNvSpPr txBox="1"/>
          <p:nvPr/>
        </p:nvSpPr>
        <p:spPr>
          <a:xfrm>
            <a:off x="11299282" y="3311258"/>
            <a:ext cx="417135" cy="558641"/>
          </a:xfrm>
          <a:prstGeom prst="roundRect">
            <a:avLst/>
          </a:prstGeom>
          <a:solidFill>
            <a:srgbClr val="00FFFF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7</a:t>
            </a:r>
            <a:endParaRPr lang="en-US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CBEC88-C155-45C1-A9A1-FCB3293AFD35}"/>
              </a:ext>
            </a:extLst>
          </p:cNvPr>
          <p:cNvSpPr txBox="1"/>
          <p:nvPr/>
        </p:nvSpPr>
        <p:spPr>
          <a:xfrm>
            <a:off x="11299282" y="4012478"/>
            <a:ext cx="417135" cy="558641"/>
          </a:xfrm>
          <a:prstGeom prst="roundRect">
            <a:avLst/>
          </a:prstGeom>
          <a:solidFill>
            <a:srgbClr val="FF00FF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8</a:t>
            </a:r>
            <a:endParaRPr lang="en-US" sz="2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970DA-1078-E388-D5F0-5F23D2639639}"/>
              </a:ext>
            </a:extLst>
          </p:cNvPr>
          <p:cNvSpPr txBox="1"/>
          <p:nvPr/>
        </p:nvSpPr>
        <p:spPr>
          <a:xfrm>
            <a:off x="11195623" y="4740761"/>
            <a:ext cx="624454" cy="578882"/>
          </a:xfrm>
          <a:prstGeom prst="roundRect">
            <a:avLst/>
          </a:prstGeom>
          <a:solidFill>
            <a:srgbClr val="00FF00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11</a:t>
            </a:r>
            <a:endParaRPr lang="en-US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E1B984-E719-8180-C594-1A6A3D36D0B3}"/>
              </a:ext>
            </a:extLst>
          </p:cNvPr>
          <p:cNvSpPr txBox="1"/>
          <p:nvPr/>
        </p:nvSpPr>
        <p:spPr>
          <a:xfrm>
            <a:off x="11299282" y="5449032"/>
            <a:ext cx="417135" cy="558641"/>
          </a:xfrm>
          <a:prstGeom prst="roundRect">
            <a:avLst/>
          </a:prstGeom>
          <a:solidFill>
            <a:srgbClr val="C0C0C0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7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4775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 animBg="1"/>
      <p:bldP spid="26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6A6D-1810-C293-181C-3D20D496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69A353-14E9-3884-8DD6-B87E2766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D28D9F-A13B-C795-8FD9-5DED6F71FAD0}"/>
              </a:ext>
            </a:extLst>
          </p:cNvPr>
          <p:cNvSpPr txBox="1"/>
          <p:nvPr/>
        </p:nvSpPr>
        <p:spPr>
          <a:xfrm>
            <a:off x="872456" y="250463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D933AD-7D6D-331D-2FC0-D8637CC2A26B}"/>
              </a:ext>
            </a:extLst>
          </p:cNvPr>
          <p:cNvCxnSpPr>
            <a:cxnSpLocks/>
          </p:cNvCxnSpPr>
          <p:nvPr/>
        </p:nvCxnSpPr>
        <p:spPr>
          <a:xfrm>
            <a:off x="1022888" y="2030279"/>
            <a:ext cx="1010489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0CA33B-C89B-10C8-C01D-731587B176DB}"/>
              </a:ext>
            </a:extLst>
          </p:cNvPr>
          <p:cNvSpPr txBox="1"/>
          <p:nvPr/>
        </p:nvSpPr>
        <p:spPr>
          <a:xfrm>
            <a:off x="872459" y="3205857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A        AA    A    </a:t>
            </a:r>
            <a:r>
              <a:rPr lang="en-US" sz="4400" dirty="0" err="1">
                <a:latin typeface="Consolas" panose="020B0609020204030204" pitchFamily="49" charset="0"/>
              </a:rPr>
              <a:t>A</a:t>
            </a:r>
            <a:r>
              <a:rPr lang="en-US" sz="4400" dirty="0">
                <a:latin typeface="Consolas" panose="020B0609020204030204" pitchFamily="49" charset="0"/>
              </a:rPr>
              <a:t>      AA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AE35C-4AD4-E848-DF58-EAA24379C058}"/>
              </a:ext>
            </a:extLst>
          </p:cNvPr>
          <p:cNvSpPr txBox="1"/>
          <p:nvPr/>
        </p:nvSpPr>
        <p:spPr>
          <a:xfrm>
            <a:off x="872459" y="390707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T      </a:t>
            </a:r>
            <a:r>
              <a:rPr lang="en-US" sz="4400" dirty="0" err="1">
                <a:latin typeface="Consolas" panose="020B0609020204030204" pitchFamily="49" charset="0"/>
              </a:rPr>
              <a:t>T</a:t>
            </a:r>
            <a:r>
              <a:rPr lang="en-US" sz="4400" dirty="0">
                <a:latin typeface="Consolas" panose="020B0609020204030204" pitchFamily="49" charset="0"/>
              </a:rPr>
              <a:t>    TT      T    </a:t>
            </a:r>
            <a:r>
              <a:rPr lang="en-US" sz="4400" dirty="0" err="1">
                <a:latin typeface="Consolas" panose="020B0609020204030204" pitchFamily="49" charset="0"/>
              </a:rPr>
              <a:t>T</a:t>
            </a:r>
            <a:r>
              <a:rPr lang="en-US" sz="4400" dirty="0">
                <a:latin typeface="Consolas" panose="020B0609020204030204" pitchFamily="49" charset="0"/>
              </a:rPr>
              <a:t>    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68780-01AC-D0BF-C4B3-802F80BBE0F2}"/>
              </a:ext>
            </a:extLst>
          </p:cNvPr>
          <p:cNvSpPr txBox="1"/>
          <p:nvPr/>
        </p:nvSpPr>
        <p:spPr>
          <a:xfrm>
            <a:off x="872459" y="4608301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  GGGG    G    </a:t>
            </a:r>
            <a:r>
              <a:rPr lang="en-US" sz="4400" dirty="0" err="1">
                <a:latin typeface="Consolas" panose="020B0609020204030204" pitchFamily="49" charset="0"/>
              </a:rPr>
              <a:t>G</a:t>
            </a:r>
            <a:r>
              <a:rPr lang="en-US" sz="4400" dirty="0">
                <a:latin typeface="Consolas" panose="020B0609020204030204" pitchFamily="49" charset="0"/>
              </a:rPr>
              <a:t> GG   </a:t>
            </a:r>
            <a:r>
              <a:rPr lang="en-US" sz="4400" dirty="0" err="1">
                <a:latin typeface="Consolas" panose="020B0609020204030204" pitchFamily="49" charset="0"/>
              </a:rPr>
              <a:t>GG</a:t>
            </a:r>
            <a:r>
              <a:rPr lang="en-US" sz="4400" dirty="0">
                <a:latin typeface="Consolas" panose="020B0609020204030204" pitchFamily="49" charset="0"/>
              </a:rPr>
              <a:t>    G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AEBE9-D6D6-BFFA-172D-673159A054BA}"/>
              </a:ext>
            </a:extLst>
          </p:cNvPr>
          <p:cNvSpPr txBox="1"/>
          <p:nvPr/>
        </p:nvSpPr>
        <p:spPr>
          <a:xfrm>
            <a:off x="872461" y="5309522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Consolas" panose="020B0609020204030204" pitchFamily="49" charset="0"/>
              </a:rPr>
              <a:t>  C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  </a:t>
            </a:r>
            <a:r>
              <a:rPr lang="en-US" sz="4400" dirty="0" err="1">
                <a:latin typeface="Consolas" panose="020B0609020204030204" pitchFamily="49" charset="0"/>
              </a:rPr>
              <a:t>C</a:t>
            </a:r>
            <a:r>
              <a:rPr lang="en-US" sz="4400" dirty="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F94C6E-DA6D-A3D6-A656-53EB7491D583}"/>
              </a:ext>
            </a:extLst>
          </p:cNvPr>
          <p:cNvSpPr txBox="1"/>
          <p:nvPr/>
        </p:nvSpPr>
        <p:spPr>
          <a:xfrm>
            <a:off x="11238981" y="3303668"/>
            <a:ext cx="537737" cy="573822"/>
          </a:xfrm>
          <a:prstGeom prst="roundRect">
            <a:avLst/>
          </a:prstGeom>
          <a:solidFill>
            <a:srgbClr val="00FFFF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%</a:t>
            </a:r>
            <a:endParaRPr lang="en-US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51DD13-245A-7966-38FF-0C925B58DF0B}"/>
              </a:ext>
            </a:extLst>
          </p:cNvPr>
          <p:cNvSpPr txBox="1"/>
          <p:nvPr/>
        </p:nvSpPr>
        <p:spPr>
          <a:xfrm>
            <a:off x="11238981" y="4004888"/>
            <a:ext cx="537737" cy="573822"/>
          </a:xfrm>
          <a:prstGeom prst="roundRect">
            <a:avLst/>
          </a:prstGeom>
          <a:solidFill>
            <a:srgbClr val="FF00FF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%</a:t>
            </a:r>
            <a:endParaRPr lang="en-US" sz="2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369FBE-47E5-B5DE-2718-DFA5E19014D3}"/>
              </a:ext>
            </a:extLst>
          </p:cNvPr>
          <p:cNvSpPr txBox="1"/>
          <p:nvPr/>
        </p:nvSpPr>
        <p:spPr>
          <a:xfrm>
            <a:off x="11238982" y="4743291"/>
            <a:ext cx="537736" cy="573822"/>
          </a:xfrm>
          <a:prstGeom prst="roundRect">
            <a:avLst/>
          </a:prstGeom>
          <a:solidFill>
            <a:srgbClr val="00FF00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%</a:t>
            </a:r>
            <a:endParaRPr lang="en-US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88062A-3A87-50A7-0356-0B5E84FF0100}"/>
              </a:ext>
            </a:extLst>
          </p:cNvPr>
          <p:cNvSpPr txBox="1"/>
          <p:nvPr/>
        </p:nvSpPr>
        <p:spPr>
          <a:xfrm>
            <a:off x="11238981" y="5441442"/>
            <a:ext cx="537737" cy="573822"/>
          </a:xfrm>
          <a:prstGeom prst="roundRect">
            <a:avLst/>
          </a:prstGeom>
          <a:solidFill>
            <a:srgbClr val="C0C0C0"/>
          </a:solidFill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s-ES" sz="2800" b="1" dirty="0"/>
              <a:t>%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8237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78AA-E07F-5676-7382-9AB0208F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FFAE2B-06CA-46E4-2C28-B302AD54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6F5A8-872C-BAB1-7919-7370A4F7A526}"/>
              </a:ext>
            </a:extLst>
          </p:cNvPr>
          <p:cNvSpPr txBox="1"/>
          <p:nvPr/>
        </p:nvSpPr>
        <p:spPr>
          <a:xfrm>
            <a:off x="594403" y="1470817"/>
            <a:ext cx="55904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dirty="0"/>
              <a:t>Escribir un programa que</a:t>
            </a:r>
            <a:r>
              <a:rPr lang="es-ES" dirty="0"/>
              <a:t>: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 dirty="0"/>
              <a:t>Tome como input una </a:t>
            </a:r>
            <a:r>
              <a:rPr lang="es-ES" b="1" noProof="0" dirty="0"/>
              <a:t>secuencia de nucleótidos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/>
              <a:t>Calcule el porcentaje de A, T, G y C</a:t>
            </a:r>
          </a:p>
          <a:p>
            <a:endParaRPr lang="es-ES" dirty="0"/>
          </a:p>
          <a:p>
            <a:pPr algn="ctr"/>
            <a:r>
              <a:rPr lang="es-ES" u="sng" dirty="0"/>
              <a:t>TIP</a:t>
            </a:r>
            <a:r>
              <a:rPr lang="es-ES" dirty="0"/>
              <a:t>:</a:t>
            </a: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Iterar letra a letra</a:t>
            </a:r>
          </a:p>
          <a:p>
            <a:r>
              <a:rPr lang="es-ES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 letra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'palabra'</a:t>
            </a:r>
            <a:r>
              <a:rPr lang="es-ES" dirty="0">
                <a:latin typeface="Consolas" panose="020B0609020204030204" pitchFamily="49" charset="0"/>
              </a:rPr>
              <a:t>:</a:t>
            </a:r>
          </a:p>
          <a:p>
            <a:r>
              <a:rPr lang="es-ES" dirty="0">
                <a:latin typeface="Consolas" panose="020B0609020204030204" pitchFamily="49" charset="0"/>
              </a:rPr>
              <a:t>	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(letra)</a:t>
            </a:r>
          </a:p>
          <a:p>
            <a:endParaRPr lang="es-ES" dirty="0">
              <a:latin typeface="Consolas" panose="020B0609020204030204" pitchFamily="49" charset="0"/>
            </a:endParaRPr>
          </a:p>
          <a:p>
            <a:pPr algn="ctr"/>
            <a:r>
              <a:rPr lang="es-ES" u="sng" dirty="0"/>
              <a:t>Solo usar</a:t>
            </a:r>
            <a:r>
              <a:rPr lang="es-ES" dirty="0"/>
              <a:t>:</a:t>
            </a:r>
            <a:endParaRPr lang="es-E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Ramificación		</a:t>
            </a:r>
            <a:r>
              <a:rPr lang="es-ES" dirty="0">
                <a:latin typeface="+mj-lt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else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Operaciones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+, -, *, /,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Comparaciones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==, !=, &lt;=, &gt;,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Lógica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and, </a:t>
            </a:r>
            <a:r>
              <a:rPr lang="es-ES" dirty="0" err="1">
                <a:latin typeface="Consolas" panose="020B0609020204030204" pitchFamily="49" charset="0"/>
              </a:rPr>
              <a:t>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not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Iteración</a:t>
            </a:r>
            <a:r>
              <a:rPr lang="es-ES" dirty="0">
                <a:latin typeface="+mj-lt"/>
              </a:rPr>
              <a:t>		</a:t>
            </a:r>
            <a:r>
              <a:rPr lang="es-ES" dirty="0"/>
              <a:t>(</a:t>
            </a:r>
            <a:r>
              <a:rPr lang="es-ES" dirty="0" err="1"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break</a:t>
            </a:r>
            <a:r>
              <a:rPr lang="es-E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9B0E5-D26B-B02D-F112-774CB7DB6369}"/>
              </a:ext>
            </a:extLst>
          </p:cNvPr>
          <p:cNvSpPr txBox="1"/>
          <p:nvPr/>
        </p:nvSpPr>
        <p:spPr>
          <a:xfrm>
            <a:off x="6184899" y="2005788"/>
            <a:ext cx="541269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 dirty="0"/>
              <a:t>RECOMENDACIONES</a:t>
            </a:r>
          </a:p>
          <a:p>
            <a:pPr lvl="0" algn="ctr"/>
            <a:endParaRPr lang="en-US" u="sng" dirty="0"/>
          </a:p>
          <a:p>
            <a:pPr lvl="0"/>
            <a:r>
              <a:rPr lang="en-US" dirty="0"/>
              <a:t>1</a:t>
            </a:r>
            <a:r>
              <a:rPr lang="en-US" baseline="30000" dirty="0"/>
              <a:t>ero</a:t>
            </a:r>
            <a:r>
              <a:rPr lang="en-US" dirty="0"/>
              <a:t>)	</a:t>
            </a:r>
            <a:r>
              <a:rPr lang="en-US" b="1" dirty="0" err="1"/>
              <a:t>Iterar</a:t>
            </a:r>
            <a:r>
              <a:rPr lang="en-US" b="1" dirty="0"/>
              <a:t> </a:t>
            </a:r>
            <a:r>
              <a:rPr lang="en-US" b="1" dirty="0" err="1"/>
              <a:t>sobre</a:t>
            </a:r>
            <a:r>
              <a:rPr lang="en-US" b="1" dirty="0"/>
              <a:t> la </a:t>
            </a:r>
            <a:r>
              <a:rPr lang="en-US" b="1" dirty="0" err="1"/>
              <a:t>secuencia</a:t>
            </a:r>
            <a:r>
              <a:rPr lang="en-US" b="1" dirty="0"/>
              <a:t> e </a:t>
            </a:r>
            <a:r>
              <a:rPr lang="en-US" b="1" dirty="0" err="1"/>
              <a:t>identificar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	</a:t>
            </a:r>
            <a:r>
              <a:rPr lang="en-US" b="1" dirty="0" err="1"/>
              <a:t>nt</a:t>
            </a:r>
            <a:r>
              <a:rPr lang="en-US" b="1" dirty="0"/>
              <a:t> </a:t>
            </a:r>
            <a:r>
              <a:rPr lang="en-US" b="1" dirty="0" err="1"/>
              <a:t>está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cada</a:t>
            </a:r>
            <a:r>
              <a:rPr lang="en-US" b="1" dirty="0"/>
              <a:t> </a:t>
            </a:r>
            <a:r>
              <a:rPr lang="en-US" b="1" dirty="0" err="1"/>
              <a:t>posición</a:t>
            </a:r>
            <a:r>
              <a:rPr lang="en-US" dirty="0"/>
              <a:t>: </a:t>
            </a:r>
            <a:r>
              <a:rPr lang="en-US" dirty="0" err="1"/>
              <a:t>preocuparse</a:t>
            </a:r>
            <a:r>
              <a:rPr lang="en-US" dirty="0"/>
              <a:t> de 	</a:t>
            </a:r>
            <a:r>
              <a:rPr lang="en-US" dirty="0" err="1"/>
              <a:t>contar</a:t>
            </a:r>
            <a:r>
              <a:rPr lang="en-US" dirty="0"/>
              <a:t> </a:t>
            </a:r>
            <a:r>
              <a:rPr lang="en-US" dirty="0" err="1"/>
              <a:t>después</a:t>
            </a:r>
            <a:r>
              <a:rPr lang="en-US" dirty="0"/>
              <a:t>. </a:t>
            </a:r>
            <a:r>
              <a:rPr lang="en-US" dirty="0" err="1"/>
              <a:t>Combinar</a:t>
            </a:r>
            <a:r>
              <a:rPr lang="en-US" dirty="0"/>
              <a:t> también con 	</a:t>
            </a:r>
            <a:r>
              <a:rPr lang="en-US" dirty="0" err="1"/>
              <a:t>ramificación</a:t>
            </a:r>
            <a:r>
              <a:rPr lang="en-US" dirty="0"/>
              <a:t> (if, </a:t>
            </a:r>
            <a:r>
              <a:rPr lang="en-US" dirty="0" err="1"/>
              <a:t>elif</a:t>
            </a:r>
            <a:r>
              <a:rPr lang="en-US" dirty="0"/>
              <a:t>, else). </a:t>
            </a:r>
          </a:p>
          <a:p>
            <a:pPr lvl="0"/>
            <a:r>
              <a:rPr lang="en-US" dirty="0"/>
              <a:t>2</a:t>
            </a:r>
            <a:r>
              <a:rPr lang="en-US" baseline="30000" dirty="0"/>
              <a:t>do</a:t>
            </a:r>
            <a:r>
              <a:rPr lang="en-US" dirty="0"/>
              <a:t>) 	</a:t>
            </a:r>
            <a:r>
              <a:rPr lang="en-US" b="1" dirty="0" err="1"/>
              <a:t>Contar</a:t>
            </a:r>
            <a:r>
              <a:rPr lang="en-US" b="1" dirty="0"/>
              <a:t>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nt</a:t>
            </a:r>
            <a:r>
              <a:rPr lang="en-US" b="1" dirty="0"/>
              <a:t> a </a:t>
            </a:r>
            <a:r>
              <a:rPr lang="en-US" b="1" dirty="0" err="1"/>
              <a:t>medida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se </a:t>
            </a:r>
            <a:r>
              <a:rPr lang="en-US" b="1" dirty="0" err="1"/>
              <a:t>itera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3</a:t>
            </a:r>
            <a:r>
              <a:rPr lang="en-US" baseline="30000" dirty="0"/>
              <a:t>ro</a:t>
            </a:r>
            <a:r>
              <a:rPr lang="en-US" dirty="0"/>
              <a:t>)	</a:t>
            </a:r>
            <a:r>
              <a:rPr lang="en-US" b="1" dirty="0"/>
              <a:t>Con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valores</a:t>
            </a:r>
            <a:r>
              <a:rPr lang="en-US" b="1" dirty="0"/>
              <a:t> finales, </a:t>
            </a:r>
            <a:r>
              <a:rPr lang="en-US" b="1" dirty="0" err="1"/>
              <a:t>calcular</a:t>
            </a:r>
            <a:r>
              <a:rPr lang="en-US" b="1" dirty="0"/>
              <a:t> el %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11AD6-C329-6963-E697-7765B2E3E67B}"/>
              </a:ext>
            </a:extLst>
          </p:cNvPr>
          <p:cNvSpPr txBox="1"/>
          <p:nvPr/>
        </p:nvSpPr>
        <p:spPr>
          <a:xfrm>
            <a:off x="4608924" y="2638402"/>
            <a:ext cx="45685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latin typeface="Consolas" panose="020B0609020204030204" pitchFamily="49" charset="0"/>
              </a:rPr>
              <a:t>'p'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'l'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'b'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'r'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  <a:endParaRPr lang="en-US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04544A-4903-F834-6A07-4ECA9887D7CB}"/>
              </a:ext>
            </a:extLst>
          </p:cNvPr>
          <p:cNvCxnSpPr>
            <a:cxnSpLocks/>
          </p:cNvCxnSpPr>
          <p:nvPr/>
        </p:nvCxnSpPr>
        <p:spPr>
          <a:xfrm>
            <a:off x="3685032" y="3611880"/>
            <a:ext cx="80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882C9F-98B0-03C1-6F90-E6B379677623}"/>
              </a:ext>
            </a:extLst>
          </p:cNvPr>
          <p:cNvSpPr txBox="1"/>
          <p:nvPr/>
        </p:nvSpPr>
        <p:spPr>
          <a:xfrm>
            <a:off x="872456" y="-255881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344F7B-6145-1ABE-C76C-9BAFD10D286F}"/>
              </a:ext>
            </a:extLst>
          </p:cNvPr>
          <p:cNvSpPr/>
          <p:nvPr/>
        </p:nvSpPr>
        <p:spPr>
          <a:xfrm>
            <a:off x="8839211" y="4966905"/>
            <a:ext cx="1103086" cy="11030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SIN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B7802B-CC0C-A386-A099-BF5C948F91A2}"/>
              </a:ext>
            </a:extLst>
          </p:cNvPr>
          <p:cNvSpPr/>
          <p:nvPr/>
        </p:nvSpPr>
        <p:spPr>
          <a:xfrm>
            <a:off x="8118279" y="4720580"/>
            <a:ext cx="1560288" cy="386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Grupos de 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D9F47FE-2AE2-D253-12EC-00E4F82024A7}"/>
              </a:ext>
            </a:extLst>
          </p:cNvPr>
          <p:cNvSpPr/>
          <p:nvPr/>
        </p:nvSpPr>
        <p:spPr>
          <a:xfrm>
            <a:off x="7840198" y="5039477"/>
            <a:ext cx="1103086" cy="110308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CON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70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6F16-9DCD-1C91-2EAB-1D561515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048623-18DA-9ACB-4DCF-5680E51B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B3655-2793-789B-5565-C43578073D49}"/>
              </a:ext>
            </a:extLst>
          </p:cNvPr>
          <p:cNvSpPr txBox="1"/>
          <p:nvPr/>
        </p:nvSpPr>
        <p:spPr>
          <a:xfrm>
            <a:off x="872456" y="250463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31EF6-6765-A018-297A-B4D1B1AA9598}"/>
              </a:ext>
            </a:extLst>
          </p:cNvPr>
          <p:cNvSpPr txBox="1"/>
          <p:nvPr/>
        </p:nvSpPr>
        <p:spPr>
          <a:xfrm>
            <a:off x="1799771" y="3666040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GGGG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BB5E9-A03E-AD01-BC89-535F682ED0D5}"/>
              </a:ext>
            </a:extLst>
          </p:cNvPr>
          <p:cNvSpPr txBox="1"/>
          <p:nvPr/>
        </p:nvSpPr>
        <p:spPr>
          <a:xfrm>
            <a:off x="4265600" y="3666040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86E68C-972A-2457-6CD4-02E8499F2DC5}"/>
              </a:ext>
            </a:extLst>
          </p:cNvPr>
          <p:cNvSpPr txBox="1"/>
          <p:nvPr/>
        </p:nvSpPr>
        <p:spPr>
          <a:xfrm>
            <a:off x="5804114" y="3666040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84677-E554-B5FF-B49C-E7114A76B5A3}"/>
              </a:ext>
            </a:extLst>
          </p:cNvPr>
          <p:cNvSpPr txBox="1"/>
          <p:nvPr/>
        </p:nvSpPr>
        <p:spPr>
          <a:xfrm>
            <a:off x="6462157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EC2FE5-ADFD-BCED-8438-A68F1014D07C}"/>
              </a:ext>
            </a:extLst>
          </p:cNvPr>
          <p:cNvSpPr txBox="1"/>
          <p:nvPr/>
        </p:nvSpPr>
        <p:spPr>
          <a:xfrm>
            <a:off x="8000672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D0412-B1F1-3A98-706A-F37198D1694A}"/>
              </a:ext>
            </a:extLst>
          </p:cNvPr>
          <p:cNvSpPr txBox="1"/>
          <p:nvPr/>
        </p:nvSpPr>
        <p:spPr>
          <a:xfrm>
            <a:off x="9842336" y="3666040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G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BB437E-A0C5-FE03-DF08-B7B895834CC6}"/>
              </a:ext>
            </a:extLst>
          </p:cNvPr>
          <p:cNvSpPr txBox="1"/>
          <p:nvPr/>
        </p:nvSpPr>
        <p:spPr>
          <a:xfrm>
            <a:off x="1799771" y="4827445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4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A62809-BAD5-78DA-5565-97A734BA4FC6}"/>
              </a:ext>
            </a:extLst>
          </p:cNvPr>
          <p:cNvSpPr txBox="1"/>
          <p:nvPr/>
        </p:nvSpPr>
        <p:spPr>
          <a:xfrm>
            <a:off x="4265600" y="4827445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3E0D1-8129-A248-EC4E-4AE8090EF301}"/>
              </a:ext>
            </a:extLst>
          </p:cNvPr>
          <p:cNvSpPr txBox="1"/>
          <p:nvPr/>
        </p:nvSpPr>
        <p:spPr>
          <a:xfrm>
            <a:off x="5804114" y="4827445"/>
            <a:ext cx="56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FAEBFA-ADF0-55AB-8A61-0317826A3A39}"/>
              </a:ext>
            </a:extLst>
          </p:cNvPr>
          <p:cNvSpPr txBox="1"/>
          <p:nvPr/>
        </p:nvSpPr>
        <p:spPr>
          <a:xfrm>
            <a:off x="6657029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2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BBEF5D-5DFB-87E2-0363-0596011CDDBF}"/>
              </a:ext>
            </a:extLst>
          </p:cNvPr>
          <p:cNvSpPr txBox="1"/>
          <p:nvPr/>
        </p:nvSpPr>
        <p:spPr>
          <a:xfrm>
            <a:off x="8195544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2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0DC915-852E-6E0C-09AA-89AB1D2E37E4}"/>
              </a:ext>
            </a:extLst>
          </p:cNvPr>
          <p:cNvSpPr txBox="1"/>
          <p:nvPr/>
        </p:nvSpPr>
        <p:spPr>
          <a:xfrm>
            <a:off x="9842336" y="4827445"/>
            <a:ext cx="1128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latin typeface="Consolas" panose="020B0609020204030204" pitchFamily="49" charset="0"/>
              </a:rPr>
              <a:t>1</a:t>
            </a:r>
            <a:endParaRPr lang="en-US" sz="4400" dirty="0">
              <a:latin typeface="Consolas" panose="020B06090202040302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CB4A47-1F1D-B7E2-6D18-4E5434AE60F3}"/>
              </a:ext>
            </a:extLst>
          </p:cNvPr>
          <p:cNvCxnSpPr>
            <a:cxnSpLocks/>
          </p:cNvCxnSpPr>
          <p:nvPr/>
        </p:nvCxnSpPr>
        <p:spPr>
          <a:xfrm>
            <a:off x="1022888" y="2030279"/>
            <a:ext cx="1010489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90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0" grpId="1"/>
      <p:bldP spid="21" grpId="0"/>
      <p:bldP spid="22" grpId="0"/>
      <p:bldP spid="23" grpId="0"/>
      <p:bldP spid="24" grpId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5A98-D613-D20C-4B31-21011A2E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5C90F2-4E06-9697-CEC8-92F4E9F8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71CCE-820D-E88F-6599-C7A1456BD03F}"/>
              </a:ext>
            </a:extLst>
          </p:cNvPr>
          <p:cNvSpPr txBox="1"/>
          <p:nvPr/>
        </p:nvSpPr>
        <p:spPr>
          <a:xfrm>
            <a:off x="594403" y="1379377"/>
            <a:ext cx="55904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dirty="0"/>
              <a:t>Escribir un programa que</a:t>
            </a:r>
            <a:r>
              <a:rPr lang="es-ES" dirty="0"/>
              <a:t>: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noProof="0" dirty="0"/>
              <a:t>Tome como input una </a:t>
            </a:r>
            <a:r>
              <a:rPr lang="es-ES" b="1" noProof="0" dirty="0"/>
              <a:t>secuencia de nucleótidos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Encuentre el </a:t>
            </a:r>
            <a:r>
              <a:rPr lang="es-ES" b="1" dirty="0"/>
              <a:t>número de repeticiones de G sucesivas más largo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 caso de no haber G, debe decirlo</a:t>
            </a:r>
          </a:p>
          <a:p>
            <a:endParaRPr lang="es-ES" dirty="0"/>
          </a:p>
          <a:p>
            <a:pPr algn="ctr"/>
            <a:r>
              <a:rPr lang="es-ES" u="sng" dirty="0"/>
              <a:t>TIP</a:t>
            </a:r>
            <a:r>
              <a:rPr lang="es-ES" dirty="0"/>
              <a:t>:</a:t>
            </a: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Iterar letra a letra</a:t>
            </a:r>
          </a:p>
          <a:p>
            <a:r>
              <a:rPr lang="es-ES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 letra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'palabra'</a:t>
            </a:r>
            <a:r>
              <a:rPr lang="es-ES" dirty="0">
                <a:latin typeface="Consolas" panose="020B0609020204030204" pitchFamily="49" charset="0"/>
              </a:rPr>
              <a:t>:</a:t>
            </a:r>
          </a:p>
          <a:p>
            <a:r>
              <a:rPr lang="es-ES" dirty="0">
                <a:latin typeface="Consolas" panose="020B0609020204030204" pitchFamily="49" charset="0"/>
              </a:rPr>
              <a:t>	</a:t>
            </a:r>
            <a:r>
              <a:rPr lang="es-ES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latin typeface="Consolas" panose="020B0609020204030204" pitchFamily="49" charset="0"/>
              </a:rPr>
              <a:t>(letra)</a:t>
            </a:r>
          </a:p>
          <a:p>
            <a:endParaRPr lang="es-ES" dirty="0">
              <a:latin typeface="Consolas" panose="020B0609020204030204" pitchFamily="49" charset="0"/>
            </a:endParaRPr>
          </a:p>
          <a:p>
            <a:pPr algn="ctr"/>
            <a:r>
              <a:rPr lang="es-ES" u="sng" dirty="0"/>
              <a:t>Solo usar</a:t>
            </a:r>
            <a:r>
              <a:rPr lang="es-ES" dirty="0"/>
              <a:t>:</a:t>
            </a:r>
            <a:endParaRPr lang="es-E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Ramificación		</a:t>
            </a:r>
            <a:r>
              <a:rPr lang="es-ES" dirty="0">
                <a:latin typeface="+mj-lt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else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Operaciones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+, -, *, /,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Comparaciones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==, !=, &lt;=, &gt;,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Lógica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and, </a:t>
            </a:r>
            <a:r>
              <a:rPr lang="es-ES" dirty="0" err="1">
                <a:latin typeface="Consolas" panose="020B0609020204030204" pitchFamily="49" charset="0"/>
              </a:rPr>
              <a:t>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not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Iteración</a:t>
            </a:r>
            <a:r>
              <a:rPr lang="es-ES" dirty="0">
                <a:latin typeface="+mj-lt"/>
              </a:rPr>
              <a:t>		</a:t>
            </a:r>
            <a:r>
              <a:rPr lang="es-ES" dirty="0"/>
              <a:t>(</a:t>
            </a:r>
            <a:r>
              <a:rPr lang="es-ES" dirty="0" err="1"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break</a:t>
            </a:r>
            <a:r>
              <a:rPr lang="es-E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0512A-BEF2-296B-8CBB-4F40C509495D}"/>
              </a:ext>
            </a:extLst>
          </p:cNvPr>
          <p:cNvSpPr txBox="1"/>
          <p:nvPr/>
        </p:nvSpPr>
        <p:spPr>
          <a:xfrm>
            <a:off x="6184900" y="1868628"/>
            <a:ext cx="51689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 dirty="0"/>
              <a:t>RECOMENDACIONES</a:t>
            </a:r>
          </a:p>
          <a:p>
            <a:pPr lvl="0" algn="ctr"/>
            <a:endParaRPr lang="en-US" u="sng" dirty="0"/>
          </a:p>
          <a:p>
            <a:pPr lvl="0"/>
            <a:r>
              <a:rPr lang="en-US" dirty="0"/>
              <a:t>1</a:t>
            </a:r>
            <a:r>
              <a:rPr lang="en-US" baseline="30000" dirty="0"/>
              <a:t>ero</a:t>
            </a:r>
            <a:r>
              <a:rPr lang="en-US" dirty="0"/>
              <a:t>)	</a:t>
            </a:r>
            <a:r>
              <a:rPr lang="en-US" b="1" dirty="0" err="1"/>
              <a:t>Contar</a:t>
            </a:r>
            <a:r>
              <a:rPr lang="en-US" b="1" dirty="0"/>
              <a:t> G </a:t>
            </a:r>
            <a:r>
              <a:rPr lang="en-US" b="1" dirty="0" err="1"/>
              <a:t>consecutivos</a:t>
            </a:r>
            <a:r>
              <a:rPr lang="en-US" dirty="0"/>
              <a:t>: Resolver 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recorrer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y saber </a:t>
            </a:r>
            <a:r>
              <a:rPr lang="en-US" dirty="0" err="1"/>
              <a:t>cuántos</a:t>
            </a:r>
            <a:r>
              <a:rPr lang="en-US" dirty="0"/>
              <a:t> G 	</a:t>
            </a:r>
            <a:r>
              <a:rPr lang="en-US" dirty="0" err="1"/>
              <a:t>consecutivos</a:t>
            </a:r>
            <a:r>
              <a:rPr lang="en-US" dirty="0"/>
              <a:t> </a:t>
            </a:r>
            <a:r>
              <a:rPr lang="en-US" dirty="0" err="1"/>
              <a:t>llevo</a:t>
            </a:r>
            <a:endParaRPr lang="en-US" dirty="0"/>
          </a:p>
          <a:p>
            <a:pPr lvl="0"/>
            <a:r>
              <a:rPr lang="en-US" dirty="0"/>
              <a:t>2</a:t>
            </a:r>
            <a:r>
              <a:rPr lang="en-US" baseline="30000" dirty="0"/>
              <a:t>do</a:t>
            </a:r>
            <a:r>
              <a:rPr lang="en-US" dirty="0"/>
              <a:t>) 	</a:t>
            </a:r>
            <a:r>
              <a:rPr lang="en-US" b="1" dirty="0" err="1"/>
              <a:t>Recordar</a:t>
            </a:r>
            <a:r>
              <a:rPr lang="en-US" b="1" dirty="0"/>
              <a:t> G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larga</a:t>
            </a:r>
            <a:r>
              <a:rPr lang="en-US" dirty="0"/>
              <a:t>: </a:t>
            </a:r>
            <a:r>
              <a:rPr lang="en-US" dirty="0" err="1"/>
              <a:t>Mientras</a:t>
            </a:r>
            <a:r>
              <a:rPr lang="en-US" dirty="0"/>
              <a:t> se 	</a:t>
            </a:r>
            <a:r>
              <a:rPr lang="en-US" dirty="0" err="1"/>
              <a:t>recorre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</a:t>
            </a:r>
            <a:r>
              <a:rPr lang="en-US" dirty="0" err="1"/>
              <a:t>preguntarse</a:t>
            </a:r>
            <a:r>
              <a:rPr lang="en-US" dirty="0"/>
              <a:t> ¿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recordar</a:t>
            </a:r>
            <a:r>
              <a:rPr lang="en-US" dirty="0"/>
              <a:t> </a:t>
            </a: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fue</a:t>
            </a:r>
            <a:r>
              <a:rPr lang="en-US" dirty="0"/>
              <a:t> la corrida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larga</a:t>
            </a:r>
            <a:r>
              <a:rPr lang="en-US" dirty="0"/>
              <a:t> 	</a:t>
            </a:r>
            <a:r>
              <a:rPr lang="en-US" dirty="0" err="1"/>
              <a:t>encontrada</a:t>
            </a:r>
            <a:r>
              <a:rPr lang="en-US" dirty="0"/>
              <a:t> hasta </a:t>
            </a:r>
            <a:r>
              <a:rPr lang="en-US" dirty="0" err="1"/>
              <a:t>ahora</a:t>
            </a:r>
            <a:r>
              <a:rPr lang="en-US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BD205-5727-B8A9-DFAC-48D76E11D126}"/>
              </a:ext>
            </a:extLst>
          </p:cNvPr>
          <p:cNvSpPr txBox="1"/>
          <p:nvPr/>
        </p:nvSpPr>
        <p:spPr>
          <a:xfrm>
            <a:off x="4608924" y="2941225"/>
            <a:ext cx="45685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latin typeface="Consolas" panose="020B0609020204030204" pitchFamily="49" charset="0"/>
              </a:rPr>
              <a:t>'p'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'l'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'b'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'r'</a:t>
            </a:r>
          </a:p>
          <a:p>
            <a:pPr algn="ctr"/>
            <a:r>
              <a:rPr lang="es-ES" sz="1200" dirty="0">
                <a:latin typeface="Consolas" panose="020B0609020204030204" pitchFamily="49" charset="0"/>
              </a:rPr>
              <a:t>'a'</a:t>
            </a:r>
            <a:endParaRPr lang="en-US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FC635A-11D0-632E-C9B0-6DEDF64E3B1F}"/>
              </a:ext>
            </a:extLst>
          </p:cNvPr>
          <p:cNvCxnSpPr>
            <a:cxnSpLocks/>
          </p:cNvCxnSpPr>
          <p:nvPr/>
        </p:nvCxnSpPr>
        <p:spPr>
          <a:xfrm>
            <a:off x="3685032" y="3520440"/>
            <a:ext cx="804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3024A3-9C76-9E7E-6226-A9DC65AB5582}"/>
              </a:ext>
            </a:extLst>
          </p:cNvPr>
          <p:cNvSpPr txBox="1"/>
          <p:nvPr/>
        </p:nvSpPr>
        <p:spPr>
          <a:xfrm>
            <a:off x="872456" y="-255881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2E1E60-B78C-4166-11EA-204DCE6D8404}"/>
              </a:ext>
            </a:extLst>
          </p:cNvPr>
          <p:cNvSpPr/>
          <p:nvPr/>
        </p:nvSpPr>
        <p:spPr>
          <a:xfrm>
            <a:off x="8839211" y="5204649"/>
            <a:ext cx="1103086" cy="11030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SIN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C0A23E-F9E0-3BD1-DE85-CDD2B3356DD6}"/>
              </a:ext>
            </a:extLst>
          </p:cNvPr>
          <p:cNvSpPr/>
          <p:nvPr/>
        </p:nvSpPr>
        <p:spPr>
          <a:xfrm>
            <a:off x="8118279" y="4958324"/>
            <a:ext cx="1560288" cy="386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Grupos de 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A1BAF2-B375-F855-2575-2E4338E6A231}"/>
              </a:ext>
            </a:extLst>
          </p:cNvPr>
          <p:cNvSpPr/>
          <p:nvPr/>
        </p:nvSpPr>
        <p:spPr>
          <a:xfrm>
            <a:off x="7840198" y="5277221"/>
            <a:ext cx="1103086" cy="110308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CON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488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2AA1-50E2-6027-EFDF-1691D854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3F39EF-850E-B831-E59F-06958BA0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E9774B-E9E7-0B07-C9E8-C3F97978546F}"/>
              </a:ext>
            </a:extLst>
          </p:cNvPr>
          <p:cNvSpPr txBox="1"/>
          <p:nvPr/>
        </p:nvSpPr>
        <p:spPr>
          <a:xfrm>
            <a:off x="716965" y="2504635"/>
            <a:ext cx="107580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E4EE6-2093-5AF1-B479-4C4928F07E37}"/>
              </a:ext>
            </a:extLst>
          </p:cNvPr>
          <p:cNvSpPr txBox="1"/>
          <p:nvPr/>
        </p:nvSpPr>
        <p:spPr>
          <a:xfrm>
            <a:off x="5000393" y="4626277"/>
            <a:ext cx="152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600" dirty="0">
                <a:latin typeface="Consolas" panose="020B0609020204030204" pitchFamily="49" charset="0"/>
              </a:rPr>
              <a:t>2</a:t>
            </a:r>
            <a:endParaRPr lang="en-US" sz="96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6439A-E744-4312-15BD-BDCF5DFD8B5C}"/>
              </a:ext>
            </a:extLst>
          </p:cNvPr>
          <p:cNvSpPr txBox="1"/>
          <p:nvPr/>
        </p:nvSpPr>
        <p:spPr>
          <a:xfrm>
            <a:off x="4915227" y="1501950"/>
            <a:ext cx="2361545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A81BD-EDFD-4526-7759-FC36D42B1557}"/>
              </a:ext>
            </a:extLst>
          </p:cNvPr>
          <p:cNvSpPr txBox="1"/>
          <p:nvPr/>
        </p:nvSpPr>
        <p:spPr>
          <a:xfrm>
            <a:off x="1949672" y="3666040"/>
            <a:ext cx="239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TATAAAA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FD279-DFAC-678F-8505-356971692C16}"/>
              </a:ext>
            </a:extLst>
          </p:cNvPr>
          <p:cNvSpPr txBox="1"/>
          <p:nvPr/>
        </p:nvSpPr>
        <p:spPr>
          <a:xfrm>
            <a:off x="6616136" y="3666040"/>
            <a:ext cx="2397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>
                <a:latin typeface="Consolas" panose="020B0609020204030204" pitchFamily="49" charset="0"/>
              </a:rPr>
              <a:t>TATAAAA</a:t>
            </a:r>
            <a:endParaRPr lang="en-US" sz="4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5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01 0.00694 L 0.33971 0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4" y="-3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 animBg="1"/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32C6-9F3B-1221-C989-C9C9683C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EFA7D2-DADA-6E0B-AAE8-7F6660A5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A21E8-ACDC-76DC-8251-02950879D616}"/>
              </a:ext>
            </a:extLst>
          </p:cNvPr>
          <p:cNvSpPr txBox="1"/>
          <p:nvPr/>
        </p:nvSpPr>
        <p:spPr>
          <a:xfrm>
            <a:off x="594403" y="1379377"/>
            <a:ext cx="55904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dirty="0"/>
              <a:t>Escribir un programa que</a:t>
            </a:r>
            <a:r>
              <a:rPr lang="es-ES" dirty="0"/>
              <a:t>:</a:t>
            </a:r>
            <a:endParaRPr lang="es-E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 Tome como input una </a:t>
            </a:r>
            <a:r>
              <a:rPr lang="es-ES" b="1" dirty="0"/>
              <a:t>secuencia de nucleótidos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Encuentre el </a:t>
            </a:r>
            <a:r>
              <a:rPr lang="es-ES" b="1" dirty="0"/>
              <a:t>número de repeticiones del motivo TATAAAA</a:t>
            </a:r>
            <a:r>
              <a:rPr lang="es-ES" dirty="0"/>
              <a:t> (TATA-box)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 caso de no haber TATA-box, debe decirlo</a:t>
            </a:r>
          </a:p>
          <a:p>
            <a:endParaRPr lang="es-ES" dirty="0"/>
          </a:p>
          <a:p>
            <a:pPr algn="ctr"/>
            <a:r>
              <a:rPr lang="es-ES" u="sng" dirty="0"/>
              <a:t>TIP</a:t>
            </a:r>
            <a:r>
              <a:rPr lang="es-ES" dirty="0"/>
              <a:t>:</a:t>
            </a: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Comparación de </a:t>
            </a:r>
            <a:r>
              <a:rPr lang="es-ES" dirty="0" err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strings</a:t>
            </a:r>
            <a:endParaRPr lang="es-ES" dirty="0">
              <a:solidFill>
                <a:schemeClr val="bg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'AGTTAT'</a:t>
            </a:r>
            <a:r>
              <a:rPr lang="es-ES" dirty="0">
                <a:latin typeface="Consolas" panose="020B0609020204030204" pitchFamily="49" charset="0"/>
              </a:rPr>
              <a:t> ==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'TATAAAA'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s-ES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False</a:t>
            </a:r>
            <a:endParaRPr lang="es-E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s-ES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# Indexado</a:t>
            </a:r>
          </a:p>
          <a:p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'AGTTAT'</a:t>
            </a:r>
            <a:r>
              <a:rPr lang="es-ES" dirty="0">
                <a:latin typeface="Consolas" panose="020B0609020204030204" pitchFamily="49" charset="0"/>
              </a:rPr>
              <a:t>[2:6] </a:t>
            </a:r>
            <a:r>
              <a:rPr lang="es-ES" dirty="0"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s-ES" dirty="0">
                <a:solidFill>
                  <a:schemeClr val="accent6"/>
                </a:solidFill>
                <a:latin typeface="Consolas" panose="020B0609020204030204" pitchFamily="49" charset="0"/>
              </a:rPr>
              <a:t>'TTA'</a:t>
            </a:r>
            <a:endParaRPr lang="es-ES" dirty="0">
              <a:solidFill>
                <a:schemeClr val="bg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es-ES" dirty="0">
              <a:latin typeface="Consolas" panose="020B0609020204030204" pitchFamily="49" charset="0"/>
            </a:endParaRPr>
          </a:p>
          <a:p>
            <a:pPr algn="ctr"/>
            <a:r>
              <a:rPr lang="es-ES" u="sng" dirty="0"/>
              <a:t>Solo usar</a:t>
            </a:r>
            <a:r>
              <a:rPr lang="es-ES" dirty="0"/>
              <a:t>:</a:t>
            </a:r>
            <a:endParaRPr lang="es-E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Ramificación		</a:t>
            </a:r>
            <a:r>
              <a:rPr lang="es-ES" dirty="0">
                <a:latin typeface="+mj-lt"/>
              </a:rPr>
              <a:t>(</a:t>
            </a:r>
            <a:r>
              <a:rPr lang="es-ES" dirty="0" err="1">
                <a:latin typeface="Consolas" panose="020B0609020204030204" pitchFamily="49" charset="0"/>
              </a:rPr>
              <a:t>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elif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else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Operaciones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+, -, *, /,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Comparaciones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==, !=, &lt;=, &gt;, etc.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Lógica		</a:t>
            </a:r>
            <a:r>
              <a:rPr lang="es-ES" dirty="0">
                <a:latin typeface="+mj-lt"/>
              </a:rPr>
              <a:t>(</a:t>
            </a:r>
            <a:r>
              <a:rPr lang="es-ES" dirty="0">
                <a:latin typeface="Consolas" panose="020B0609020204030204" pitchFamily="49" charset="0"/>
              </a:rPr>
              <a:t>and, </a:t>
            </a:r>
            <a:r>
              <a:rPr lang="es-ES" dirty="0" err="1">
                <a:latin typeface="Consolas" panose="020B0609020204030204" pitchFamily="49" charset="0"/>
              </a:rPr>
              <a:t>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not</a:t>
            </a:r>
            <a:r>
              <a:rPr lang="es-ES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>
                <a:latin typeface="+mj-lt"/>
              </a:rPr>
              <a:t>Iteración</a:t>
            </a:r>
            <a:r>
              <a:rPr lang="es-ES" dirty="0">
                <a:latin typeface="+mj-lt"/>
              </a:rPr>
              <a:t>		</a:t>
            </a:r>
            <a:r>
              <a:rPr lang="es-ES" dirty="0"/>
              <a:t>(</a:t>
            </a:r>
            <a:r>
              <a:rPr lang="es-ES" dirty="0" err="1">
                <a:latin typeface="Consolas" panose="020B0609020204030204" pitchFamily="49" charset="0"/>
              </a:rPr>
              <a:t>for</a:t>
            </a:r>
            <a:r>
              <a:rPr lang="es-ES" dirty="0">
                <a:latin typeface="Consolas" panose="020B0609020204030204" pitchFamily="49" charset="0"/>
              </a:rPr>
              <a:t>, </a:t>
            </a:r>
            <a:r>
              <a:rPr lang="es-ES" dirty="0" err="1">
                <a:latin typeface="Consolas" panose="020B0609020204030204" pitchFamily="49" charset="0"/>
              </a:rPr>
              <a:t>while</a:t>
            </a:r>
            <a:r>
              <a:rPr lang="es-ES" dirty="0">
                <a:latin typeface="Consolas" panose="020B0609020204030204" pitchFamily="49" charset="0"/>
              </a:rPr>
              <a:t>, break</a:t>
            </a:r>
            <a:r>
              <a:rPr lang="es-E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3F263-FCC4-1C00-ADB3-299E1E58825C}"/>
              </a:ext>
            </a:extLst>
          </p:cNvPr>
          <p:cNvSpPr txBox="1"/>
          <p:nvPr/>
        </p:nvSpPr>
        <p:spPr>
          <a:xfrm>
            <a:off x="6184900" y="1513388"/>
            <a:ext cx="51689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u="sng" dirty="0"/>
              <a:t>RECOMENDACIONES</a:t>
            </a:r>
          </a:p>
          <a:p>
            <a:pPr lvl="0" algn="ctr"/>
            <a:endParaRPr lang="en-US" u="sng" dirty="0"/>
          </a:p>
          <a:p>
            <a:pPr lvl="0"/>
            <a:r>
              <a:rPr lang="en-US" dirty="0"/>
              <a:t>1</a:t>
            </a:r>
            <a:r>
              <a:rPr lang="en-US" baseline="30000" dirty="0"/>
              <a:t>ero</a:t>
            </a:r>
            <a:r>
              <a:rPr lang="en-US" dirty="0"/>
              <a:t>)	</a:t>
            </a:r>
            <a:r>
              <a:rPr lang="en-US" b="1" dirty="0"/>
              <a:t>Encontrar TATA-box </a:t>
            </a:r>
            <a:r>
              <a:rPr lang="en-US" dirty="0"/>
              <a:t>: Resolver </a:t>
            </a:r>
            <a:r>
              <a:rPr lang="en-US" dirty="0" err="1"/>
              <a:t>cómo</a:t>
            </a:r>
            <a:r>
              <a:rPr lang="en-US" dirty="0"/>
              <a:t> 	</a:t>
            </a:r>
            <a:r>
              <a:rPr lang="en-US" dirty="0" err="1"/>
              <a:t>recorrer</a:t>
            </a:r>
            <a:r>
              <a:rPr lang="en-US" dirty="0"/>
              <a:t> la </a:t>
            </a:r>
            <a:r>
              <a:rPr lang="en-US" dirty="0" err="1"/>
              <a:t>secuencia</a:t>
            </a:r>
            <a:r>
              <a:rPr lang="en-US" dirty="0"/>
              <a:t> e </a:t>
            </a:r>
            <a:r>
              <a:rPr lang="en-US" dirty="0" err="1"/>
              <a:t>identificar</a:t>
            </a:r>
            <a:r>
              <a:rPr lang="en-US" dirty="0"/>
              <a:t>	TATA-boxes</a:t>
            </a:r>
          </a:p>
          <a:p>
            <a:pPr lvl="0"/>
            <a:r>
              <a:rPr lang="en-US" dirty="0"/>
              <a:t>2</a:t>
            </a:r>
            <a:r>
              <a:rPr lang="en-US" baseline="30000" dirty="0"/>
              <a:t>do</a:t>
            </a:r>
            <a:r>
              <a:rPr lang="en-US" dirty="0"/>
              <a:t>) 	</a:t>
            </a:r>
            <a:r>
              <a:rPr lang="en-US" b="1" dirty="0" err="1"/>
              <a:t>Contar</a:t>
            </a:r>
            <a:r>
              <a:rPr lang="en-US" b="1" dirty="0"/>
              <a:t> </a:t>
            </a:r>
            <a:r>
              <a:rPr lang="en-US" b="1" dirty="0" err="1"/>
              <a:t>cuantos</a:t>
            </a:r>
            <a:r>
              <a:rPr lang="en-US" b="1" dirty="0"/>
              <a:t> hay</a:t>
            </a:r>
            <a:r>
              <a:rPr lang="en-US" dirty="0"/>
              <a:t>: Resolver </a:t>
            </a:r>
            <a:r>
              <a:rPr lang="en-US" dirty="0" err="1"/>
              <a:t>como</a:t>
            </a:r>
            <a:r>
              <a:rPr lang="en-US" dirty="0"/>
              <a:t> 		</a:t>
            </a:r>
            <a:r>
              <a:rPr lang="en-US" dirty="0" err="1"/>
              <a:t>contar</a:t>
            </a:r>
            <a:r>
              <a:rPr lang="en-US" dirty="0"/>
              <a:t> a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progresa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3</a:t>
            </a:r>
            <a:r>
              <a:rPr lang="en-US" baseline="30000" dirty="0"/>
              <a:t>do</a:t>
            </a:r>
            <a:r>
              <a:rPr lang="en-US" dirty="0"/>
              <a:t>)	</a:t>
            </a:r>
            <a:r>
              <a:rPr lang="en-US" b="1" dirty="0" err="1"/>
              <a:t>Errores</a:t>
            </a:r>
            <a:r>
              <a:rPr lang="en-US" dirty="0"/>
              <a:t>: Es probable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encuentren</a:t>
            </a:r>
            <a:r>
              <a:rPr lang="en-US" dirty="0"/>
              <a:t> 	con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IndexError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 Pensar </a:t>
            </a:r>
            <a:r>
              <a:rPr lang="es-ES" dirty="0">
                <a:solidFill>
                  <a:schemeClr val="tx1"/>
                </a:solidFill>
                <a:latin typeface="+mj-lt"/>
              </a:rPr>
              <a:t>en el largo de la 	secuencia y el largo del TATA-box.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B36D1-F0E6-5208-BB01-733C9BF9EBF2}"/>
              </a:ext>
            </a:extLst>
          </p:cNvPr>
          <p:cNvSpPr txBox="1"/>
          <p:nvPr/>
        </p:nvSpPr>
        <p:spPr>
          <a:xfrm>
            <a:off x="-4336332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6E62F-6C81-EFEB-3A69-5B0F6EAD8A5E}"/>
              </a:ext>
            </a:extLst>
          </p:cNvPr>
          <p:cNvSpPr txBox="1"/>
          <p:nvPr/>
        </p:nvSpPr>
        <p:spPr>
          <a:xfrm>
            <a:off x="-4336332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 dirty="0">
                <a:latin typeface="Consolas" panose="020B0609020204030204" pitchFamily="49" charset="0"/>
              </a:rPr>
              <a:t> &lt;</a:t>
            </a:r>
            <a:r>
              <a:rPr lang="es-ES" sz="2000" noProof="0" dirty="0" err="1">
                <a:latin typeface="Consolas" panose="020B0609020204030204" pitchFamily="49" charset="0"/>
              </a:rPr>
              <a:t>var</a:t>
            </a:r>
            <a:r>
              <a:rPr lang="es-ES" sz="2000" noProof="0" dirty="0">
                <a:latin typeface="Consolas" panose="020B0609020204030204" pitchFamily="49" charset="0"/>
              </a:rPr>
              <a:t>&gt; </a:t>
            </a:r>
            <a:r>
              <a:rPr lang="es-ES" sz="2000" dirty="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 dirty="0">
                <a:latin typeface="Consolas" panose="020B0609020204030204" pitchFamily="49" charset="0"/>
              </a:rPr>
              <a:t> &lt;secuencia&gt;</a:t>
            </a:r>
            <a:r>
              <a:rPr lang="es-ES" sz="20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</a:t>
            </a:r>
            <a:r>
              <a:rPr lang="es-ES" sz="2000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D051E-B788-84A6-9257-C590B4002E05}"/>
              </a:ext>
            </a:extLst>
          </p:cNvPr>
          <p:cNvSpPr txBox="1"/>
          <p:nvPr/>
        </p:nvSpPr>
        <p:spPr>
          <a:xfrm>
            <a:off x="716965" y="-313160"/>
            <a:ext cx="107580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AAAA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</a:t>
            </a:r>
            <a:r>
              <a:rPr lang="en-US" sz="4400" dirty="0">
                <a:highlight>
                  <a:srgbClr val="00FFFF"/>
                </a:highlight>
                <a:latin typeface="Consolas" panose="020B0609020204030204" pitchFamily="49" charset="0"/>
              </a:rPr>
              <a:t>AA</a:t>
            </a:r>
            <a:r>
              <a:rPr lang="en-US" sz="4400" dirty="0">
                <a:highlight>
                  <a:srgbClr val="00FF00"/>
                </a:highlight>
                <a:latin typeface="Consolas" panose="020B0609020204030204" pitchFamily="49" charset="0"/>
              </a:rPr>
              <a:t>G</a:t>
            </a:r>
            <a:r>
              <a:rPr lang="en-US" sz="4400" dirty="0">
                <a:highlight>
                  <a:srgbClr val="C0C0C0"/>
                </a:highlight>
                <a:latin typeface="Consolas" panose="020B0609020204030204" pitchFamily="49" charset="0"/>
              </a:rPr>
              <a:t>C</a:t>
            </a:r>
            <a:r>
              <a:rPr lang="en-US" sz="4400" dirty="0">
                <a:highlight>
                  <a:srgbClr val="FF00FF"/>
                </a:highlight>
                <a:latin typeface="Consolas" panose="020B0609020204030204" pitchFamily="49" charset="0"/>
              </a:rPr>
              <a:t>TT</a:t>
            </a:r>
            <a:endParaRPr lang="en-US" sz="4400" dirty="0">
              <a:latin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DB1871-BD1A-DC11-CBD0-8A0FE3AD8DEF}"/>
              </a:ext>
            </a:extLst>
          </p:cNvPr>
          <p:cNvSpPr/>
          <p:nvPr/>
        </p:nvSpPr>
        <p:spPr>
          <a:xfrm>
            <a:off x="8839211" y="5204649"/>
            <a:ext cx="1103086" cy="110308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SIN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5CBDE4-4AC0-20E7-3B16-BB45F1CEAD25}"/>
              </a:ext>
            </a:extLst>
          </p:cNvPr>
          <p:cNvSpPr/>
          <p:nvPr/>
        </p:nvSpPr>
        <p:spPr>
          <a:xfrm>
            <a:off x="8118279" y="4958324"/>
            <a:ext cx="1560288" cy="386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Grupos de 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69CBDB-03A4-83EA-1F51-17EC0CAA6992}"/>
              </a:ext>
            </a:extLst>
          </p:cNvPr>
          <p:cNvSpPr/>
          <p:nvPr/>
        </p:nvSpPr>
        <p:spPr>
          <a:xfrm>
            <a:off x="7840198" y="5277221"/>
            <a:ext cx="1103086" cy="110308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ES" dirty="0"/>
              <a:t>CON </a:t>
            </a:r>
            <a:r>
              <a:rPr lang="es-ES" dirty="0" err="1"/>
              <a:t>exp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en </a:t>
            </a:r>
            <a:r>
              <a:rPr lang="es-ES" dirty="0" err="1"/>
              <a:t>progr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9779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8B8-9C1F-4696-75E8-2D5AC389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CC07-5D56-88F2-1217-2A8CCB5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Tiempo de ejecución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AF606-6516-A610-D81F-966D43B4997E}"/>
              </a:ext>
            </a:extLst>
          </p:cNvPr>
          <p:cNvSpPr txBox="1"/>
          <p:nvPr/>
        </p:nvSpPr>
        <p:spPr>
          <a:xfrm>
            <a:off x="1527274" y="2175296"/>
            <a:ext cx="3720314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20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20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	&lt;</a:t>
            </a:r>
            <a:r>
              <a:rPr lang="es-ES" sz="2000" dirty="0" err="1">
                <a:latin typeface="Consolas" panose="020B0609020204030204" pitchFamily="49" charset="0"/>
              </a:rPr>
              <a:t>variar_condición</a:t>
            </a:r>
            <a:r>
              <a:rPr lang="es-ES" sz="2000" dirty="0">
                <a:latin typeface="Consolas" panose="020B0609020204030204" pitchFamily="49" charset="0"/>
              </a:rPr>
              <a:t>&gt;</a:t>
            </a:r>
            <a:endParaRPr lang="es-ES" sz="2000" noProof="0" dirty="0">
              <a:latin typeface="Consolas" panose="020B0609020204030204" pitchFamily="49" charset="0"/>
            </a:endParaRPr>
          </a:p>
          <a:p>
            <a:r>
              <a:rPr lang="es-ES" sz="20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CE30D-C437-2750-D325-AF7E9893243D}"/>
              </a:ext>
            </a:extLst>
          </p:cNvPr>
          <p:cNvSpPr txBox="1"/>
          <p:nvPr/>
        </p:nvSpPr>
        <p:spPr>
          <a:xfrm>
            <a:off x="1527274" y="4162578"/>
            <a:ext cx="3720314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2000" noProof="0">
                <a:latin typeface="Consolas" panose="020B0609020204030204" pitchFamily="49" charset="0"/>
              </a:rPr>
              <a:t> &lt;</a:t>
            </a:r>
            <a:r>
              <a:rPr lang="es-ES" sz="2000" noProof="0" err="1">
                <a:latin typeface="Consolas" panose="020B0609020204030204" pitchFamily="49" charset="0"/>
              </a:rPr>
              <a:t>var</a:t>
            </a:r>
            <a:r>
              <a:rPr lang="es-ES" sz="2000" noProof="0">
                <a:latin typeface="Consolas" panose="020B0609020204030204" pitchFamily="49" charset="0"/>
              </a:rPr>
              <a:t>&gt; </a:t>
            </a:r>
            <a:r>
              <a:rPr lang="es-ES" sz="20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2000">
                <a:latin typeface="Consolas" panose="020B0609020204030204" pitchFamily="49" charset="0"/>
              </a:rPr>
              <a:t> &lt;secuencia&gt;</a:t>
            </a:r>
            <a:r>
              <a:rPr lang="es-ES" sz="20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20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2000">
                <a:latin typeface="Consolas" panose="020B0609020204030204" pitchFamily="49" charset="0"/>
              </a:rPr>
              <a:t>	</a:t>
            </a:r>
            <a:r>
              <a:rPr lang="es-ES" sz="2000" noProof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9A847-F3A2-60DB-F7C2-3C6C6032AE61}"/>
              </a:ext>
            </a:extLst>
          </p:cNvPr>
          <p:cNvSpPr txBox="1"/>
          <p:nvPr/>
        </p:nvSpPr>
        <p:spPr>
          <a:xfrm>
            <a:off x="5904083" y="1746674"/>
            <a:ext cx="4023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u="sng" noProof="0" dirty="0"/>
              <a:t>Tiempo de ejecución (</a:t>
            </a:r>
            <a:r>
              <a:rPr lang="es-ES" b="1" u="sng" noProof="0" dirty="0"/>
              <a:t>COMPLEJIDAD</a:t>
            </a:r>
            <a:r>
              <a:rPr lang="es-ES" u="sng" noProof="0" dirty="0"/>
              <a:t>)</a:t>
            </a:r>
            <a:r>
              <a:rPr lang="es-ES" noProof="0" dirty="0"/>
              <a:t>:</a:t>
            </a:r>
          </a:p>
          <a:p>
            <a:pPr algn="ctr"/>
            <a:endParaRPr lang="es-ES" noProof="0" dirty="0"/>
          </a:p>
          <a:p>
            <a:pPr algn="ctr"/>
            <a:r>
              <a:rPr lang="es-ES" b="1" noProof="0" dirty="0">
                <a:solidFill>
                  <a:schemeClr val="accent2"/>
                </a:solidFill>
              </a:rPr>
              <a:t>Lineal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FCFAF-D4F1-8481-6EF3-AFEEE4EACA16}"/>
              </a:ext>
            </a:extLst>
          </p:cNvPr>
          <p:cNvCxnSpPr>
            <a:cxnSpLocks/>
          </p:cNvCxnSpPr>
          <p:nvPr/>
        </p:nvCxnSpPr>
        <p:spPr>
          <a:xfrm flipV="1">
            <a:off x="6304369" y="305873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D6C304-E6B3-C13C-6448-8406CC6B49D7}"/>
              </a:ext>
            </a:extLst>
          </p:cNvPr>
          <p:cNvCxnSpPr>
            <a:cxnSpLocks/>
          </p:cNvCxnSpPr>
          <p:nvPr/>
        </p:nvCxnSpPr>
        <p:spPr>
          <a:xfrm>
            <a:off x="6304369" y="515820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815731-E5B7-1181-5250-F0F11D74F043}"/>
              </a:ext>
            </a:extLst>
          </p:cNvPr>
          <p:cNvSpPr/>
          <p:nvPr/>
        </p:nvSpPr>
        <p:spPr>
          <a:xfrm>
            <a:off x="6298163" y="281784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D9BAF3-DB63-86CE-432A-87384F101199}"/>
              </a:ext>
            </a:extLst>
          </p:cNvPr>
          <p:cNvCxnSpPr>
            <a:cxnSpLocks/>
          </p:cNvCxnSpPr>
          <p:nvPr/>
        </p:nvCxnSpPr>
        <p:spPr>
          <a:xfrm>
            <a:off x="6298163" y="409604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B28AFE-A751-6978-AC03-07B2840BC4F6}"/>
              </a:ext>
            </a:extLst>
          </p:cNvPr>
          <p:cNvSpPr txBox="1"/>
          <p:nvPr/>
        </p:nvSpPr>
        <p:spPr>
          <a:xfrm>
            <a:off x="8511302" y="27072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3A133-C6BB-E868-AF52-B9C2A6B32AC1}"/>
              </a:ext>
            </a:extLst>
          </p:cNvPr>
          <p:cNvSpPr txBox="1"/>
          <p:nvPr/>
        </p:nvSpPr>
        <p:spPr>
          <a:xfrm>
            <a:off x="9135117" y="28551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63572-8994-CAEA-0349-4712D2CA308E}"/>
              </a:ext>
            </a:extLst>
          </p:cNvPr>
          <p:cNvSpPr txBox="1"/>
          <p:nvPr/>
        </p:nvSpPr>
        <p:spPr>
          <a:xfrm>
            <a:off x="9340002" y="49735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C4BEA-91EF-1ABA-50B1-9B87F4AE6BB0}"/>
              </a:ext>
            </a:extLst>
          </p:cNvPr>
          <p:cNvSpPr txBox="1"/>
          <p:nvPr/>
        </p:nvSpPr>
        <p:spPr>
          <a:xfrm>
            <a:off x="9291787" y="52792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B876E2-93A4-7A13-1C11-8F6E56F0F538}"/>
              </a:ext>
            </a:extLst>
          </p:cNvPr>
          <p:cNvCxnSpPr>
            <a:cxnSpLocks/>
          </p:cNvCxnSpPr>
          <p:nvPr/>
        </p:nvCxnSpPr>
        <p:spPr>
          <a:xfrm flipV="1">
            <a:off x="6304370" y="2988687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44A1EE-3582-CE62-3E97-59695B974F3C}"/>
              </a:ext>
            </a:extLst>
          </p:cNvPr>
          <p:cNvCxnSpPr>
            <a:cxnSpLocks/>
          </p:cNvCxnSpPr>
          <p:nvPr/>
        </p:nvCxnSpPr>
        <p:spPr>
          <a:xfrm flipV="1">
            <a:off x="6304370" y="274670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857D98-DDB6-0845-10EF-165BAE9DF8F3}"/>
              </a:ext>
            </a:extLst>
          </p:cNvPr>
          <p:cNvCxnSpPr>
            <a:cxnSpLocks/>
          </p:cNvCxnSpPr>
          <p:nvPr/>
        </p:nvCxnSpPr>
        <p:spPr>
          <a:xfrm>
            <a:off x="6304370" y="562986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4C7D284B-E7CB-F609-E1D6-19632FB010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5715624" y="263472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E1EAE8-FB0A-2011-FAD3-5A1BEB859A02}"/>
              </a:ext>
            </a:extLst>
          </p:cNvPr>
          <p:cNvSpPr txBox="1"/>
          <p:nvPr/>
        </p:nvSpPr>
        <p:spPr>
          <a:xfrm rot="16200000">
            <a:off x="4788731" y="413686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A668D-04A6-47E4-95AB-FD5A7C03D43F}"/>
              </a:ext>
            </a:extLst>
          </p:cNvPr>
          <p:cNvSpPr txBox="1"/>
          <p:nvPr/>
        </p:nvSpPr>
        <p:spPr>
          <a:xfrm>
            <a:off x="6307882" y="5648625"/>
            <a:ext cx="321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 (secuencia</a:t>
            </a:r>
            <a:r>
              <a:rPr lang="es-ES" dirty="0"/>
              <a:t>)</a:t>
            </a:r>
            <a:endParaRPr lang="es-ES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7BE604-7639-5EDB-689F-F11C0E254290}"/>
              </a:ext>
            </a:extLst>
          </p:cNvPr>
          <p:cNvSpPr txBox="1"/>
          <p:nvPr/>
        </p:nvSpPr>
        <p:spPr>
          <a:xfrm>
            <a:off x="8511302" y="3504017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O(n)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3B6FFD-E233-CDDC-97CD-0238D603EE98}"/>
              </a:ext>
            </a:extLst>
          </p:cNvPr>
          <p:cNvSpPr txBox="1"/>
          <p:nvPr/>
        </p:nvSpPr>
        <p:spPr>
          <a:xfrm>
            <a:off x="12911782" y="2317955"/>
            <a:ext cx="2449691" cy="373634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4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</p:spTree>
    <p:extLst>
      <p:ext uri="{BB962C8B-B14F-4D97-AF65-F5344CB8AC3E}">
        <p14:creationId xmlns:p14="http://schemas.microsoft.com/office/powerpoint/2010/main" val="321466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338D6-D8F8-B8D6-D769-0CD30F64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84EB-D444-B803-38E1-5012FD4D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Tiempo de ejecución</a:t>
            </a:r>
            <a:r>
              <a:rPr lang="es-ES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259B-3A4F-D73D-F8F7-3E67C196F1DB}"/>
              </a:ext>
            </a:extLst>
          </p:cNvPr>
          <p:cNvSpPr txBox="1"/>
          <p:nvPr/>
        </p:nvSpPr>
        <p:spPr>
          <a:xfrm>
            <a:off x="677887" y="3120293"/>
            <a:ext cx="3021804" cy="95410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dirty="0">
                <a:latin typeface="Consolas" panose="020B0609020204030204" pitchFamily="49" charset="0"/>
              </a:rPr>
              <a:t>	&lt;</a:t>
            </a:r>
            <a:r>
              <a:rPr lang="es-ES" sz="1400" dirty="0" err="1">
                <a:latin typeface="Consolas" panose="020B0609020204030204" pitchFamily="49" charset="0"/>
              </a:rPr>
              <a:t>variar_condición</a:t>
            </a:r>
            <a:r>
              <a:rPr lang="es-ES" sz="1400" dirty="0">
                <a:latin typeface="Consolas" panose="020B0609020204030204" pitchFamily="49" charset="0"/>
              </a:rPr>
              <a:t>&gt;</a:t>
            </a:r>
            <a:endParaRPr lang="es-ES" sz="1400" noProof="0" dirty="0">
              <a:latin typeface="Consolas" panose="020B0609020204030204" pitchFamily="49" charset="0"/>
            </a:endParaRP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8BCF3-7FCF-7730-33FE-C8D5EA41558D}"/>
              </a:ext>
            </a:extLst>
          </p:cNvPr>
          <p:cNvSpPr txBox="1"/>
          <p:nvPr/>
        </p:nvSpPr>
        <p:spPr>
          <a:xfrm>
            <a:off x="677887" y="4604202"/>
            <a:ext cx="3021804" cy="738664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err="1">
                <a:solidFill>
                  <a:srgbClr val="7030A0"/>
                </a:solidFill>
                <a:latin typeface="Consolas" panose="020B0609020204030204" pitchFamily="49" charset="0"/>
              </a:rPr>
              <a:t>for</a:t>
            </a:r>
            <a:r>
              <a:rPr lang="es-ES" sz="1400" noProof="0">
                <a:latin typeface="Consolas" panose="020B0609020204030204" pitchFamily="49" charset="0"/>
              </a:rPr>
              <a:t> &lt;</a:t>
            </a:r>
            <a:r>
              <a:rPr lang="es-ES" sz="1400" noProof="0" err="1">
                <a:latin typeface="Consolas" panose="020B0609020204030204" pitchFamily="49" charset="0"/>
              </a:rPr>
              <a:t>var</a:t>
            </a:r>
            <a:r>
              <a:rPr lang="es-ES" sz="1400" noProof="0">
                <a:latin typeface="Consolas" panose="020B0609020204030204" pitchFamily="49" charset="0"/>
              </a:rPr>
              <a:t>&gt; </a:t>
            </a:r>
            <a:r>
              <a:rPr lang="es-ES" sz="1400">
                <a:solidFill>
                  <a:srgbClr val="7030A0"/>
                </a:solidFill>
                <a:latin typeface="Consolas" panose="020B0609020204030204" pitchFamily="49" charset="0"/>
              </a:rPr>
              <a:t>in</a:t>
            </a:r>
            <a:r>
              <a:rPr lang="es-ES" sz="1400">
                <a:latin typeface="Consolas" panose="020B0609020204030204" pitchFamily="49" charset="0"/>
              </a:rPr>
              <a:t> &lt;secuencia&gt;</a:t>
            </a:r>
            <a:r>
              <a:rPr lang="es-ES" sz="1400" noProof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>
                <a:latin typeface="Consolas" panose="020B0609020204030204" pitchFamily="49" charset="0"/>
              </a:rPr>
              <a:t>	</a:t>
            </a:r>
            <a:r>
              <a:rPr lang="es-ES" sz="1400" noProof="0">
                <a:latin typeface="Consolas" panose="020B0609020204030204" pitchFamily="49" charset="0"/>
              </a:rPr>
              <a:t>...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C1FDB2-6CB7-855C-32A3-93F5C4F80C35}"/>
              </a:ext>
            </a:extLst>
          </p:cNvPr>
          <p:cNvCxnSpPr>
            <a:cxnSpLocks/>
          </p:cNvCxnSpPr>
          <p:nvPr/>
        </p:nvCxnSpPr>
        <p:spPr>
          <a:xfrm flipV="1">
            <a:off x="4749889" y="305873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D5BC7B-72B2-6C49-B2C5-25C99F5FA638}"/>
              </a:ext>
            </a:extLst>
          </p:cNvPr>
          <p:cNvCxnSpPr>
            <a:cxnSpLocks/>
          </p:cNvCxnSpPr>
          <p:nvPr/>
        </p:nvCxnSpPr>
        <p:spPr>
          <a:xfrm>
            <a:off x="4749889" y="515820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11EF864-E764-35A2-6F32-BBBBA1464BD9}"/>
              </a:ext>
            </a:extLst>
          </p:cNvPr>
          <p:cNvSpPr/>
          <p:nvPr/>
        </p:nvSpPr>
        <p:spPr>
          <a:xfrm>
            <a:off x="4743683" y="281784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C184E4-5492-8EF3-3AEF-7283C0FB838C}"/>
              </a:ext>
            </a:extLst>
          </p:cNvPr>
          <p:cNvCxnSpPr>
            <a:cxnSpLocks/>
          </p:cNvCxnSpPr>
          <p:nvPr/>
        </p:nvCxnSpPr>
        <p:spPr>
          <a:xfrm>
            <a:off x="4743683" y="409604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EEE072-050F-53A0-5470-E388B6B09DD9}"/>
              </a:ext>
            </a:extLst>
          </p:cNvPr>
          <p:cNvSpPr txBox="1"/>
          <p:nvPr/>
        </p:nvSpPr>
        <p:spPr>
          <a:xfrm>
            <a:off x="6956822" y="27072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0296D1-94D1-CEC3-2163-6B7A7CEFE710}"/>
              </a:ext>
            </a:extLst>
          </p:cNvPr>
          <p:cNvSpPr txBox="1"/>
          <p:nvPr/>
        </p:nvSpPr>
        <p:spPr>
          <a:xfrm>
            <a:off x="7371041" y="30810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23101-0814-2B3C-FD30-95C455F87D4E}"/>
              </a:ext>
            </a:extLst>
          </p:cNvPr>
          <p:cNvSpPr txBox="1"/>
          <p:nvPr/>
        </p:nvSpPr>
        <p:spPr>
          <a:xfrm>
            <a:off x="7785522" y="49735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D5D3D-411F-410F-0F62-AD4A98E4CFA1}"/>
              </a:ext>
            </a:extLst>
          </p:cNvPr>
          <p:cNvSpPr txBox="1"/>
          <p:nvPr/>
        </p:nvSpPr>
        <p:spPr>
          <a:xfrm>
            <a:off x="7737307" y="52792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871AB6-CD74-38F2-5715-319713EAA1A6}"/>
              </a:ext>
            </a:extLst>
          </p:cNvPr>
          <p:cNvCxnSpPr>
            <a:cxnSpLocks/>
          </p:cNvCxnSpPr>
          <p:nvPr/>
        </p:nvCxnSpPr>
        <p:spPr>
          <a:xfrm flipV="1">
            <a:off x="4749890" y="274670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D5A7BC-4A2B-5884-F4D4-7C75CA141444}"/>
              </a:ext>
            </a:extLst>
          </p:cNvPr>
          <p:cNvCxnSpPr>
            <a:cxnSpLocks/>
          </p:cNvCxnSpPr>
          <p:nvPr/>
        </p:nvCxnSpPr>
        <p:spPr>
          <a:xfrm>
            <a:off x="4749890" y="562986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33733D28-FF4C-E58B-61F6-1134DF3E3E9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4161144" y="263472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06C9BE-B884-86EC-2786-2319B9B924A4}"/>
              </a:ext>
            </a:extLst>
          </p:cNvPr>
          <p:cNvSpPr txBox="1"/>
          <p:nvPr/>
        </p:nvSpPr>
        <p:spPr>
          <a:xfrm rot="16200000">
            <a:off x="3234251" y="413686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4A11B-BF76-312F-7109-8ADD15E8FDAD}"/>
              </a:ext>
            </a:extLst>
          </p:cNvPr>
          <p:cNvSpPr txBox="1"/>
          <p:nvPr/>
        </p:nvSpPr>
        <p:spPr>
          <a:xfrm>
            <a:off x="5360136" y="5648625"/>
            <a:ext cx="2002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2634B-4300-E0A8-0E0C-D0461C5C63D4}"/>
              </a:ext>
            </a:extLst>
          </p:cNvPr>
          <p:cNvSpPr txBox="1"/>
          <p:nvPr/>
        </p:nvSpPr>
        <p:spPr>
          <a:xfrm>
            <a:off x="8687121" y="2317955"/>
            <a:ext cx="2449691" cy="3736341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txBody>
          <a:bodyPr wrap="none" rtlCol="0">
            <a:noAutofit/>
          </a:bodyPr>
          <a:lstStyle/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elif</a:t>
            </a:r>
            <a:r>
              <a:rPr lang="es-ES" sz="1400" noProof="0" dirty="0">
                <a:latin typeface="Consolas" panose="020B0609020204030204" pitchFamily="49" charset="0"/>
              </a:rPr>
              <a:t> &lt;condición&gt;: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  <a:p>
            <a:r>
              <a:rPr lang="es-ES" sz="1400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else</a:t>
            </a:r>
            <a:r>
              <a:rPr lang="es-ES" sz="1400" noProof="0" dirty="0">
                <a:latin typeface="Consolas" panose="020B0609020204030204" pitchFamily="49" charset="0"/>
              </a:rPr>
              <a:t>: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&lt;expresión&gt;</a:t>
            </a:r>
          </a:p>
          <a:p>
            <a:r>
              <a:rPr lang="es-ES" sz="1400" noProof="0" dirty="0">
                <a:latin typeface="Consolas" panose="020B0609020204030204" pitchFamily="49" charset="0"/>
              </a:rPr>
              <a:t>	...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A1CE83-F6DA-71FA-D4FB-B9B9EA60F179}"/>
              </a:ext>
            </a:extLst>
          </p:cNvPr>
          <p:cNvCxnSpPr>
            <a:cxnSpLocks/>
          </p:cNvCxnSpPr>
          <p:nvPr/>
        </p:nvCxnSpPr>
        <p:spPr>
          <a:xfrm flipV="1">
            <a:off x="4749890" y="5050578"/>
            <a:ext cx="2987417" cy="17597"/>
          </a:xfrm>
          <a:prstGeom prst="line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A891E8-E05C-5968-AFC1-B9899FC61875}"/>
              </a:ext>
            </a:extLst>
          </p:cNvPr>
          <p:cNvSpPr txBox="1"/>
          <p:nvPr/>
        </p:nvSpPr>
        <p:spPr>
          <a:xfrm>
            <a:off x="7337520" y="4493289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3"/>
                </a:solidFill>
              </a:rPr>
              <a:t>O(1)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AFB70-14B1-D38D-BB88-58B31DE1AA13}"/>
              </a:ext>
            </a:extLst>
          </p:cNvPr>
          <p:cNvSpPr txBox="1"/>
          <p:nvPr/>
        </p:nvSpPr>
        <p:spPr>
          <a:xfrm>
            <a:off x="4349601" y="1746674"/>
            <a:ext cx="402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u="sng" noProof="0" dirty="0"/>
              <a:t>Tiempo de ejecución (</a:t>
            </a:r>
            <a:r>
              <a:rPr lang="es-ES" b="1" u="sng" noProof="0" dirty="0"/>
              <a:t>COMPLEJIDAD</a:t>
            </a:r>
            <a:r>
              <a:rPr lang="es-ES" u="sng" noProof="0" dirty="0"/>
              <a:t>)</a:t>
            </a:r>
            <a:r>
              <a:rPr lang="es-ES" noProof="0" dirty="0"/>
              <a:t>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C20C81-5AD3-9920-F7B2-95539FC9C14E}"/>
              </a:ext>
            </a:extLst>
          </p:cNvPr>
          <p:cNvCxnSpPr>
            <a:cxnSpLocks/>
          </p:cNvCxnSpPr>
          <p:nvPr/>
        </p:nvCxnSpPr>
        <p:spPr>
          <a:xfrm flipV="1">
            <a:off x="4760383" y="2988687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75E8EF-6C3A-E5D0-77B2-5D1CB6AD0234}"/>
              </a:ext>
            </a:extLst>
          </p:cNvPr>
          <p:cNvSpPr txBox="1"/>
          <p:nvPr/>
        </p:nvSpPr>
        <p:spPr>
          <a:xfrm>
            <a:off x="7027276" y="3399086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84172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61A3-EEC9-BDD4-71AD-F64E3583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8064-7039-BBC9-F8C8-22EC0B46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noProof="0" dirty="0"/>
              <a:t>Parte III </a:t>
            </a:r>
            <a:br>
              <a:rPr lang="es-ES" noProof="0" dirty="0"/>
            </a:br>
            <a:br>
              <a:rPr lang="es-ES" noProof="0" dirty="0"/>
            </a:br>
            <a:r>
              <a:rPr lang="es-ES" noProof="0" dirty="0"/>
              <a:t>Algoritmos</a:t>
            </a:r>
            <a:r>
              <a:rPr lang="es-ES" dirty="0"/>
              <a:t>: </a:t>
            </a:r>
            <a:r>
              <a:rPr lang="es-ES" noProof="0" dirty="0"/>
              <a:t>"adivinar" y comprobar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9709A-F2F2-5E99-9721-C10A21C6F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i="1" noProof="0" dirty="0" err="1">
                <a:latin typeface="+mj-lt"/>
              </a:rPr>
              <a:t>guess</a:t>
            </a:r>
            <a:r>
              <a:rPr lang="es-ES" i="1" noProof="0" dirty="0">
                <a:latin typeface="+mj-lt"/>
              </a:rPr>
              <a:t> and </a:t>
            </a:r>
            <a:r>
              <a:rPr lang="es-ES" i="1" noProof="0" dirty="0" err="1">
                <a:latin typeface="+mj-lt"/>
              </a:rPr>
              <a:t>check</a:t>
            </a:r>
            <a:endParaRPr lang="es-ES" i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032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DB96-D824-0DBA-E28C-195B80A3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3CCD8-1D6A-9AD7-F1A4-43E3A0AC33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Ejemplo: cálculo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ES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F3CCD8-1D6A-9AD7-F1A4-43E3A0AC3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C4D8E-89B3-5B2E-2C73-4F918CAD37FF}"/>
                  </a:ext>
                </a:extLst>
              </p:cNvPr>
              <p:cNvSpPr txBox="1"/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5400" i="1" noProof="0" dirty="0">
                  <a:latin typeface="Cambria Math" panose="02040503050406030204" pitchFamily="18" charset="0"/>
                </a:endParaRPr>
              </a:p>
              <a:p>
                <a:endParaRPr lang="es-ES" sz="28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28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28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FC4D8E-89B3-5B2E-2C73-4F918CAD3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D4CB26-922E-3E9D-8D0F-35655CA261F2}"/>
              </a:ext>
            </a:extLst>
          </p:cNvPr>
          <p:cNvSpPr/>
          <p:nvPr/>
        </p:nvSpPr>
        <p:spPr>
          <a:xfrm>
            <a:off x="1854200" y="2755900"/>
            <a:ext cx="2552700" cy="1198563"/>
          </a:xfrm>
          <a:prstGeom prst="roundRect">
            <a:avLst>
              <a:gd name="adj" fmla="val 39260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5423D0-32BE-D70C-6D13-840945E662C5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692400" y="3954463"/>
            <a:ext cx="438150" cy="998537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D9A18E-4465-0B09-24AE-CF1F492FEFE8}"/>
              </a:ext>
            </a:extLst>
          </p:cNvPr>
          <p:cNvSpPr txBox="1"/>
          <p:nvPr/>
        </p:nvSpPr>
        <p:spPr>
          <a:xfrm>
            <a:off x="1405830" y="4953000"/>
            <a:ext cx="257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rgbClr val="C00000"/>
                </a:solidFill>
              </a:rPr>
              <a:t>Es una definición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AFAFA0-2C81-3562-EFBA-9F7058C2C37B}"/>
              </a:ext>
            </a:extLst>
          </p:cNvPr>
          <p:cNvSpPr/>
          <p:nvPr/>
        </p:nvSpPr>
        <p:spPr>
          <a:xfrm>
            <a:off x="5582346" y="2755900"/>
            <a:ext cx="4755454" cy="1198563"/>
          </a:xfrm>
          <a:prstGeom prst="roundRect">
            <a:avLst>
              <a:gd name="adj" fmla="val 39260"/>
            </a:avLst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B669E-6402-0796-8313-EBFB9F1D5BAC}"/>
              </a:ext>
            </a:extLst>
          </p:cNvPr>
          <p:cNvSpPr txBox="1"/>
          <p:nvPr/>
        </p:nvSpPr>
        <p:spPr>
          <a:xfrm>
            <a:off x="8007364" y="4953000"/>
            <a:ext cx="2546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6"/>
                </a:solidFill>
              </a:rPr>
              <a:t>Es una manera de comprobarlo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A506AD-DC16-AC29-4E77-EBA36DEA9865}"/>
              </a:ext>
            </a:extLst>
          </p:cNvPr>
          <p:cNvCxnSpPr>
            <a:cxnSpLocks/>
          </p:cNvCxnSpPr>
          <p:nvPr/>
        </p:nvCxnSpPr>
        <p:spPr>
          <a:xfrm>
            <a:off x="8842377" y="3954463"/>
            <a:ext cx="438150" cy="998537"/>
          </a:xfrm>
          <a:prstGeom prst="straightConnector1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C6B4C7-F171-C5FC-740F-C9B9CEB354B2}"/>
              </a:ext>
            </a:extLst>
          </p:cNvPr>
          <p:cNvSpPr/>
          <p:nvPr/>
        </p:nvSpPr>
        <p:spPr>
          <a:xfrm>
            <a:off x="4356100" y="4076699"/>
            <a:ext cx="3429004" cy="635001"/>
          </a:xfrm>
          <a:prstGeom prst="roundRect">
            <a:avLst>
              <a:gd name="adj" fmla="val 39260"/>
            </a:avLst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accent4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338908-8DF3-69DB-147C-C1486577149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070602" y="4711700"/>
            <a:ext cx="0" cy="485700"/>
          </a:xfrm>
          <a:prstGeom prst="straightConnector1">
            <a:avLst/>
          </a:prstGeom>
          <a:ln w="762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410E5F-9AB5-A489-48B2-DD21BEBBD360}"/>
              </a:ext>
            </a:extLst>
          </p:cNvPr>
          <p:cNvSpPr txBox="1"/>
          <p:nvPr/>
        </p:nvSpPr>
        <p:spPr>
          <a:xfrm>
            <a:off x="4671827" y="5183832"/>
            <a:ext cx="2797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Condiciones bajo</a:t>
            </a:r>
          </a:p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las que la igualdad</a:t>
            </a:r>
          </a:p>
          <a:p>
            <a:pPr algn="ctr"/>
            <a:r>
              <a:rPr lang="es-ES" sz="2400" b="1" noProof="0" dirty="0">
                <a:solidFill>
                  <a:schemeClr val="accent4"/>
                </a:solidFill>
              </a:rPr>
              <a:t>se cumple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C88F33-320D-E2C4-9519-9046CC2EB195}"/>
              </a:ext>
            </a:extLst>
          </p:cNvPr>
          <p:cNvSpPr/>
          <p:nvPr/>
        </p:nvSpPr>
        <p:spPr>
          <a:xfrm>
            <a:off x="8420100" y="3103564"/>
            <a:ext cx="609600" cy="6096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827124-4A37-9338-71E9-CEA7A51217C2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7743290" y="2390995"/>
            <a:ext cx="766084" cy="801843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B67A0-067D-96E5-20E7-F99F38172B7F}"/>
                  </a:ext>
                </a:extLst>
              </p:cNvPr>
              <p:cNvSpPr txBox="1"/>
              <p:nvPr/>
            </p:nvSpPr>
            <p:spPr>
              <a:xfrm>
                <a:off x="2643388" y="1605675"/>
                <a:ext cx="58864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400" b="1" noProof="0" dirty="0">
                    <a:solidFill>
                      <a:schemeClr val="accent2"/>
                    </a:solidFill>
                  </a:rPr>
                  <a:t>Si tengo una manera de generar sistemáticamente valores de </a:t>
                </a:r>
                <a14:m>
                  <m:oMath xmlns:m="http://schemas.openxmlformats.org/officeDocument/2006/math">
                    <m:r>
                      <a:rPr lang="es-ES" sz="24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s-ES" sz="2400" b="1" noProof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B67A0-067D-96E5-20E7-F99F38172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388" y="1605675"/>
                <a:ext cx="5886461" cy="830997"/>
              </a:xfrm>
              <a:prstGeom prst="rect">
                <a:avLst/>
              </a:prstGeom>
              <a:blipFill>
                <a:blip r:embed="rId5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E98B8AE-1FB7-082C-DA56-EFD5BA479883}"/>
              </a:ext>
            </a:extLst>
          </p:cNvPr>
          <p:cNvSpPr txBox="1"/>
          <p:nvPr/>
        </p:nvSpPr>
        <p:spPr>
          <a:xfrm>
            <a:off x="7645057" y="1620115"/>
            <a:ext cx="3518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Puedo verificar si la igualdad se cumple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FE9E5B-47E4-FAD1-0152-1B1A9693F362}"/>
              </a:ext>
            </a:extLst>
          </p:cNvPr>
          <p:cNvCxnSpPr>
            <a:cxnSpLocks/>
          </p:cNvCxnSpPr>
          <p:nvPr/>
        </p:nvCxnSpPr>
        <p:spPr>
          <a:xfrm>
            <a:off x="9404361" y="2451112"/>
            <a:ext cx="0" cy="74161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34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 animBg="1"/>
      <p:bldP spid="14" grpId="0"/>
      <p:bldP spid="22" grpId="0" animBg="1"/>
      <p:bldP spid="26" grpId="0"/>
      <p:bldP spid="27" grpId="0" animBg="1"/>
      <p:bldP spid="35" grpId="0"/>
      <p:bldP spid="3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E2AA-505A-F22B-826B-826932EB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FE3791-FD7A-C369-6DF7-D3965460D4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dirty="0"/>
                  <a:t>Ejemplo: c</a:t>
                </a:r>
                <a:r>
                  <a:rPr lang="es-ES" noProof="0" dirty="0" err="1"/>
                  <a:t>álculo</a:t>
                </a:r>
                <a:r>
                  <a:rPr lang="es-ES" noProof="0" dirty="0"/>
                  <a:t>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ES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FE3791-FD7A-C369-6DF7-D3965460D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3E076A-3ECF-63EF-9DF3-F7E8DFA979C1}"/>
                  </a:ext>
                </a:extLst>
              </p:cNvPr>
              <p:cNvSpPr txBox="1"/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54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54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5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54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54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5400" i="1" noProof="0" dirty="0">
                  <a:latin typeface="Cambria Math" panose="02040503050406030204" pitchFamily="18" charset="0"/>
                </a:endParaRPr>
              </a:p>
              <a:p>
                <a:endParaRPr lang="es-ES" sz="28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28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28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0" noProof="0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28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3E076A-3ECF-63EF-9DF3-F7E8DFA9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2892576"/>
                <a:ext cx="10693402" cy="1763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86D16DF5-3F6B-E21E-14A5-F7A177D09B54}"/>
              </a:ext>
            </a:extLst>
          </p:cNvPr>
          <p:cNvSpPr/>
          <p:nvPr/>
        </p:nvSpPr>
        <p:spPr>
          <a:xfrm>
            <a:off x="8420100" y="3103564"/>
            <a:ext cx="609600" cy="609600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E9D556-8431-D5C4-DC91-AD79D1F8EC83}"/>
              </a:ext>
            </a:extLst>
          </p:cNvPr>
          <p:cNvSpPr txBox="1"/>
          <p:nvPr/>
        </p:nvSpPr>
        <p:spPr>
          <a:xfrm>
            <a:off x="4279899" y="1572219"/>
            <a:ext cx="5886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"Adivinar"</a:t>
            </a:r>
          </a:p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(</a:t>
            </a:r>
            <a:r>
              <a:rPr lang="es-ES" sz="2400" b="1" i="1" noProof="0" dirty="0" err="1">
                <a:solidFill>
                  <a:schemeClr val="accent2"/>
                </a:solidFill>
              </a:rPr>
              <a:t>guess</a:t>
            </a:r>
            <a:r>
              <a:rPr lang="es-ES" sz="2400" b="1" noProof="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D4976F-0080-EA93-0792-C0163E8F243A}"/>
              </a:ext>
            </a:extLst>
          </p:cNvPr>
          <p:cNvSpPr txBox="1"/>
          <p:nvPr/>
        </p:nvSpPr>
        <p:spPr>
          <a:xfrm>
            <a:off x="7645057" y="1572219"/>
            <a:ext cx="3518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Comprobar</a:t>
            </a:r>
          </a:p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 (</a:t>
            </a:r>
            <a:r>
              <a:rPr lang="es-ES" sz="2400" b="1" i="1" noProof="0" dirty="0" err="1">
                <a:solidFill>
                  <a:schemeClr val="accent5"/>
                </a:solidFill>
              </a:rPr>
              <a:t>check</a:t>
            </a:r>
            <a:r>
              <a:rPr lang="es-ES" sz="2400" b="1" noProof="0" dirty="0">
                <a:solidFill>
                  <a:schemeClr val="accent5"/>
                </a:solidFill>
              </a:rPr>
              <a:t>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5E95E7-9FCE-30D7-263F-5E559B8F024D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7743290" y="2390995"/>
            <a:ext cx="766084" cy="801843"/>
          </a:xfrm>
          <a:prstGeom prst="straightConnector1">
            <a:avLst/>
          </a:prstGeom>
          <a:ln w="762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77C293-BFEF-9A7D-873E-0E63F92B5C8A}"/>
              </a:ext>
            </a:extLst>
          </p:cNvPr>
          <p:cNvSpPr txBox="1"/>
          <p:nvPr/>
        </p:nvSpPr>
        <p:spPr>
          <a:xfrm>
            <a:off x="8088232" y="1803051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/>
              <a:t>&amp;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6F7D83-40D4-21F2-25CD-F20BD9B12F08}"/>
              </a:ext>
            </a:extLst>
          </p:cNvPr>
          <p:cNvCxnSpPr>
            <a:cxnSpLocks/>
          </p:cNvCxnSpPr>
          <p:nvPr/>
        </p:nvCxnSpPr>
        <p:spPr>
          <a:xfrm>
            <a:off x="9404361" y="2451112"/>
            <a:ext cx="0" cy="741610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465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D863-3620-ED8E-E267-1249C8DA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7270-B007-B4D1-D2EE-7B8F5777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Método de generar valores (</a:t>
            </a:r>
            <a:r>
              <a:rPr lang="es-ES" i="1" noProof="0" dirty="0" err="1"/>
              <a:t>guesses</a:t>
            </a:r>
            <a:r>
              <a:rPr lang="es-ES" noProof="0" dirty="0"/>
              <a:t>) por </a:t>
            </a:r>
            <a:r>
              <a:rPr lang="es-ES" b="1" noProof="0" dirty="0"/>
              <a:t>enumeración exhaustiva</a:t>
            </a:r>
            <a:endParaRPr lang="es-ES" b="1" i="1" baseline="30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9AE9E-15DC-5BB9-146D-0FAAFCC1CAE5}"/>
                  </a:ext>
                </a:extLst>
              </p:cNvPr>
              <p:cNvSpPr txBox="1"/>
              <p:nvPr/>
            </p:nvSpPr>
            <p:spPr>
              <a:xfrm>
                <a:off x="2722833" y="3474878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69AE9E-15DC-5BB9-146D-0FAAFCC1C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3474878"/>
                <a:ext cx="180603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5FE8D-74A9-F7C4-7085-BE5582385CA2}"/>
                  </a:ext>
                </a:extLst>
              </p:cNvPr>
              <p:cNvSpPr txBox="1"/>
              <p:nvPr/>
            </p:nvSpPr>
            <p:spPr>
              <a:xfrm>
                <a:off x="5778500" y="3474878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s-ES" sz="320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C5FE8D-74A9-F7C4-7085-BE5582385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3474878"/>
                <a:ext cx="50927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D4866-5994-299C-9ED5-1EC50C8F8C02}"/>
                  </a:ext>
                </a:extLst>
              </p:cNvPr>
              <p:cNvSpPr txBox="1"/>
              <p:nvPr/>
            </p:nvSpPr>
            <p:spPr>
              <a:xfrm>
                <a:off x="5191125" y="1838145"/>
                <a:ext cx="1809749" cy="712887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s-ES" sz="1100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D4866-5994-299C-9ED5-1EC50C8F8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25" y="1838145"/>
                <a:ext cx="1809749" cy="712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7C1622-F109-877A-01BD-47A4164CF0DD}"/>
                  </a:ext>
                </a:extLst>
              </p:cNvPr>
              <p:cNvSpPr txBox="1"/>
              <p:nvPr/>
            </p:nvSpPr>
            <p:spPr>
              <a:xfrm>
                <a:off x="2247899" y="2729270"/>
                <a:ext cx="27559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3200" u="sng" noProof="0" dirty="0">
                    <a:latin typeface="+mj-lt"/>
                  </a:rPr>
                  <a:t>Adivinación (</a:t>
                </a:r>
                <a14:m>
                  <m:oMath xmlns:m="http://schemas.openxmlformats.org/officeDocument/2006/math">
                    <m:r>
                      <a:rPr lang="es-ES" sz="3200" i="1" u="sng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sz="3200" u="sng" noProof="0" dirty="0">
                    <a:latin typeface="+mj-lt"/>
                  </a:rPr>
                  <a:t>)</a:t>
                </a:r>
                <a:endParaRPr lang="es-ES" sz="1400" u="sng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7C1622-F109-877A-01BD-47A4164CF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899" y="2729270"/>
                <a:ext cx="2755901" cy="492443"/>
              </a:xfrm>
              <a:prstGeom prst="rect">
                <a:avLst/>
              </a:prstGeom>
              <a:blipFill>
                <a:blip r:embed="rId6"/>
                <a:stretch>
                  <a:fillRect l="-3761" t="-25000" r="-3319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1005A9-4A20-4370-95E8-BF00B224A88F}"/>
                  </a:ext>
                </a:extLst>
              </p:cNvPr>
              <p:cNvSpPr txBox="1"/>
              <p:nvPr/>
            </p:nvSpPr>
            <p:spPr>
              <a:xfrm>
                <a:off x="6604001" y="2729270"/>
                <a:ext cx="3441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s-ES" sz="3200" u="sng" noProof="0" dirty="0">
                    <a:latin typeface="+mj-lt"/>
                  </a:rPr>
                  <a:t>Verificación (</a:t>
                </a:r>
                <a14:m>
                  <m:oMath xmlns:m="http://schemas.openxmlformats.org/officeDocument/2006/math">
                    <m:r>
                      <a:rPr lang="es-ES" sz="3200" i="1" u="sng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sz="3200" i="1" u="sng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3200" i="1" u="sng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sz="3200" u="sng" noProof="0" dirty="0">
                    <a:latin typeface="+mj-lt"/>
                  </a:rPr>
                  <a:t>)</a:t>
                </a:r>
                <a:endParaRPr lang="es-ES" sz="1400" u="sng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1005A9-4A20-4370-95E8-BF00B224A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1" y="2729270"/>
                <a:ext cx="3441700" cy="492443"/>
              </a:xfrm>
              <a:prstGeom prst="rect">
                <a:avLst/>
              </a:prstGeom>
              <a:blipFill>
                <a:blip r:embed="rId7"/>
                <a:stretch>
                  <a:fillRect l="-3540" t="-25000" r="-3717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830F59-4FAF-88CE-67A9-0E92FEB3417C}"/>
                  </a:ext>
                </a:extLst>
              </p:cNvPr>
              <p:cNvSpPr txBox="1"/>
              <p:nvPr/>
            </p:nvSpPr>
            <p:spPr>
              <a:xfrm>
                <a:off x="2722833" y="4170560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830F59-4FAF-88CE-67A9-0E92FEB34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4170560"/>
                <a:ext cx="1806036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13FA6-3DF5-5545-13CE-494A351D3738}"/>
                  </a:ext>
                </a:extLst>
              </p:cNvPr>
              <p:cNvSpPr txBox="1"/>
              <p:nvPr/>
            </p:nvSpPr>
            <p:spPr>
              <a:xfrm>
                <a:off x="5778500" y="4170560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=1→</m:t>
                      </m:r>
                      <m:r>
                        <a:rPr lang="es-ES" sz="32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C13FA6-3DF5-5545-13CE-494A351D3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4170560"/>
                <a:ext cx="509270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22D674-F008-9412-4726-CC5ECF51EA53}"/>
                  </a:ext>
                </a:extLst>
              </p:cNvPr>
              <p:cNvSpPr txBox="1"/>
              <p:nvPr/>
            </p:nvSpPr>
            <p:spPr>
              <a:xfrm>
                <a:off x="2722833" y="4866242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22D674-F008-9412-4726-CC5ECF51E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4866242"/>
                <a:ext cx="1806036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D16D5E-A7AC-CE50-093C-BAC8CE777A5D}"/>
                  </a:ext>
                </a:extLst>
              </p:cNvPr>
              <p:cNvSpPr txBox="1"/>
              <p:nvPr/>
            </p:nvSpPr>
            <p:spPr>
              <a:xfrm>
                <a:off x="5778500" y="4866242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=4→</m:t>
                      </m:r>
                      <m:r>
                        <a:rPr lang="es-ES" sz="3200" b="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s-ES" sz="3200" i="1" noProof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7D16D5E-A7AC-CE50-093C-BAC8CE777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4866242"/>
                <a:ext cx="509270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AE0F56-F938-E2EB-A3C1-8E189EFE3D9D}"/>
                  </a:ext>
                </a:extLst>
              </p:cNvPr>
              <p:cNvSpPr txBox="1"/>
              <p:nvPr/>
            </p:nvSpPr>
            <p:spPr>
              <a:xfrm>
                <a:off x="2722833" y="5561924"/>
                <a:ext cx="18060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ES" sz="14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AE0F56-F938-E2EB-A3C1-8E189EFE3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33" y="5561924"/>
                <a:ext cx="1806036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D444CC-A6E3-2DA2-C191-BD9FB94520D6}"/>
                  </a:ext>
                </a:extLst>
              </p:cNvPr>
              <p:cNvSpPr txBox="1"/>
              <p:nvPr/>
            </p:nvSpPr>
            <p:spPr>
              <a:xfrm>
                <a:off x="5778500" y="5561924"/>
                <a:ext cx="50927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32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=9→</m:t>
                      </m:r>
                      <m:r>
                        <a:rPr lang="es-ES" sz="3200" b="1" i="1" noProof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s-ES" sz="3200" b="1" i="1" noProof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1" i="1" noProof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sz="1400" b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D444CC-A6E3-2DA2-C191-BD9FB9452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5561924"/>
                <a:ext cx="5092700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BAF96A4-4F6B-6D88-FAB9-1105A847EC5B}"/>
              </a:ext>
            </a:extLst>
          </p:cNvPr>
          <p:cNvSpPr txBox="1"/>
          <p:nvPr/>
        </p:nvSpPr>
        <p:spPr>
          <a:xfrm>
            <a:off x="500332" y="3676678"/>
            <a:ext cx="2280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i="1" noProof="0" dirty="0">
                <a:solidFill>
                  <a:schemeClr val="accent4"/>
                </a:solidFill>
              </a:rPr>
              <a:t>¿Cuál es el método de "adivinación"?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762A3F-7555-98C8-9B52-333C63F729E5}"/>
              </a:ext>
            </a:extLst>
          </p:cNvPr>
          <p:cNvCxnSpPr/>
          <p:nvPr/>
        </p:nvCxnSpPr>
        <p:spPr>
          <a:xfrm>
            <a:off x="1640816" y="4914185"/>
            <a:ext cx="0" cy="4445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5C5CBE-5EA3-B651-8D1C-876999BFBBFA}"/>
                  </a:ext>
                </a:extLst>
              </p:cNvPr>
              <p:cNvSpPr txBox="1"/>
              <p:nvPr/>
            </p:nvSpPr>
            <p:spPr>
              <a:xfrm>
                <a:off x="262865" y="5459411"/>
                <a:ext cx="275590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3200" b="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200" b="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s-ES" sz="1400" i="1" noProof="0" dirty="0">
                  <a:solidFill>
                    <a:schemeClr val="accent4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5C5CBE-5EA3-B651-8D1C-876999BFB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65" y="5459411"/>
                <a:ext cx="2755901" cy="4924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338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5" grpId="1"/>
      <p:bldP spid="26" grpId="0"/>
      <p:bldP spid="30" grpId="0"/>
      <p:bldP spid="3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C99B-11FC-3710-6524-13003E02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006E7D-E184-2614-32BE-66B9AD18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Representación visual</a:t>
            </a:r>
            <a:endParaRPr lang="es-ES" sz="2400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211114-8306-32BA-CA79-8D38E19B4D59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DCF987-AF67-9160-955F-BB272B51A0D8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B1B26E-29D6-F9C8-2176-5175F5D00A8D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D6B4553-1785-B145-10CE-422C189117EB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564DD4-BC15-142F-4EAE-052671C5CA25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B0528-AC15-0E99-4814-A121AF6EA211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CD54DB-D4DF-010D-0B0B-93C14A27A190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413A01-40FB-0D69-5C44-34600E4AB95D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53FA2B-99CE-8C86-801B-D5010899EC26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0BFF75D-8E64-0BDC-E3E4-0D11DC0E3425}"/>
              </a:ext>
            </a:extLst>
          </p:cNvPr>
          <p:cNvSpPr/>
          <p:nvPr/>
        </p:nvSpPr>
        <p:spPr>
          <a:xfrm>
            <a:off x="2454275" y="3182533"/>
            <a:ext cx="7536024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1AF315-B88A-1E26-C228-27917F2B0B43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E9DF7A-DA39-DCC0-967D-48A6CB95E3C3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5AE262-0ACA-8DE5-540B-4854B683E8BA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3BBBBA3-AD96-798D-4A88-9BB17C24F300}"/>
              </a:ext>
            </a:extLst>
          </p:cNvPr>
          <p:cNvSpPr/>
          <p:nvPr/>
        </p:nvSpPr>
        <p:spPr>
          <a:xfrm>
            <a:off x="2729538" y="4098527"/>
            <a:ext cx="726076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D05999-66DA-160F-ACC2-C23EC408B5D4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DB070B-BFA9-C6E3-CBBE-709881424CAF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7D10AF6-C7E7-928D-F103-B2A9CC5AD8EE}"/>
              </a:ext>
            </a:extLst>
          </p:cNvPr>
          <p:cNvCxnSpPr>
            <a:cxnSpLocks/>
          </p:cNvCxnSpPr>
          <p:nvPr/>
        </p:nvCxnSpPr>
        <p:spPr>
          <a:xfrm>
            <a:off x="1845013" y="600832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9A6982C-BA0E-17E8-EBB7-7547939832A4}"/>
              </a:ext>
            </a:extLst>
          </p:cNvPr>
          <p:cNvCxnSpPr>
            <a:cxnSpLocks/>
          </p:cNvCxnSpPr>
          <p:nvPr/>
        </p:nvCxnSpPr>
        <p:spPr>
          <a:xfrm flipV="1">
            <a:off x="2178996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91680CD-3E18-2EF6-8FEA-C059636F8EE9}"/>
              </a:ext>
            </a:extLst>
          </p:cNvPr>
          <p:cNvCxnSpPr>
            <a:cxnSpLocks/>
          </p:cNvCxnSpPr>
          <p:nvPr/>
        </p:nvCxnSpPr>
        <p:spPr>
          <a:xfrm flipV="1">
            <a:off x="9990307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6CF9C17-02FE-C995-1DB5-A3A066CE1460}"/>
              </a:ext>
            </a:extLst>
          </p:cNvPr>
          <p:cNvSpPr/>
          <p:nvPr/>
        </p:nvSpPr>
        <p:spPr>
          <a:xfrm>
            <a:off x="6095999" y="5940225"/>
            <a:ext cx="389430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B1EB1BC-7B75-9847-7BE0-934AFD275AE7}"/>
              </a:ext>
            </a:extLst>
          </p:cNvPr>
          <p:cNvSpPr/>
          <p:nvPr/>
        </p:nvSpPr>
        <p:spPr>
          <a:xfrm>
            <a:off x="2178994" y="5940225"/>
            <a:ext cx="391700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D5AA2DE-D520-1ACF-DE06-1E139BBF95EB}"/>
              </a:ext>
            </a:extLst>
          </p:cNvPr>
          <p:cNvSpPr txBox="1"/>
          <p:nvPr/>
        </p:nvSpPr>
        <p:spPr>
          <a:xfrm>
            <a:off x="5010607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/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b="1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</m:oMath>
                  </m:oMathPara>
                </a14:m>
                <a:endParaRPr lang="es-ES" b="1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B81631C-511A-D856-A3F1-0F3F06920E4D}"/>
              </a:ext>
            </a:extLst>
          </p:cNvPr>
          <p:cNvSpPr/>
          <p:nvPr/>
        </p:nvSpPr>
        <p:spPr>
          <a:xfrm>
            <a:off x="2178995" y="3182533"/>
            <a:ext cx="27527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1D9C-24B5-83B4-92CF-E231FF705743}"/>
              </a:ext>
            </a:extLst>
          </p:cNvPr>
          <p:cNvCxnSpPr>
            <a:cxnSpLocks/>
          </p:cNvCxnSpPr>
          <p:nvPr/>
        </p:nvCxnSpPr>
        <p:spPr>
          <a:xfrm flipV="1">
            <a:off x="2455213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1501D9-6B80-6B06-F428-88EDD35630AE}"/>
              </a:ext>
            </a:extLst>
          </p:cNvPr>
          <p:cNvSpPr txBox="1"/>
          <p:nvPr/>
        </p:nvSpPr>
        <p:spPr>
          <a:xfrm>
            <a:off x="2298616" y="27989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72544-C6A3-8832-F8A2-BC79820D93B3}"/>
              </a:ext>
            </a:extLst>
          </p:cNvPr>
          <p:cNvSpPr/>
          <p:nvPr/>
        </p:nvSpPr>
        <p:spPr>
          <a:xfrm>
            <a:off x="2178993" y="4098525"/>
            <a:ext cx="55054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E165FC-08D8-3E64-ED54-13DFB30800E9}"/>
              </a:ext>
            </a:extLst>
          </p:cNvPr>
          <p:cNvCxnSpPr>
            <a:cxnSpLocks/>
          </p:cNvCxnSpPr>
          <p:nvPr/>
        </p:nvCxnSpPr>
        <p:spPr>
          <a:xfrm flipV="1">
            <a:off x="2729538" y="4040158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AB313C-FD7D-53F3-4E48-C645490AEBD2}"/>
              </a:ext>
            </a:extLst>
          </p:cNvPr>
          <p:cNvSpPr txBox="1"/>
          <p:nvPr/>
        </p:nvSpPr>
        <p:spPr>
          <a:xfrm>
            <a:off x="2572941" y="371489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27679F-9AA5-DCD7-860F-4D1A75A01C16}"/>
              </a:ext>
            </a:extLst>
          </p:cNvPr>
          <p:cNvCxnSpPr>
            <a:cxnSpLocks/>
          </p:cNvCxnSpPr>
          <p:nvPr/>
        </p:nvCxnSpPr>
        <p:spPr>
          <a:xfrm>
            <a:off x="1845013" y="5024251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80B3F1-92DB-7F20-1A7C-4758F53815A4}"/>
              </a:ext>
            </a:extLst>
          </p:cNvPr>
          <p:cNvCxnSpPr>
            <a:cxnSpLocks/>
          </p:cNvCxnSpPr>
          <p:nvPr/>
        </p:nvCxnSpPr>
        <p:spPr>
          <a:xfrm flipV="1">
            <a:off x="2178996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2BA982-5201-0D7B-5C2D-8E0E2ABD8043}"/>
              </a:ext>
            </a:extLst>
          </p:cNvPr>
          <p:cNvCxnSpPr>
            <a:cxnSpLocks/>
          </p:cNvCxnSpPr>
          <p:nvPr/>
        </p:nvCxnSpPr>
        <p:spPr>
          <a:xfrm flipV="1">
            <a:off x="9990307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887D3-3776-EB47-5956-DEDC174B47FD}"/>
              </a:ext>
            </a:extLst>
          </p:cNvPr>
          <p:cNvSpPr/>
          <p:nvPr/>
        </p:nvSpPr>
        <p:spPr>
          <a:xfrm>
            <a:off x="3004808" y="4956151"/>
            <a:ext cx="698549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72D893-AE33-5CEB-E3BB-6B816E5A2A54}"/>
              </a:ext>
            </a:extLst>
          </p:cNvPr>
          <p:cNvSpPr/>
          <p:nvPr/>
        </p:nvSpPr>
        <p:spPr>
          <a:xfrm>
            <a:off x="2178993" y="4956142"/>
            <a:ext cx="82581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D4C867-8A1C-F234-2383-D8E0325AAD3A}"/>
              </a:ext>
            </a:extLst>
          </p:cNvPr>
          <p:cNvCxnSpPr>
            <a:cxnSpLocks/>
          </p:cNvCxnSpPr>
          <p:nvPr/>
        </p:nvCxnSpPr>
        <p:spPr>
          <a:xfrm flipV="1">
            <a:off x="3005754" y="4897782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927DF5-3BA4-5B94-6A59-569CBE5F95C4}"/>
              </a:ext>
            </a:extLst>
          </p:cNvPr>
          <p:cNvSpPr txBox="1"/>
          <p:nvPr/>
        </p:nvSpPr>
        <p:spPr>
          <a:xfrm>
            <a:off x="2849157" y="45725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A22625-79C7-9C98-0DE3-EE0A9B5866DE}"/>
              </a:ext>
            </a:extLst>
          </p:cNvPr>
          <p:cNvCxnSpPr>
            <a:cxnSpLocks/>
          </p:cNvCxnSpPr>
          <p:nvPr/>
        </p:nvCxnSpPr>
        <p:spPr>
          <a:xfrm flipV="1">
            <a:off x="6103292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736DB2-7C81-D960-9C57-3F0CF98457E2}"/>
              </a:ext>
            </a:extLst>
          </p:cNvPr>
          <p:cNvSpPr txBox="1"/>
          <p:nvPr/>
        </p:nvSpPr>
        <p:spPr>
          <a:xfrm>
            <a:off x="3534625" y="5318134"/>
            <a:ext cx="147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CBAFB0-D26B-888C-2684-BA336852A586}"/>
              </a:ext>
            </a:extLst>
          </p:cNvPr>
          <p:cNvSpPr txBox="1"/>
          <p:nvPr/>
        </p:nvSpPr>
        <p:spPr>
          <a:xfrm>
            <a:off x="5947641" y="55028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6A1B9F-0900-E4A5-EFC7-786B6FA1E8CC}"/>
              </a:ext>
            </a:extLst>
          </p:cNvPr>
          <p:cNvSpPr txBox="1"/>
          <p:nvPr/>
        </p:nvSpPr>
        <p:spPr>
          <a:xfrm>
            <a:off x="573000" y="3149450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36ED82-CA17-700A-793C-3BEA3FF9FA4B}"/>
              </a:ext>
            </a:extLst>
          </p:cNvPr>
          <p:cNvSpPr txBox="1"/>
          <p:nvPr/>
        </p:nvSpPr>
        <p:spPr>
          <a:xfrm>
            <a:off x="573000" y="2940232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1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57B10F-EDA8-65E6-D686-507080A0197F}"/>
              </a:ext>
            </a:extLst>
          </p:cNvPr>
          <p:cNvSpPr txBox="1"/>
          <p:nvPr/>
        </p:nvSpPr>
        <p:spPr>
          <a:xfrm>
            <a:off x="573000" y="4084222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26ABC1-5F57-1873-FCB0-32E544C0F0D7}"/>
              </a:ext>
            </a:extLst>
          </p:cNvPr>
          <p:cNvSpPr txBox="1"/>
          <p:nvPr/>
        </p:nvSpPr>
        <p:spPr>
          <a:xfrm>
            <a:off x="573000" y="3875004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2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890143-454E-C89F-C332-C807B1529083}"/>
              </a:ext>
            </a:extLst>
          </p:cNvPr>
          <p:cNvSpPr txBox="1"/>
          <p:nvPr/>
        </p:nvSpPr>
        <p:spPr>
          <a:xfrm>
            <a:off x="573000" y="4923059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8EBEE8-0919-EF3F-888A-FF2331DD0DD6}"/>
              </a:ext>
            </a:extLst>
          </p:cNvPr>
          <p:cNvSpPr txBox="1"/>
          <p:nvPr/>
        </p:nvSpPr>
        <p:spPr>
          <a:xfrm>
            <a:off x="573000" y="4713841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3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021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 animBg="1"/>
      <p:bldP spid="99" grpId="0" animBg="1"/>
      <p:bldP spid="102" grpId="0" animBg="1"/>
      <p:bldP spid="2" grpId="0" animBg="1"/>
      <p:bldP spid="5" grpId="0"/>
      <p:bldP spid="7" grpId="0" animBg="1"/>
      <p:bldP spid="9" grpId="0"/>
      <p:bldP spid="15" grpId="0" animBg="1"/>
      <p:bldP spid="28" grpId="0" animBg="1"/>
      <p:bldP spid="37" grpId="0"/>
      <p:bldP spid="40" grpId="0"/>
      <p:bldP spid="41" grpId="0"/>
      <p:bldP spid="51" grpId="0"/>
      <p:bldP spid="52" grpId="0"/>
      <p:bldP spid="58" grpId="0"/>
      <p:bldP spid="59" grpId="0"/>
      <p:bldP spid="61" grpId="0"/>
      <p:bldP spid="6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6054-58D1-9AE2-9DF4-CCF1B987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C7340-B363-01AF-9F9E-C70289020E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Código: enumeración exhaustiva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b="1" noProof="0" dirty="0"/>
                  <a:t> </a:t>
                </a:r>
                <a:endParaRPr lang="es-ES" b="1" i="1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CC7340-B363-01AF-9F9E-C70289020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834D9E4-F82C-17EC-F707-60E59F15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388" y="1632556"/>
            <a:ext cx="6263224" cy="4552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CEF3A33-122C-E502-A83F-4FB53E70662D}"/>
              </a:ext>
            </a:extLst>
          </p:cNvPr>
          <p:cNvSpPr/>
          <p:nvPr/>
        </p:nvSpPr>
        <p:spPr>
          <a:xfrm>
            <a:off x="4902200" y="3675803"/>
            <a:ext cx="4508500" cy="324697"/>
          </a:xfrm>
          <a:custGeom>
            <a:avLst/>
            <a:gdLst>
              <a:gd name="csX0" fmla="*/ 0 w 4508500"/>
              <a:gd name="csY0" fmla="*/ 324697 h 324697"/>
              <a:gd name="csX1" fmla="*/ 1485900 w 4508500"/>
              <a:gd name="csY1" fmla="*/ 32597 h 324697"/>
              <a:gd name="csX2" fmla="*/ 4508500 w 4508500"/>
              <a:gd name="csY2" fmla="*/ 19897 h 324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08500" h="324697">
                <a:moveTo>
                  <a:pt x="0" y="324697"/>
                </a:moveTo>
                <a:cubicBezTo>
                  <a:pt x="367241" y="204047"/>
                  <a:pt x="734483" y="83397"/>
                  <a:pt x="1485900" y="32597"/>
                </a:cubicBezTo>
                <a:cubicBezTo>
                  <a:pt x="2237317" y="-18203"/>
                  <a:pt x="3372908" y="847"/>
                  <a:pt x="4508500" y="19897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3D83EC-45CE-48C7-E2B1-8AE35ABAC148}"/>
                  </a:ext>
                </a:extLst>
              </p:cNvPr>
              <p:cNvSpPr txBox="1"/>
              <p:nvPr/>
            </p:nvSpPr>
            <p:spPr>
              <a:xfrm>
                <a:off x="9265712" y="3321860"/>
                <a:ext cx="255482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2000" noProof="0" dirty="0">
                    <a:solidFill>
                      <a:schemeClr val="accent2"/>
                    </a:solidFill>
                    <a:latin typeface="+mj-lt"/>
                  </a:rPr>
                  <a:t>¿Por qué </a:t>
                </a:r>
                <a14:m>
                  <m:oMath xmlns:m="http://schemas.openxmlformats.org/officeDocument/2006/math"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s-ES" sz="2000" b="1" noProof="0" dirty="0">
                  <a:solidFill>
                    <a:schemeClr val="accent2"/>
                  </a:solidFill>
                  <a:latin typeface="+mj-lt"/>
                </a:endParaRPr>
              </a:p>
              <a:p>
                <a:pPr algn="ctr"/>
                <a:r>
                  <a:rPr lang="es-ES" sz="2000" b="0" noProof="0" dirty="0">
                    <a:solidFill>
                      <a:schemeClr val="accent2"/>
                    </a:solidFill>
                    <a:latin typeface="+mj-lt"/>
                  </a:rPr>
                  <a:t>y no </a:t>
                </a:r>
                <a14:m>
                  <m:oMath xmlns:m="http://schemas.openxmlformats.org/officeDocument/2006/math"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s-ES" sz="2000" b="1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000" noProof="0" dirty="0">
                    <a:solidFill>
                      <a:schemeClr val="accent2"/>
                    </a:solidFill>
                    <a:latin typeface="+mj-lt"/>
                  </a:rPr>
                  <a:t>?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3D83EC-45CE-48C7-E2B1-8AE35ABAC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2" y="3321860"/>
                <a:ext cx="2554824" cy="707886"/>
              </a:xfrm>
              <a:prstGeom prst="rect">
                <a:avLst/>
              </a:prstGeom>
              <a:blipFill>
                <a:blip r:embed="rId5"/>
                <a:stretch>
                  <a:fillRect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96CDD60-4497-B0DF-349B-84B0442DEF1A}"/>
              </a:ext>
            </a:extLst>
          </p:cNvPr>
          <p:cNvSpPr txBox="1"/>
          <p:nvPr/>
        </p:nvSpPr>
        <p:spPr>
          <a:xfrm>
            <a:off x="2790952" y="1518150"/>
            <a:ext cx="661974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c6_raiz_cuadrada_de_x_por_enumeracion_exhaustiva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784989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90F7-959E-A8C6-F558-082BE6A7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23E6-60FC-7504-E89E-F0C70C72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/>
              <a:t> </a:t>
            </a:r>
            <a:r>
              <a:rPr lang="es-ES" noProof="0" dirty="0" err="1"/>
              <a:t>loops</a:t>
            </a:r>
            <a:r>
              <a:rPr lang="es-ES" noProof="0" dirty="0"/>
              <a:t>: ¿Que puede salir mal?</a:t>
            </a:r>
            <a:endParaRPr lang="es-ES" b="1" i="1" baseline="30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BC0F6-FE88-334F-EB1C-87B37C168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/>
              <a:t>No inicializar la variable de "adivinación" (n)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 err="1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NameError</a:t>
            </a:r>
            <a:endParaRPr lang="es-ES" noProof="0" dirty="0">
              <a:solidFill>
                <a:srgbClr val="C0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s-ES" noProof="0" dirty="0">
                <a:latin typeface="+mj-lt"/>
              </a:rPr>
              <a:t>No definir bien la verificación </a:t>
            </a:r>
            <a:r>
              <a:rPr lang="es-ES" noProof="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Bucle infinito</a:t>
            </a:r>
            <a:endParaRPr lang="es-ES" noProof="0" dirty="0">
              <a:latin typeface="+mj-lt"/>
            </a:endParaRPr>
          </a:p>
          <a:p>
            <a:pPr lvl="1"/>
            <a:r>
              <a:rPr lang="es-ES" noProof="0" dirty="0">
                <a:latin typeface="+mj-lt"/>
              </a:rPr>
              <a:t>ejemplo </a:t>
            </a:r>
            <a:r>
              <a:rPr lang="es-ES" b="1" noProof="0" dirty="0">
                <a:solidFill>
                  <a:srgbClr val="C00000"/>
                </a:solidFill>
                <a:latin typeface="Consolas" panose="020B0609020204030204" pitchFamily="49" charset="0"/>
              </a:rPr>
              <a:t>𝒏×𝒏==𝒙</a:t>
            </a:r>
            <a:r>
              <a:rPr lang="es-ES" b="1" noProof="0" dirty="0">
                <a:latin typeface="+mj-lt"/>
              </a:rPr>
              <a:t> </a:t>
            </a:r>
            <a:r>
              <a:rPr lang="es-ES" noProof="0" dirty="0">
                <a:latin typeface="+mj-lt"/>
              </a:rPr>
              <a:t>en vez de </a:t>
            </a:r>
            <a:r>
              <a:rPr lang="es-ES" b="1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𝒏×𝒏&lt;=𝒙</a:t>
            </a:r>
          </a:p>
          <a:p>
            <a:r>
              <a:rPr lang="es-ES" noProof="0" dirty="0">
                <a:latin typeface="+mj-lt"/>
              </a:rPr>
              <a:t>No definir bien el método de adivinación</a:t>
            </a:r>
            <a:r>
              <a:rPr lang="es-ES" noProof="0" dirty="0"/>
              <a:t>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Bucle infinito</a:t>
            </a:r>
            <a:endParaRPr lang="es-ES" noProof="0" dirty="0">
              <a:latin typeface="+mj-lt"/>
            </a:endParaRPr>
          </a:p>
          <a:p>
            <a:pPr lvl="1"/>
            <a:r>
              <a:rPr lang="es-ES" noProof="0" dirty="0">
                <a:latin typeface="+mj-lt"/>
              </a:rPr>
              <a:t>ejemplo </a:t>
            </a:r>
            <a:r>
              <a:rPr lang="es-ES" b="1" noProof="0" dirty="0">
                <a:solidFill>
                  <a:srgbClr val="C00000"/>
                </a:solidFill>
                <a:latin typeface="Consolas" panose="020B0609020204030204" pitchFamily="49" charset="0"/>
              </a:rPr>
              <a:t>𝒏=𝒏</a:t>
            </a:r>
            <a:r>
              <a:rPr lang="es-ES" b="1" noProof="0" dirty="0">
                <a:latin typeface="+mj-lt"/>
              </a:rPr>
              <a:t> </a:t>
            </a:r>
            <a:r>
              <a:rPr lang="es-ES" noProof="0" dirty="0">
                <a:latin typeface="+mj-lt"/>
              </a:rPr>
              <a:t>en vez de </a:t>
            </a:r>
            <a:r>
              <a:rPr lang="es-ES" b="1" noProof="0" dirty="0">
                <a:solidFill>
                  <a:schemeClr val="accent6"/>
                </a:solidFill>
                <a:latin typeface="Consolas" panose="020B0609020204030204" pitchFamily="49" charset="0"/>
              </a:rPr>
              <a:t>𝒏=𝒏+1</a:t>
            </a:r>
          </a:p>
        </p:txBody>
      </p:sp>
    </p:spTree>
    <p:extLst>
      <p:ext uri="{BB962C8B-B14F-4D97-AF65-F5344CB8AC3E}">
        <p14:creationId xmlns:p14="http://schemas.microsoft.com/office/powerpoint/2010/main" val="384362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6E65-DB8B-A3EA-DA58-17B5C21D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908D-D808-0C63-5585-F8C3762F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 err="1">
                <a:solidFill>
                  <a:srgbClr val="7030A0"/>
                </a:solidFill>
                <a:latin typeface="Consolas" panose="020B0609020204030204" pitchFamily="49" charset="0"/>
              </a:rPr>
              <a:t>while</a:t>
            </a:r>
            <a:r>
              <a:rPr lang="es-ES" noProof="0" dirty="0"/>
              <a:t> </a:t>
            </a:r>
            <a:r>
              <a:rPr lang="es-ES" noProof="0" dirty="0" err="1"/>
              <a:t>loops</a:t>
            </a:r>
            <a:r>
              <a:rPr lang="es-ES" noProof="0" dirty="0"/>
              <a:t>:</a:t>
            </a:r>
            <a:br>
              <a:rPr lang="es-ES" noProof="0" dirty="0"/>
            </a:br>
            <a:r>
              <a:rPr lang="es-ES" noProof="0" dirty="0"/>
              <a:t>hay que planear una </a:t>
            </a:r>
            <a:r>
              <a:rPr lang="es-ES" b="1" noProof="0" dirty="0"/>
              <a:t>función de decremento</a:t>
            </a:r>
            <a:endParaRPr lang="es-ES" b="1" i="1" baseline="300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8DDA3-2CDE-6A26-2ECF-E40308267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noProof="0" dirty="0">
                    <a:latin typeface="+mj-lt"/>
                  </a:rPr>
                  <a:t>La función de decremento debe ir haciéndose más chica a medida que aumentan las iteraciones para poder escapar en algún momento</a:t>
                </a:r>
              </a:p>
              <a:p>
                <a:r>
                  <a:rPr lang="es-ES" noProof="0" dirty="0">
                    <a:latin typeface="+mj-lt"/>
                  </a:rPr>
                  <a:t>Propiedades: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Mapea un grupo de variables a un número (</a:t>
                </a:r>
                <a:r>
                  <a:rPr lang="es-ES" noProof="0" dirty="0">
                    <a:latin typeface="Consolas" panose="020B0609020204030204" pitchFamily="49" charset="0"/>
                  </a:rPr>
                  <a:t> F </a:t>
                </a:r>
                <a:r>
                  <a:rPr lang="es-ES" noProof="0" dirty="0">
                    <a:latin typeface="+mj-lt"/>
                  </a:rPr>
                  <a:t>)</a:t>
                </a:r>
                <a:endParaRPr lang="es-ES" noProof="0" dirty="0">
                  <a:solidFill>
                    <a:schemeClr val="accent2"/>
                  </a:solidFill>
                  <a:latin typeface="Consolas" panose="020B0609020204030204" pitchFamily="49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Cuando entramos al bucle: su valor no es negativo (</a:t>
                </a:r>
                <a:r>
                  <a:rPr lang="es-ES" noProof="0" dirty="0">
                    <a:latin typeface="Consolas" panose="020B0609020204030204" pitchFamily="49" charset="0"/>
                  </a:rPr>
                  <a:t> F0 &gt; 0 </a:t>
                </a:r>
                <a:r>
                  <a:rPr lang="es-ES" noProof="0" dirty="0">
                    <a:latin typeface="+mj-lt"/>
                  </a:rPr>
                  <a:t>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Su valor va haciéndose más pequeño con cada iteración </a:t>
                </a:r>
                <a:r>
                  <a:rPr lang="es-ES" noProof="0" dirty="0"/>
                  <a:t>( </a:t>
                </a:r>
                <a:r>
                  <a:rPr lang="es-ES" noProof="0" dirty="0">
                    <a:latin typeface="Consolas" panose="020B0609020204030204" pitchFamily="49" charset="0"/>
                  </a:rPr>
                  <a:t>F1 &lt; F0 </a:t>
                </a:r>
                <a:r>
                  <a:rPr lang="es-ES" noProof="0" dirty="0"/>
                  <a:t>)</a:t>
                </a:r>
                <a:endParaRPr lang="es-ES" noProof="0" dirty="0">
                  <a:latin typeface="+mj-lt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s-ES" noProof="0" dirty="0">
                    <a:latin typeface="+mj-lt"/>
                  </a:rPr>
                  <a:t>Cuando se vuelve negativo, salimos del bucle </a:t>
                </a:r>
                <a:r>
                  <a:rPr lang="es-ES" noProof="0" dirty="0"/>
                  <a:t>(</a:t>
                </a:r>
                <a:r>
                  <a:rPr lang="es-ES" noProof="0" dirty="0">
                    <a:latin typeface="Consolas" panose="020B0609020204030204" pitchFamily="49" charset="0"/>
                  </a:rPr>
                  <a:t> F &lt;= 0 </a:t>
                </a:r>
                <a:r>
                  <a:rPr lang="es-ES" noProof="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 </a:t>
                </a:r>
                <a:r>
                  <a:rPr lang="es-ES" noProof="0" dirty="0">
                    <a:solidFill>
                      <a:schemeClr val="accent5"/>
                    </a:solidFill>
                    <a:latin typeface="Consolas" panose="020B0609020204030204" pitchFamily="49" charset="0"/>
                    <a:sym typeface="Wingdings" panose="05000000000000000000" pitchFamily="2" charset="2"/>
                  </a:rPr>
                  <a:t>break</a:t>
                </a:r>
                <a:r>
                  <a:rPr lang="es-ES" noProof="0" dirty="0">
                    <a:latin typeface="Consolas" panose="020B0609020204030204" pitchFamily="49" charset="0"/>
                    <a:sym typeface="Wingdings" panose="05000000000000000000" pitchFamily="2" charset="2"/>
                  </a:rPr>
                  <a:t> 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En el caso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b="1" noProof="0" dirty="0"/>
                  <a:t> </a:t>
                </a:r>
                <a:r>
                  <a:rPr lang="es-ES" noProof="0" dirty="0">
                    <a:latin typeface="+mj-lt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s-ES" noProof="0" dirty="0">
                    <a:latin typeface="Consolas" panose="020B0609020204030204" pitchFamily="49" charset="0"/>
                  </a:rPr>
                  <a:t>F = x – (n * n)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8DDA3-2CDE-6A26-2ECF-E40308267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24FEEE-DBEE-615D-B513-D0C8370C045F}"/>
              </a:ext>
            </a:extLst>
          </p:cNvPr>
          <p:cNvCxnSpPr/>
          <p:nvPr/>
        </p:nvCxnSpPr>
        <p:spPr>
          <a:xfrm flipV="1">
            <a:off x="7264400" y="5727700"/>
            <a:ext cx="0" cy="2921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884EC8-AAA3-256C-0619-F78332033095}"/>
              </a:ext>
            </a:extLst>
          </p:cNvPr>
          <p:cNvSpPr txBox="1"/>
          <p:nvPr/>
        </p:nvSpPr>
        <p:spPr>
          <a:xfrm>
            <a:off x="6743700" y="5915353"/>
            <a:ext cx="10413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n+1</a:t>
            </a:r>
            <a:endParaRPr lang="es-ES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09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14EA-7EAF-F0BD-D6B2-C853735C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8FE5-E6A4-F71C-D20C-3B879097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Función de decremento</a:t>
            </a:r>
            <a:endParaRPr lang="es-ES" i="1" baseline="30000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7E4B7B-0202-1AF7-7C75-FD4AAE5C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1638300"/>
            <a:ext cx="5572358" cy="4546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F4D2F9-9CE0-2195-B57C-3685F044F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24" y="1987324"/>
            <a:ext cx="3057952" cy="161947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7EC2CB-546B-8F99-FC52-360E8952D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924" y="4259162"/>
            <a:ext cx="3077004" cy="1438476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241E0F-FD66-0590-7F23-3A499134E0D3}"/>
              </a:ext>
            </a:extLst>
          </p:cNvPr>
          <p:cNvSpPr/>
          <p:nvPr/>
        </p:nvSpPr>
        <p:spPr>
          <a:xfrm>
            <a:off x="1917700" y="4432300"/>
            <a:ext cx="4800600" cy="558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77FF6-1CCC-4DFA-5635-08EC6B9D90A0}"/>
              </a:ext>
            </a:extLst>
          </p:cNvPr>
          <p:cNvSpPr txBox="1"/>
          <p:nvPr/>
        </p:nvSpPr>
        <p:spPr>
          <a:xfrm>
            <a:off x="281434" y="1430383"/>
            <a:ext cx="742249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c7_raiz_cuadrada_de_x_por_enumeracion_exhaustiva_con_F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77300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9F24-A2FC-E705-079F-976CE2D6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C39490-3CAA-BC19-BEC7-BE1C687B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40044D-35E9-BA80-370A-73E450D47D0B}"/>
                  </a:ext>
                </a:extLst>
              </p:cNvPr>
              <p:cNvSpPr txBox="1"/>
              <p:nvPr/>
            </p:nvSpPr>
            <p:spPr>
              <a:xfrm>
                <a:off x="499807" y="1589088"/>
                <a:ext cx="5696038" cy="2597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u="sng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u="sng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u="sng" noProof="0" dirty="0"/>
                  <a:t> para que</a:t>
                </a:r>
                <a:r>
                  <a:rPr lang="es-ES" noProof="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cualquier </a:t>
                </a:r>
                <a14:m>
                  <m:oMath xmlns:m="http://schemas.openxmlformats.org/officeDocument/2006/math">
                    <m:r>
                      <a:rPr lang="es-ES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s-ES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s-ES" noProof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s-ES" b="0" i="0" noProof="0" smtClean="0">
                        <a:latin typeface="Cambria Math" panose="02040503050406030204" pitchFamily="18" charset="0"/>
                      </a:rPr>
                      <m:t>&lt;+</m:t>
                    </m:r>
                    <m:r>
                      <a:rPr lang="es-ES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Calcule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s-ES" b="1" i="1" noProof="0" smtClean="0">
                            <a:latin typeface="Cambria Math" panose="02040503050406030204" pitchFamily="18" charset="0"/>
                          </a:rPr>
                          <m:t>𝟑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noProof="0" dirty="0"/>
                  <a:t> utilizando enumeración exhaustiva</a:t>
                </a:r>
              </a:p>
              <a:p>
                <a:endParaRPr lang="es-ES" noProof="0" dirty="0"/>
              </a:p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Pensar que es necesario para iterar sobre 	negativos</a:t>
                </a:r>
                <a:r>
                  <a:rPr lang="es-ES" noProof="0" dirty="0"/>
                  <a:t>: ver que pasa usando </a:t>
                </a:r>
                <a:r>
                  <a:rPr lang="es-ES" noProof="0" dirty="0" err="1"/>
                  <a:t>range</a:t>
                </a:r>
                <a:r>
                  <a:rPr lang="es-ES" noProof="0" dirty="0"/>
                  <a:t>(-5).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cual es la nueva función de 	decremento (F)</a:t>
                </a:r>
                <a:r>
                  <a:rPr lang="es-ES" noProof="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40044D-35E9-BA80-370A-73E450D47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07" y="1589088"/>
                <a:ext cx="5696038" cy="2597762"/>
              </a:xfrm>
              <a:prstGeom prst="rect">
                <a:avLst/>
              </a:prstGeom>
              <a:blipFill>
                <a:blip r:embed="rId2"/>
                <a:stretch>
                  <a:fillRect l="-964" t="-939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9436AAC-3C7E-F2FE-CA7D-B2C2EAEB764F}"/>
              </a:ext>
            </a:extLst>
          </p:cNvPr>
          <p:cNvSpPr txBox="1"/>
          <p:nvPr/>
        </p:nvSpPr>
        <p:spPr>
          <a:xfrm>
            <a:off x="6237893" y="1589088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3C20-CF27-D687-81F7-53C5B2011187}"/>
                  </a:ext>
                </a:extLst>
              </p:cNvPr>
              <p:cNvSpPr txBox="1"/>
              <p:nvPr/>
            </p:nvSpPr>
            <p:spPr>
              <a:xfrm>
                <a:off x="749299" y="4720098"/>
                <a:ext cx="10693402" cy="13062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r>
                            <a:rPr lang="es-ES" sz="3600" b="1" i="1" noProof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3600" b="1" i="1" noProof="0" smtClean="0">
                          <a:latin typeface="Cambria Math" panose="02040503050406030204" pitchFamily="18" charset="0"/>
                        </a:rPr>
                        <m:t> ⟺ </m:t>
                      </m:r>
                      <m:sSup>
                        <m:sSupPr>
                          <m:ctrlP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s-ES" sz="36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sz="3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b="0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600" i="1" noProof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3600" i="1" noProof="0" dirty="0">
                  <a:latin typeface="Cambria Math" panose="02040503050406030204" pitchFamily="18" charset="0"/>
                </a:endParaRPr>
              </a:p>
              <a:p>
                <a:endParaRPr lang="es-ES" sz="1600" b="0" i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sz="3200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3200" b="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3200" b="0" i="0" noProof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s-ES" sz="3200" noProof="0">
                              <a:latin typeface="Cambria Math" panose="02040503050406030204" pitchFamily="18" charset="0"/>
                            </a:rPr>
                            <m:t>ℤ</m:t>
                          </m:r>
                          <m:r>
                            <a:rPr lang="es-ES" sz="3200" b="0" i="0" strike="sngStrike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a:rPr lang="es-ES" sz="3200" strike="sngStrike" noProof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0" strike="sngStrike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s-ES" sz="3200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3C20-CF27-D687-81F7-53C5B2011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" y="4720098"/>
                <a:ext cx="10693402" cy="13062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657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A023-641E-29DA-AC28-F6E57523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CBDDCC7-7C9C-019D-099A-15E021FEAF69}"/>
              </a:ext>
            </a:extLst>
          </p:cNvPr>
          <p:cNvGrpSpPr/>
          <p:nvPr/>
        </p:nvGrpSpPr>
        <p:grpSpPr>
          <a:xfrm>
            <a:off x="9627339" y="2477587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7E1D7DF1-F3AE-38F1-8688-F241E10EDE49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9843DCF-7FBF-C73E-2BAB-1C4F92C7670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F52F2A4-8BE6-3910-23C6-1332BB1E9F5A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DB731B42-8BAC-A9C4-8D08-FDA71D58F3B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B2397A3-D5BF-DE7E-F944-B94D967B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5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F3062C-5D91-3A4C-A6F7-4824EECD3015}"/>
              </a:ext>
            </a:extLst>
          </p:cNvPr>
          <p:cNvGrpSpPr/>
          <p:nvPr/>
        </p:nvGrpSpPr>
        <p:grpSpPr>
          <a:xfrm>
            <a:off x="9164668" y="3085987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F2539F2-F410-4C65-2399-20465EDA8D07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1F63957-014D-06C6-9262-9577D125008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CB41118-CD7B-978B-0F38-55E610836CB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950D801-0C10-A2D1-089D-A3CEEAA5224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99D9281-023C-A20C-612C-26D9055E0B89}"/>
              </a:ext>
            </a:extLst>
          </p:cNvPr>
          <p:cNvGrpSpPr/>
          <p:nvPr/>
        </p:nvGrpSpPr>
        <p:grpSpPr>
          <a:xfrm>
            <a:off x="9617186" y="2955135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B134734-D5C1-4848-BB35-5A8E8C843A6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BD41B0F-2380-BFD3-8462-1949532CB5F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E50CAFB-5A63-D23C-D6F8-31DA09C99EA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3D362E7F-7C01-F1F3-5805-B72605793381}"/>
              </a:ext>
            </a:extLst>
          </p:cNvPr>
          <p:cNvSpPr/>
          <p:nvPr/>
        </p:nvSpPr>
        <p:spPr>
          <a:xfrm>
            <a:off x="9709968" y="3186152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821414E-9FDC-9C70-CD24-7981EF2B0B32}"/>
              </a:ext>
            </a:extLst>
          </p:cNvPr>
          <p:cNvSpPr/>
          <p:nvPr/>
        </p:nvSpPr>
        <p:spPr>
          <a:xfrm>
            <a:off x="9976802" y="3385693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0CCA909-C475-824A-D65C-5F828791EEF1}"/>
              </a:ext>
            </a:extLst>
          </p:cNvPr>
          <p:cNvGrpSpPr/>
          <p:nvPr/>
        </p:nvGrpSpPr>
        <p:grpSpPr>
          <a:xfrm>
            <a:off x="1570621" y="3004577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EB3D9BB-7CD1-BAC3-00DC-BADB395D3403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749AE6B-289E-253F-D874-8C67F010925A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B68CD5F-35AE-FAD7-866B-C5D6F95469D8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A769224-BF01-6847-4926-F1AFF0C7ED8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81784135-05F1-4FB9-BF43-CF533E2A5BDE}"/>
              </a:ext>
            </a:extLst>
          </p:cNvPr>
          <p:cNvSpPr/>
          <p:nvPr/>
        </p:nvSpPr>
        <p:spPr>
          <a:xfrm>
            <a:off x="10063460" y="3356679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28AE814-4E06-FB7B-EABB-C47FBC148A12}"/>
              </a:ext>
            </a:extLst>
          </p:cNvPr>
          <p:cNvGrpSpPr/>
          <p:nvPr/>
        </p:nvGrpSpPr>
        <p:grpSpPr>
          <a:xfrm>
            <a:off x="9775405" y="2753997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CFE887D-FF69-CC9A-550F-E04537EA24CC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0F7187A-13C0-8E9C-2683-CBCAB5E2FB7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F768BC5-EC88-C591-33E2-B513A56BAD03}"/>
              </a:ext>
            </a:extLst>
          </p:cNvPr>
          <p:cNvGrpSpPr/>
          <p:nvPr/>
        </p:nvGrpSpPr>
        <p:grpSpPr>
          <a:xfrm>
            <a:off x="8901785" y="2888606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D371632-8E0C-2E55-6DEA-F15E7EF5615A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1FC403B-2B2E-9778-A91A-A159629CF27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CBCD63FC-B5C6-B732-25E8-FF00BDA55BB3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CE1E66A-3C48-B7E7-C1E5-523B37335135}"/>
              </a:ext>
            </a:extLst>
          </p:cNvPr>
          <p:cNvGrpSpPr/>
          <p:nvPr/>
        </p:nvGrpSpPr>
        <p:grpSpPr>
          <a:xfrm>
            <a:off x="10230945" y="2707758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4321587-A4AF-7FC6-0085-9FACFF68A2A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B00618D-4C84-BCA8-C6D9-AEB70B456B3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36F5D8A-F4D3-9F78-DCA7-E3EFF252B99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71984FBF-3468-915B-F70A-19D82B1397C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CE5FE13-AFFA-8038-F518-F6D3CA031A32}"/>
              </a:ext>
            </a:extLst>
          </p:cNvPr>
          <p:cNvGrpSpPr/>
          <p:nvPr/>
        </p:nvGrpSpPr>
        <p:grpSpPr>
          <a:xfrm>
            <a:off x="10484528" y="3069262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753B16D-6DAD-E2B9-94F9-F74C27F9C7B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38B7C7A-CEE2-3180-F544-00337A5371A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078A98E-2440-DCF0-3674-3E574C4727E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B831C30-CFB8-ABAB-A7DF-7EFB1E5F288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6B4CD29-8464-5993-2526-5A680A5E5718}"/>
              </a:ext>
            </a:extLst>
          </p:cNvPr>
          <p:cNvGrpSpPr/>
          <p:nvPr/>
        </p:nvGrpSpPr>
        <p:grpSpPr>
          <a:xfrm>
            <a:off x="10111364" y="3052563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AF72904-167A-B23F-27F1-7D5B3BDF05C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F43094E-DB74-B69E-A242-B7ACF974359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4BA907A-E3A3-4579-B454-CDA9E3ADCB8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4D4201C-452D-6628-0AD5-61A1028CE25C}"/>
              </a:ext>
            </a:extLst>
          </p:cNvPr>
          <p:cNvGrpSpPr/>
          <p:nvPr/>
        </p:nvGrpSpPr>
        <p:grpSpPr>
          <a:xfrm rot="13449155">
            <a:off x="9027670" y="2671177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73728FE-14A3-73B6-0B7B-FE8FFBED2FF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BD456A3-0D57-5D83-A1E4-FE6466DBBED6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82F1F188-1853-EF89-C23B-C8EB9D1AA210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EC86CC3-10A7-78BF-B8EE-E7AE4A221230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43BDD9D-A41E-5F5F-03E0-69AACC25D1EA}"/>
              </a:ext>
            </a:extLst>
          </p:cNvPr>
          <p:cNvGrpSpPr/>
          <p:nvPr/>
        </p:nvGrpSpPr>
        <p:grpSpPr>
          <a:xfrm>
            <a:off x="1183294" y="3299547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9E8786A-6730-49C2-7D12-E6C23B4A1583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D37280BB-5F05-F341-21AB-A2F071B86E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1D6AF49F-B294-530D-6F92-9370665EE148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8664513-EBCA-D0AC-B8A9-EC16977D7BF6}"/>
              </a:ext>
            </a:extLst>
          </p:cNvPr>
          <p:cNvGrpSpPr/>
          <p:nvPr/>
        </p:nvGrpSpPr>
        <p:grpSpPr>
          <a:xfrm>
            <a:off x="3559961" y="2953777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ABE0103-2FC6-B482-6D8F-0150EBBE8CD8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A65E4DA-6FC5-3699-607F-F69C6212C13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F406935-4CD0-E7C9-6B07-B085064B7BB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1C7821F9-A3BC-92C1-1C39-07F26C29943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BE4D6418-8767-E953-F889-F572DC9B9285}"/>
              </a:ext>
            </a:extLst>
          </p:cNvPr>
          <p:cNvGrpSpPr/>
          <p:nvPr/>
        </p:nvGrpSpPr>
        <p:grpSpPr>
          <a:xfrm>
            <a:off x="2985303" y="3232302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F43B99A4-ECEA-755C-AAA4-44B70E23A82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AFA543B8-198F-B245-3B92-24F449E7300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99D76B4-E423-CAFE-704F-A63758B2572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850A09B6-01C9-26D9-C6ED-A4404628856C}"/>
              </a:ext>
            </a:extLst>
          </p:cNvPr>
          <p:cNvGrpSpPr/>
          <p:nvPr/>
        </p:nvGrpSpPr>
        <p:grpSpPr>
          <a:xfrm>
            <a:off x="3450160" y="3338111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7D08AF7-4582-5317-24E8-DD68360E612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ACF91663-6669-AAED-98B9-B19ED72414F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3B659B51-85A8-08EC-4D24-145D9BFAC56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DE2DFC6B-620C-30F6-EAB7-1503C87DAC8C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A06FB96-881F-16B4-A024-E8457F4C15ED}"/>
              </a:ext>
            </a:extLst>
          </p:cNvPr>
          <p:cNvGrpSpPr/>
          <p:nvPr/>
        </p:nvGrpSpPr>
        <p:grpSpPr>
          <a:xfrm>
            <a:off x="3058076" y="2845797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EBE21F81-9A04-83C3-55C8-BAB8D7BF2E4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D0C596DC-E36B-1201-A01F-D9D9606046F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C145B43B-8147-A0C7-814E-2B3BD6FC655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E7D175E-F055-72F0-D490-C142594D8C8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36BDACA-1124-5866-1B33-CB0A3D770F68}"/>
              </a:ext>
            </a:extLst>
          </p:cNvPr>
          <p:cNvGrpSpPr/>
          <p:nvPr/>
        </p:nvGrpSpPr>
        <p:grpSpPr>
          <a:xfrm>
            <a:off x="8728504" y="3394937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CE5A657-F729-2875-868E-014AE6DF8F6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B09315A-224D-1F70-A11B-DE823037DDB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AB81C66-86AD-14B4-83C0-BF63BDBE8307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BE6B1F8-F5C0-A6B9-B556-BBFD20422155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AB34C13-A308-DA0E-2402-6973A5BFB1AA}"/>
              </a:ext>
            </a:extLst>
          </p:cNvPr>
          <p:cNvGrpSpPr/>
          <p:nvPr/>
        </p:nvGrpSpPr>
        <p:grpSpPr>
          <a:xfrm>
            <a:off x="9181022" y="3264085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FDB1A68-05BA-A5BE-5FC4-4DDFB350071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6A0A4174-1D09-128C-A2C0-8CD9C397849D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892673C4-A54D-14DC-22CF-6D759533AF80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007ED8EF-C2D2-B5E3-325D-3AF84CC89333}"/>
              </a:ext>
            </a:extLst>
          </p:cNvPr>
          <p:cNvSpPr/>
          <p:nvPr/>
        </p:nvSpPr>
        <p:spPr>
          <a:xfrm>
            <a:off x="9273804" y="3495102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F0C7C8B2-DCC9-0AAB-E596-F9409834F589}"/>
              </a:ext>
            </a:extLst>
          </p:cNvPr>
          <p:cNvSpPr/>
          <p:nvPr/>
        </p:nvSpPr>
        <p:spPr>
          <a:xfrm>
            <a:off x="9540638" y="3694643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E78FF64-FBB6-F395-1170-25F9961D9614}"/>
              </a:ext>
            </a:extLst>
          </p:cNvPr>
          <p:cNvSpPr/>
          <p:nvPr/>
        </p:nvSpPr>
        <p:spPr>
          <a:xfrm>
            <a:off x="9627296" y="3665629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09FF3F8-2A5A-8B05-D758-DA46170833B4}"/>
              </a:ext>
            </a:extLst>
          </p:cNvPr>
          <p:cNvGrpSpPr/>
          <p:nvPr/>
        </p:nvGrpSpPr>
        <p:grpSpPr>
          <a:xfrm>
            <a:off x="9331030" y="3101246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262BAF5F-4C2A-79DB-B1C9-12FEE3B7E60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1A0DFD25-19E8-CA34-1A24-499A568A938E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96B88A6-02A8-CC21-E96C-EAD892EB4384}"/>
              </a:ext>
            </a:extLst>
          </p:cNvPr>
          <p:cNvGrpSpPr/>
          <p:nvPr/>
        </p:nvGrpSpPr>
        <p:grpSpPr>
          <a:xfrm>
            <a:off x="8465621" y="3197556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2DD5182F-3678-5A20-9743-AF59CE83284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E6960BF-B7CB-AA3F-D775-AD26F51D681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4F2F6CF-C5C9-4AF6-8C69-6ECEC95C105B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AE4F4AF-21B1-7CF8-5225-09E5FBB03C7C}"/>
              </a:ext>
            </a:extLst>
          </p:cNvPr>
          <p:cNvGrpSpPr/>
          <p:nvPr/>
        </p:nvGrpSpPr>
        <p:grpSpPr>
          <a:xfrm>
            <a:off x="9794781" y="3016708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DC1FE84C-F7CB-CD36-837B-0EB73B157DE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3BE53A0-4346-4022-1B30-6430E886C08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A85197D-2970-7F86-B11A-FCF1AA5E4AB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B7BE730-EBC0-CA02-1FD2-E0594B0E6D7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FE71DB9-BD49-3648-F93B-607D39749EA5}"/>
              </a:ext>
            </a:extLst>
          </p:cNvPr>
          <p:cNvGrpSpPr/>
          <p:nvPr/>
        </p:nvGrpSpPr>
        <p:grpSpPr>
          <a:xfrm>
            <a:off x="10048364" y="3378212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86A95F3F-7B7E-CF4B-CB0D-C47B99E79831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9AA2F4C-51DF-7CB5-1E95-0B706BB609E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21AFC22B-74B4-149A-C2F8-DCE86858C37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12FD290C-2B52-3C6C-710B-BCEB3AFBFD83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6FE3399-A046-BE7B-E0C9-276186D26FE1}"/>
              </a:ext>
            </a:extLst>
          </p:cNvPr>
          <p:cNvGrpSpPr/>
          <p:nvPr/>
        </p:nvGrpSpPr>
        <p:grpSpPr>
          <a:xfrm>
            <a:off x="9675200" y="3361513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12F34986-7EA1-B419-F523-40289F1F3868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860D7A8B-FC17-5451-9A36-CA4BF2F8211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E7FC674A-8CA2-4BA9-FCDC-79FD1F4C686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9BCE222-1F4F-92CA-F65E-E1A1D2E80529}"/>
              </a:ext>
            </a:extLst>
          </p:cNvPr>
          <p:cNvGrpSpPr/>
          <p:nvPr/>
        </p:nvGrpSpPr>
        <p:grpSpPr>
          <a:xfrm rot="8866267">
            <a:off x="8507463" y="2885191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BAEA6F0-09A2-DF6E-FB84-8BD75EEE290A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A614A9F8-A659-DA90-5583-70E3F4FBE00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8B96908A-6DF9-B552-9322-0F80A97B3E2A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61D339EF-894A-0722-8DAA-FBB591C74FF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1F44206-1B50-89D1-5CF4-4FE800FF8228}"/>
              </a:ext>
            </a:extLst>
          </p:cNvPr>
          <p:cNvGrpSpPr/>
          <p:nvPr/>
        </p:nvGrpSpPr>
        <p:grpSpPr>
          <a:xfrm rot="10800000">
            <a:off x="9353851" y="2620495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4B84210A-69C3-3785-C89E-E21411D6A96C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041A730A-4603-BEAD-EF40-6F6BCA21A0BC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E4DBE549-AF82-DA4A-8096-6C3AE7BB051D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B5DFF43F-D5C8-C0FC-C965-D16B4F80F48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03B0CE6-7405-A4AF-1387-2D018ECC048D}"/>
              </a:ext>
            </a:extLst>
          </p:cNvPr>
          <p:cNvGrpSpPr/>
          <p:nvPr/>
        </p:nvGrpSpPr>
        <p:grpSpPr>
          <a:xfrm>
            <a:off x="8826077" y="2677523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766F64FD-24CD-76C8-36B8-65D707E64DD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3C79D52-ACBF-686C-D805-C778A5C13DB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27535E83-1789-17ED-31EF-6996FA05696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7FE81BD-194A-7C72-CA40-864061CB4328}"/>
              </a:ext>
            </a:extLst>
          </p:cNvPr>
          <p:cNvGrpSpPr/>
          <p:nvPr/>
        </p:nvGrpSpPr>
        <p:grpSpPr>
          <a:xfrm>
            <a:off x="9843820" y="2860929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5AC5F94A-3AFB-0FF1-A678-9CB2CDC7C27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7DC9FA2D-17FE-DF63-46A4-B98D75CD697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0D1B634-8F04-9CB6-D106-B9D83CF3880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18B001A6-C3BF-BC59-718C-0B880B1A960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89B987D1-D042-C0BC-EE9E-8906255C07AD}"/>
              </a:ext>
            </a:extLst>
          </p:cNvPr>
          <p:cNvGrpSpPr/>
          <p:nvPr/>
        </p:nvGrpSpPr>
        <p:grpSpPr>
          <a:xfrm>
            <a:off x="10497935" y="3397720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FB807517-6806-521A-AD69-FDCF2A8B176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56E20286-25D1-46C6-DA82-D75E3E37E4E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D51BC1F0-49DF-9E57-B8C2-FE1D41A940F6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8E05CA2D-2979-F1DD-3124-2BACD39EB5E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9FED302-B2FA-4630-B82D-6B15DBEC7A5C}"/>
              </a:ext>
            </a:extLst>
          </p:cNvPr>
          <p:cNvGrpSpPr/>
          <p:nvPr/>
        </p:nvGrpSpPr>
        <p:grpSpPr>
          <a:xfrm>
            <a:off x="8962658" y="3564072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96F7BCA-BB78-8751-5739-9DEB1AE910D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D194EEE-AA9F-A295-D883-49CC83994A0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15E66193-C3DD-4F23-672C-3D6461EBDA2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4D9A5B07-D298-5541-CDCD-FA71333B793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440BAAD8-4D94-2B46-8B6C-01EA734884A7}"/>
              </a:ext>
            </a:extLst>
          </p:cNvPr>
          <p:cNvGrpSpPr/>
          <p:nvPr/>
        </p:nvGrpSpPr>
        <p:grpSpPr>
          <a:xfrm>
            <a:off x="8823422" y="3397720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DC1F62D0-DC6B-2C1A-88BE-3BD2532C701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67ED54E6-0910-0F10-687C-AF21EA786C1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EB6EBCE1-D45D-C88B-186B-E680F1A1A31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3EA41029-F337-53DF-85EE-8634C9C6C03E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8484C61-7E04-EA4F-23DB-F2F2F89FC5C2}"/>
              </a:ext>
            </a:extLst>
          </p:cNvPr>
          <p:cNvGrpSpPr/>
          <p:nvPr/>
        </p:nvGrpSpPr>
        <p:grpSpPr>
          <a:xfrm>
            <a:off x="9575081" y="3516073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D2D47BAC-EFA0-31A7-5291-FDFB6BF043B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9781A98-75D7-7962-E035-29425C44665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712F2DFF-B9F7-86E2-2575-3162327FD78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193544D-22FB-808D-C6D3-971FFFCC212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C025DA3-1147-4829-3872-73FB34CD2057}"/>
              </a:ext>
            </a:extLst>
          </p:cNvPr>
          <p:cNvGrpSpPr/>
          <p:nvPr/>
        </p:nvGrpSpPr>
        <p:grpSpPr>
          <a:xfrm>
            <a:off x="10027599" y="3385221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9B4CA333-80A2-0706-88B3-75415D09464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56188640-3DB4-6B25-1A55-D1AA3469E95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D18E2B0-5765-6D44-959B-11127BE2644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77251C3A-7C13-86B4-C387-D70C92B6671C}"/>
              </a:ext>
            </a:extLst>
          </p:cNvPr>
          <p:cNvSpPr/>
          <p:nvPr/>
        </p:nvSpPr>
        <p:spPr>
          <a:xfrm>
            <a:off x="10120381" y="3616238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012B82C6-4B6D-7095-E1FA-DC642C3FBE21}"/>
              </a:ext>
            </a:extLst>
          </p:cNvPr>
          <p:cNvSpPr/>
          <p:nvPr/>
        </p:nvSpPr>
        <p:spPr>
          <a:xfrm>
            <a:off x="10387215" y="3815779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623567B5-1151-C2DB-F00A-4EE54FF4B240}"/>
              </a:ext>
            </a:extLst>
          </p:cNvPr>
          <p:cNvSpPr/>
          <p:nvPr/>
        </p:nvSpPr>
        <p:spPr>
          <a:xfrm>
            <a:off x="10473873" y="3786765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A6445BD-1486-0B0A-41CF-F59EDCECA89B}"/>
              </a:ext>
            </a:extLst>
          </p:cNvPr>
          <p:cNvGrpSpPr/>
          <p:nvPr/>
        </p:nvGrpSpPr>
        <p:grpSpPr>
          <a:xfrm>
            <a:off x="10185818" y="3184083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95EF81B4-3B51-AE61-6182-EE01D65C8E63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2C5737D9-24BB-F9C2-648B-4FF4383D5E1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EA7DDE65-00D7-1C21-2C8A-45CBCEF220A6}"/>
              </a:ext>
            </a:extLst>
          </p:cNvPr>
          <p:cNvGrpSpPr/>
          <p:nvPr/>
        </p:nvGrpSpPr>
        <p:grpSpPr>
          <a:xfrm>
            <a:off x="9312198" y="3318692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DBADC3D3-0114-8222-84DA-04B88B6E890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F0E6E1CD-D457-7581-06A8-EBAED800A9B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9D53525-99E3-D87B-37BC-03485DD471C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0D7B0A4-5EB5-AF13-7434-21C87388F0F1}"/>
              </a:ext>
            </a:extLst>
          </p:cNvPr>
          <p:cNvGrpSpPr/>
          <p:nvPr/>
        </p:nvGrpSpPr>
        <p:grpSpPr>
          <a:xfrm>
            <a:off x="10641358" y="3137844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D3AA83B1-38AC-7F58-D88B-AA1B857A214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AED20906-A34B-5683-CCFD-41C23510402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EE6A1693-34DB-1AFB-B2B6-C8953527FB9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96AFFD53-C19B-193A-13E5-3A9DA9819EB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7CF345B1-A42C-65DD-763E-715681D8003B}"/>
              </a:ext>
            </a:extLst>
          </p:cNvPr>
          <p:cNvGrpSpPr/>
          <p:nvPr/>
        </p:nvGrpSpPr>
        <p:grpSpPr>
          <a:xfrm>
            <a:off x="8633610" y="3808731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717E7CC8-E870-A7AA-4EFB-A890C4F3565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B3DB3869-10AE-1E72-FF0F-72EA67225BC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A549D050-B349-A443-31F6-82D84D48BA1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B6D58E37-217B-BFB5-CA1D-DF48086520E8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746DC43-AAC7-A4E3-12F2-BA3B6DC49E13}"/>
              </a:ext>
            </a:extLst>
          </p:cNvPr>
          <p:cNvGrpSpPr/>
          <p:nvPr/>
        </p:nvGrpSpPr>
        <p:grpSpPr>
          <a:xfrm>
            <a:off x="10521777" y="3482649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C346D068-EEB2-E771-BEF0-749F3822209F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228D9CA1-4003-5A01-87D9-2078ED2D60D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F188A5B0-C5D8-8116-8E15-11ED371BEEC5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30B21C7-7ED7-1B34-2E3A-B8D089913347}"/>
              </a:ext>
            </a:extLst>
          </p:cNvPr>
          <p:cNvGrpSpPr/>
          <p:nvPr/>
        </p:nvGrpSpPr>
        <p:grpSpPr>
          <a:xfrm>
            <a:off x="9138917" y="3825023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8A7A24A-6412-DFE3-CA38-B38EA75B9CC2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7ED0730-CE78-912B-5F12-849A2196C93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18E2B29-5795-DE05-9D84-84290DDD8A83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49278771-7DE0-2096-8745-B9B9BC05362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FD86B581-DC75-8315-1DF8-321D340B7628}"/>
              </a:ext>
            </a:extLst>
          </p:cNvPr>
          <p:cNvGrpSpPr/>
          <p:nvPr/>
        </p:nvGrpSpPr>
        <p:grpSpPr>
          <a:xfrm>
            <a:off x="9591435" y="3694171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23CBB4AE-1C36-EF4D-2E33-616817DAF0D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B8539109-4D2C-9A23-C93B-E336FA338F9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8A5BE4D-3672-1734-4986-569AF31D141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E801392B-7C09-F5BF-7327-7DC8406B18E2}"/>
              </a:ext>
            </a:extLst>
          </p:cNvPr>
          <p:cNvSpPr/>
          <p:nvPr/>
        </p:nvSpPr>
        <p:spPr>
          <a:xfrm>
            <a:off x="9684217" y="3925188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F6FD31D6-3BF0-BA37-B36D-27DF411901DC}"/>
              </a:ext>
            </a:extLst>
          </p:cNvPr>
          <p:cNvSpPr/>
          <p:nvPr/>
        </p:nvSpPr>
        <p:spPr>
          <a:xfrm>
            <a:off x="9951051" y="4124729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FDA4EA79-F7D0-C669-2683-B85BCC1B333F}"/>
              </a:ext>
            </a:extLst>
          </p:cNvPr>
          <p:cNvSpPr/>
          <p:nvPr/>
        </p:nvSpPr>
        <p:spPr>
          <a:xfrm>
            <a:off x="10037709" y="4095715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DA0B08FC-9EB4-6B0F-1881-049A516AFB67}"/>
              </a:ext>
            </a:extLst>
          </p:cNvPr>
          <p:cNvGrpSpPr/>
          <p:nvPr/>
        </p:nvGrpSpPr>
        <p:grpSpPr>
          <a:xfrm rot="19612653">
            <a:off x="9749654" y="3493033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AD9F18ED-49F6-1426-66A5-B0062BA9761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7BADC57-987E-CE55-A692-4AB4708CA83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B8180E9C-0937-CAFA-1771-E591EC3E6B41}"/>
              </a:ext>
            </a:extLst>
          </p:cNvPr>
          <p:cNvGrpSpPr/>
          <p:nvPr/>
        </p:nvGrpSpPr>
        <p:grpSpPr>
          <a:xfrm>
            <a:off x="8876034" y="3627642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1395F265-EEF2-3768-8F08-E2CC902E736C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D6B534A0-36E8-D1D1-DBC9-F971FE1E55D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65427A2D-75BF-3CBE-0DAB-2E72C83DDAB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7CF80FC1-82D7-47C7-A329-723AB813A8F7}"/>
              </a:ext>
            </a:extLst>
          </p:cNvPr>
          <p:cNvGrpSpPr/>
          <p:nvPr/>
        </p:nvGrpSpPr>
        <p:grpSpPr>
          <a:xfrm>
            <a:off x="10205194" y="3446794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3468B5D4-EC66-BA42-6227-921C852AB2BA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2051B3A7-0AE1-1912-E851-B543327BDB0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69CB985C-0B28-3605-E509-6ED5EC6A28E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522E2000-D526-08F8-998D-CDA0972B4D38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CE468225-7A14-6B55-DA43-D6BBDBC0D845}"/>
              </a:ext>
            </a:extLst>
          </p:cNvPr>
          <p:cNvGrpSpPr/>
          <p:nvPr/>
        </p:nvGrpSpPr>
        <p:grpSpPr>
          <a:xfrm>
            <a:off x="10458777" y="3808298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9CA7558C-4570-5104-153E-FE9636617D9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DD8954A7-9A26-335E-AE3E-57EF14A92081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20E5561E-D78F-61FF-6A11-FDDC070B185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FAC202D8-C08C-4E2B-4706-A774D3F31E10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E5A6F865-0393-7BC7-9AA5-60860F1E696E}"/>
              </a:ext>
            </a:extLst>
          </p:cNvPr>
          <p:cNvGrpSpPr/>
          <p:nvPr/>
        </p:nvGrpSpPr>
        <p:grpSpPr>
          <a:xfrm rot="9713598">
            <a:off x="10009861" y="3876017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A7EF84A-E7D7-EA73-8FC3-3A510F75A23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B6E32BA3-A3E0-D4D2-55A4-0C2EC70715F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0C10DD3E-0ADA-C943-48C0-B297146FDA2C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F11A95D3-A34C-DC05-F1BA-7FE446E2F6E3}"/>
              </a:ext>
            </a:extLst>
          </p:cNvPr>
          <p:cNvGrpSpPr/>
          <p:nvPr/>
        </p:nvGrpSpPr>
        <p:grpSpPr>
          <a:xfrm>
            <a:off x="8829300" y="3347685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FC0B02FF-D1FE-6318-F5D3-42D8FEE4D7B4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6083B2B-F584-522D-669C-2F568667D2BB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6C4C9C9C-8687-DEBF-0179-E1CC9D8D2D8F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5FBC5B81-0629-C2F8-2F6D-C5DA77562E8B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58BF42E9-0945-2591-546E-740DDE2466EF}"/>
              </a:ext>
            </a:extLst>
          </p:cNvPr>
          <p:cNvGrpSpPr/>
          <p:nvPr/>
        </p:nvGrpSpPr>
        <p:grpSpPr>
          <a:xfrm>
            <a:off x="10364034" y="2906681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6C91D3A0-8420-1922-D80A-422F2D2A72D1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FB5D052C-E594-B795-659C-F5D87A13E80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2882A206-DBF2-7C1D-08D7-E7CC8286423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09736843-EBA0-FE43-871E-388C39C7B4E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CA8AAB11-0D3A-2A25-5D0E-7968D4DF4F60}"/>
              </a:ext>
            </a:extLst>
          </p:cNvPr>
          <p:cNvGrpSpPr/>
          <p:nvPr/>
        </p:nvGrpSpPr>
        <p:grpSpPr>
          <a:xfrm>
            <a:off x="9051702" y="3045130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06E074CA-6E17-F821-6B3E-0CB66FE19D1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4263A349-9AC0-EA59-E9EB-A4213DF50B5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7451E9BB-BA73-3595-9613-018DE736E35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5B81533D-FEE0-80AD-DF32-DD9F78210D50}"/>
              </a:ext>
            </a:extLst>
          </p:cNvPr>
          <p:cNvGrpSpPr/>
          <p:nvPr/>
        </p:nvGrpSpPr>
        <p:grpSpPr>
          <a:xfrm>
            <a:off x="10254233" y="3291015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8E182D78-956F-9BD2-6CD0-5AD4DE8E9F1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379C2BB2-610E-F637-39CF-EA63D16B737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2D66FEEF-0576-5350-0DF2-3286E2A88B6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41B3F4CF-D63C-5375-70D2-8B7BBD351D3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6401B98B-EE2C-A2E7-FA40-1D89FB059FC5}"/>
              </a:ext>
            </a:extLst>
          </p:cNvPr>
          <p:cNvGrpSpPr/>
          <p:nvPr/>
        </p:nvGrpSpPr>
        <p:grpSpPr>
          <a:xfrm>
            <a:off x="10750052" y="3782590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8C0F4ED0-2A6C-C964-5F64-5E32E90671E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9C6938D-9B04-9086-68D8-B76B618DF55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E991A39A-3048-9740-E910-1485FD1D78F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2C295CAF-E4E9-9131-6360-57EB7549580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7E78551B-3D04-E53F-D31F-07788F03548F}"/>
              </a:ext>
            </a:extLst>
          </p:cNvPr>
          <p:cNvGrpSpPr/>
          <p:nvPr/>
        </p:nvGrpSpPr>
        <p:grpSpPr>
          <a:xfrm>
            <a:off x="9373071" y="3994158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2CCE83A9-D776-7AD6-18B1-7474539E937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26CF4EEC-B00F-B64D-59F9-7C6F060ED59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BCF3C2F5-A985-01D2-E618-70D1A5D18CF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74BC4BBE-45D6-803B-9564-3CB15539A3A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AE0D98F0-84D5-A719-0C1C-DAE9B6310938}"/>
              </a:ext>
            </a:extLst>
          </p:cNvPr>
          <p:cNvGrpSpPr/>
          <p:nvPr/>
        </p:nvGrpSpPr>
        <p:grpSpPr>
          <a:xfrm>
            <a:off x="9233835" y="3827806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4ACB1CB8-7F25-8335-32A8-277B1A56697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14754860-8B0F-100F-01A0-7B98353175A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74421F8F-BC79-F1C9-D991-E7A0C59B1B4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890D51FD-5EF1-2CA5-F4C0-14F8656BCD8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442ABAA5-65F1-20AF-BBB9-A5B3DFAD3738}"/>
                  </a:ext>
                </a:extLst>
              </p:cNvPr>
              <p:cNvSpPr txBox="1"/>
              <p:nvPr/>
            </p:nvSpPr>
            <p:spPr>
              <a:xfrm>
                <a:off x="1368871" y="2043540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442ABAA5-65F1-20AF-BBB9-A5B3DFAD3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43540"/>
                <a:ext cx="48763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455FEF0E-1B0F-78EB-A8D6-1A58EE7AD679}"/>
                  </a:ext>
                </a:extLst>
              </p:cNvPr>
              <p:cNvSpPr txBox="1"/>
              <p:nvPr/>
            </p:nvSpPr>
            <p:spPr>
              <a:xfrm>
                <a:off x="2802169" y="2043540"/>
                <a:ext cx="144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455FEF0E-1B0F-78EB-A8D6-1A58EE7A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169" y="2043540"/>
                <a:ext cx="14409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8659C793-FC9F-FF4E-6308-BFFFCCC3866A}"/>
                  </a:ext>
                </a:extLst>
              </p:cNvPr>
              <p:cNvSpPr txBox="1"/>
              <p:nvPr/>
            </p:nvSpPr>
            <p:spPr>
              <a:xfrm>
                <a:off x="9581586" y="2032415"/>
                <a:ext cx="481414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8659C793-FC9F-FF4E-6308-BFFFCCC3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586" y="2032415"/>
                <a:ext cx="481414" cy="391582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F82AE964-906B-00DF-99B1-8A808BA24947}"/>
              </a:ext>
            </a:extLst>
          </p:cNvPr>
          <p:cNvCxnSpPr/>
          <p:nvPr/>
        </p:nvCxnSpPr>
        <p:spPr>
          <a:xfrm>
            <a:off x="2232471" y="3249652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17C7D5F9-2A89-3598-4F09-53903BBA22BA}"/>
              </a:ext>
            </a:extLst>
          </p:cNvPr>
          <p:cNvCxnSpPr>
            <a:cxnSpLocks/>
          </p:cNvCxnSpPr>
          <p:nvPr/>
        </p:nvCxnSpPr>
        <p:spPr>
          <a:xfrm>
            <a:off x="6384584" y="3231338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5198DA7-C7FB-FABF-5CCA-CD42495837C5}"/>
              </a:ext>
            </a:extLst>
          </p:cNvPr>
          <p:cNvCxnSpPr>
            <a:cxnSpLocks/>
          </p:cNvCxnSpPr>
          <p:nvPr/>
        </p:nvCxnSpPr>
        <p:spPr>
          <a:xfrm>
            <a:off x="7768884" y="3231338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CCEFADD4-A4CC-2C5D-96EE-9D36C7FB34A5}"/>
                  </a:ext>
                </a:extLst>
              </p:cNvPr>
              <p:cNvSpPr txBox="1"/>
              <p:nvPr/>
            </p:nvSpPr>
            <p:spPr>
              <a:xfrm>
                <a:off x="7171318" y="3046672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CCEFADD4-A4CC-2C5D-96EE-9D36C7FB3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046672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" name="TextBox 409">
            <a:extLst>
              <a:ext uri="{FF2B5EF4-FFF2-40B4-BE49-F238E27FC236}">
                <a16:creationId xmlns:a16="http://schemas.microsoft.com/office/drawing/2014/main" id="{E7A6CCCA-F33E-4C7E-FC40-8E50254BE6F1}"/>
              </a:ext>
            </a:extLst>
          </p:cNvPr>
          <p:cNvSpPr txBox="1"/>
          <p:nvPr/>
        </p:nvSpPr>
        <p:spPr>
          <a:xfrm>
            <a:off x="2180644" y="3336089"/>
            <a:ext cx="71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1 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BBEEBE6D-9DD3-7AEB-FB03-13B827A318A3}"/>
                  </a:ext>
                </a:extLst>
              </p:cNvPr>
              <p:cNvSpPr txBox="1"/>
              <p:nvPr/>
            </p:nvSpPr>
            <p:spPr>
              <a:xfrm>
                <a:off x="6999322" y="3336089"/>
                <a:ext cx="746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</p:txBody>
          </p:sp>
        </mc:Choice>
        <mc:Fallback xmlns=""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BBEEBE6D-9DD3-7AEB-FB03-13B827A31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322" y="3336089"/>
                <a:ext cx="746166" cy="369332"/>
              </a:xfrm>
              <a:prstGeom prst="rect">
                <a:avLst/>
              </a:prstGeom>
              <a:blipFill>
                <a:blip r:embed="rId6"/>
                <a:stretch>
                  <a:fillRect t="-6557" r="-650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2B355E7F-B20B-694F-04A3-480318AB5CC4}"/>
              </a:ext>
            </a:extLst>
          </p:cNvPr>
          <p:cNvGrpSpPr/>
          <p:nvPr/>
        </p:nvGrpSpPr>
        <p:grpSpPr>
          <a:xfrm>
            <a:off x="5451250" y="2953777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7E39251D-E6EC-2D7F-D816-962A5280AC7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59D0A817-E8AF-0CA2-B917-527966EAD03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AE02D194-B5DB-F13E-3143-660696B33C63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52A820C3-C55B-CA73-909B-4C2D44921D6E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94016C6-9038-4501-F23F-3CBD69AAE9AC}"/>
              </a:ext>
            </a:extLst>
          </p:cNvPr>
          <p:cNvGrpSpPr/>
          <p:nvPr/>
        </p:nvGrpSpPr>
        <p:grpSpPr>
          <a:xfrm>
            <a:off x="4876592" y="3232302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680C65C8-0610-6DF9-C6F8-28893EE9060D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C47984A9-0B60-77E1-D184-B38D5BAF820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DFACBB49-9D85-9268-F6EE-1D1916E5F4D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575A6696-7278-A49C-9D94-45A9A4D8CC7B}"/>
              </a:ext>
            </a:extLst>
          </p:cNvPr>
          <p:cNvGrpSpPr/>
          <p:nvPr/>
        </p:nvGrpSpPr>
        <p:grpSpPr>
          <a:xfrm>
            <a:off x="5341449" y="3338111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513AEB51-A50C-C8DA-35DB-89B1F898241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49C57CC2-8721-BA52-2444-BA9D0E87C71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A37C6FED-D75F-3F49-7872-A6D719F56C8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18DE2FA8-2A41-CAB4-7560-A3477591F37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5394CBB-59E5-A608-8D8E-66E58459146E}"/>
              </a:ext>
            </a:extLst>
          </p:cNvPr>
          <p:cNvGrpSpPr/>
          <p:nvPr/>
        </p:nvGrpSpPr>
        <p:grpSpPr>
          <a:xfrm>
            <a:off x="4949365" y="2845797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A717D12B-5335-9C2E-C590-2246599C087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A66CF5C6-65D2-44F8-A0D4-D42F443A3AB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5DE32F5E-089F-3C51-8462-F08F5DCAA5C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A2D8A04D-26C5-161D-CB17-85CD1D1BD2F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698E671C-5C81-ABE9-1CF6-80AAC58EB81B}"/>
                  </a:ext>
                </a:extLst>
              </p:cNvPr>
              <p:cNvSpPr txBox="1"/>
              <p:nvPr/>
            </p:nvSpPr>
            <p:spPr>
              <a:xfrm>
                <a:off x="4810926" y="2043540"/>
                <a:ext cx="144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698E671C-5C81-ABE9-1CF6-80AAC58EB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26" y="2043540"/>
                <a:ext cx="144090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B67CF550-994F-4780-BAD1-AE5036E2627A}"/>
              </a:ext>
            </a:extLst>
          </p:cNvPr>
          <p:cNvCxnSpPr/>
          <p:nvPr/>
        </p:nvCxnSpPr>
        <p:spPr>
          <a:xfrm>
            <a:off x="4123760" y="3249652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D82C1D35-9235-D34A-C8F0-6B2D2B6ED110}"/>
              </a:ext>
            </a:extLst>
          </p:cNvPr>
          <p:cNvSpPr txBox="1"/>
          <p:nvPr/>
        </p:nvSpPr>
        <p:spPr>
          <a:xfrm>
            <a:off x="4071933" y="3336089"/>
            <a:ext cx="71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2 gen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E370382-CE82-F119-DD06-7E18D17A6406}"/>
              </a:ext>
            </a:extLst>
          </p:cNvPr>
          <p:cNvGrpSpPr/>
          <p:nvPr/>
        </p:nvGrpSpPr>
        <p:grpSpPr>
          <a:xfrm>
            <a:off x="5294628" y="2592414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48DDCFB6-1DE5-DA6D-38BD-6193672BBB0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C1D89F9A-18B8-44EA-42B7-8AF199FFB0C8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A197768C-1371-DF58-0853-3E6FC553FD64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C43ECF21-222E-B733-1BF2-80BB175EE667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1DC10F9D-7668-5069-A5EE-B11B33381D3A}"/>
              </a:ext>
            </a:extLst>
          </p:cNvPr>
          <p:cNvGrpSpPr/>
          <p:nvPr/>
        </p:nvGrpSpPr>
        <p:grpSpPr>
          <a:xfrm>
            <a:off x="4985289" y="3627572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685CE2FA-905F-E1E9-1E68-91263C7DA98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10DC8B95-0849-1C1D-D822-32B59959344F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6D62C53C-92BA-9779-D67E-BC8FD3BF5BF7}"/>
              </a:ext>
            </a:extLst>
          </p:cNvPr>
          <p:cNvGrpSpPr/>
          <p:nvPr/>
        </p:nvGrpSpPr>
        <p:grpSpPr>
          <a:xfrm>
            <a:off x="5571892" y="3724954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F713508-196E-7600-4B2E-3E67A47D2173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939BA559-A360-AABC-FFED-81886D9BF34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1B56A86C-EF2C-3989-FC6D-C10D434F6A19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A5479F89-F81B-9EA9-CA4C-A61B900B8BB5}"/>
              </a:ext>
            </a:extLst>
          </p:cNvPr>
          <p:cNvGrpSpPr/>
          <p:nvPr/>
        </p:nvGrpSpPr>
        <p:grpSpPr>
          <a:xfrm>
            <a:off x="5829287" y="3264371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A098991C-0F46-7FF2-1DF4-0D152F31A0D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1C43E902-3F09-DFDF-1B0E-6A7F349F272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65B83862-65AF-F96A-2D0D-A539384B474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AAE12BDC-B1FE-4EB8-60EC-0A6509ED621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D75E72-5606-758F-B5EB-5B414B6DDAAF}"/>
                  </a:ext>
                </a:extLst>
              </p:cNvPr>
              <p:cNvSpPr txBox="1"/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</a:t>
                </a:r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¿Cuantas generaciones (</a:t>
                </a:r>
                <a14:m>
                  <m:oMath xmlns:m="http://schemas.openxmlformats.org/officeDocument/2006/math">
                    <m:r>
                      <a:rPr lang="es-ES" sz="280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sz="2800" noProof="0" dirty="0"/>
                  <a:t>) son necesarias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D75E72-5606-758F-B5EB-5B414B6DD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blipFill>
                <a:blip r:embed="rId8"/>
                <a:stretch>
                  <a:fillRect t="-864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074643-4F1A-6B75-3F3A-DAC3D3F1E514}"/>
              </a:ext>
            </a:extLst>
          </p:cNvPr>
          <p:cNvSpPr txBox="1"/>
          <p:nvPr/>
        </p:nvSpPr>
        <p:spPr>
          <a:xfrm>
            <a:off x="1196551" y="167420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10A73-46EE-B0E0-3E7E-0FFACD0D9DD2}"/>
              </a:ext>
            </a:extLst>
          </p:cNvPr>
          <p:cNvSpPr txBox="1"/>
          <p:nvPr/>
        </p:nvSpPr>
        <p:spPr>
          <a:xfrm>
            <a:off x="9473289" y="1674208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908276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54" grpId="0" animBg="1"/>
      <p:bldP spid="158" grpId="0" animBg="1"/>
      <p:bldP spid="232" grpId="0" animBg="1"/>
      <p:bldP spid="233" grpId="0" animBg="1"/>
      <p:bldP spid="234" grpId="0" animBg="1"/>
      <p:bldP spid="299" grpId="0" animBg="1"/>
      <p:bldP spid="300" grpId="0" animBg="1"/>
      <p:bldP spid="301" grpId="0" animBg="1"/>
      <p:bldP spid="337" grpId="0" animBg="1"/>
      <p:bldP spid="338" grpId="0" animBg="1"/>
      <p:bldP spid="339" grpId="0" animBg="1"/>
      <p:bldP spid="396" grpId="0"/>
      <p:bldP spid="397" grpId="0"/>
      <p:bldP spid="407" grpId="0"/>
      <p:bldP spid="410" grpId="0"/>
      <p:bldP spid="411" grpId="0"/>
      <p:bldP spid="431" grpId="0"/>
      <p:bldP spid="433" grpId="0"/>
      <p:bldP spid="2" grpId="0"/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B5DC-8C3C-D30E-6410-B76BDDE0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B011B0-23B1-7189-F9FF-AC22492A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C5F0F-A597-C43A-4AFB-BF30A6AAFBA6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Escribir un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que</a:t>
                </a:r>
                <a:r>
                  <a:rPr lang="es-ES" noProof="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en cada generación se duplica el número de células: calcule el número de generaciones necesarias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6C5F0F-A597-C43A-4AFB-BF30A6AAF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B1178B8-327C-89BC-E359-DFA7199715F4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94AA1B-74BC-AB17-EF14-B78C0EDC3FC3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27C090B-6BFB-087B-0BD4-139CAA0DCC8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35E446-037E-B272-4A86-8C0BC4126C0A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FC3CB0-C69E-DC12-DD7C-25F2A268A868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65564E-2FA5-7644-960B-C22B219A0AFD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CFCB36-12BD-0FF5-B423-9AD466672C3F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71A0E9-7E6C-6574-7D4A-464973CE3D1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B70EFE-50FA-A1CE-EC5C-50309CFBC17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25B1C3-13F6-6AF0-829B-F88BBA90C31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5BA2F8-1D20-167C-94C3-6CE3EAF0292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B0F9B7-524F-8B05-2B0E-FDADAF91E528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CB3266A-D0BD-7164-C332-BFBF8102475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8B0CC16-531D-62B2-7382-560AC856890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A3DA04-E1FE-1DEE-D277-3EC9F267D00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DF9CB7B-B52C-2DAF-548E-8610010E78F8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F7967F-3FAA-F3BC-29C2-C10CB3C0D93C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0581D3-8F07-4173-B420-981A70FD2267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49C741-E070-13C5-A888-05F46849908D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198A12-CFDC-6D35-B2A1-7B0B9B56197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2941A6-B048-3A88-D3E8-AF9CD30C5AC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FBDA8B-56DD-F26F-0145-45D607F135F6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2EB212C-29B5-4E43-371A-98F482A510D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C32ED7-22B4-2E4B-F273-CDB799B2025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CCAE61A-F354-C163-33B6-4D042A3AFDDD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CE29E9-5F81-880C-986F-B1859B5D9C8E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EAF4B86-9842-B3AF-C2B9-BB93A253A69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9F7D169-4DC7-7FDD-18FC-12CA61863C9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C4F08BD-4C9F-49A5-04C1-B7209E92604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6DE678-C44C-16AD-B67A-52FDE0C028F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6292BD-CDA1-2169-D10C-D2821B46F96F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C0AD13F-EE2A-23D2-49A0-D4944F32792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C0B3DA-D3E4-B06F-3B90-4334FA71CDC9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B1F9113-6EA2-3A81-9AFB-9FBE10D664DC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6CA504A-54EC-E7C7-35A6-BA9AB30C2B0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04A992-A20A-BE46-3BB7-882CA490618E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78B2B8-91DA-EA8B-AF80-CAE67C0EBD3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BDE468B-3566-1131-AD92-2B4990375702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4D3A5FB-006C-B438-76DD-ACE60D894C2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A11063-AD7F-9D93-37C7-6463BABAD4A9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068F9AC-4A66-EC65-6DF4-CA8B1586E1C9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6575FF-3DF8-319D-427C-FC97E47C520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0AF4E35-D6D1-7FA5-12C3-D8A8784F613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5DB7B82-73EC-F258-C11E-26A90ABEE42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2E2BF0-CA81-1509-9C42-EDBC34EC1342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0B6D706-56E5-E37B-1064-D70433725D52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FF01495-AD4D-47F1-4950-3601B413BC7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818A41E-6088-18D4-EEA9-DA60164A2B9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C6E0593-A122-39C5-1173-F1750B54033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4C7DF4-5964-7F4D-4BFA-78718222562C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8D83850-5AA2-B42B-2F58-BF3504A0F4F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1D6321-EA9E-07B0-CC13-F134902A694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53C04D5-44E2-1E60-DDF5-E1CF2505149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C06CAB82-7BBF-BEA7-2169-706308404A3E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54775C-43AC-85ED-2D85-E8DD258A9A62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5A45AC8-093D-0F5A-FA7A-6163B5CA2EE6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D5401C-F0DB-B561-503B-D2C5A273CFB8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49C9BAA-E8F7-3801-E757-9F7951AA3CE0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5548C5C-B399-536A-8DC2-BE793C71C9E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4F2F56-941A-A92A-07A4-FDCA9C9D46FD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E9A1572-160E-E2EF-5390-4975342B13BC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9163F9B-5B94-7840-A7F5-69DC77EE749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DC8934C-5D1F-A2B0-FAC8-557ADA523AE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7D434B2-8A74-8E81-146C-C4A7A3C4EEDD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B37D00D-9952-7AAF-C64A-23E71B093EC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43228DF-FA30-1788-CFF4-8BEF6E04F19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4C08EE6-3503-8374-D7F8-CC43F276C69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BF64342-D6CC-8410-2930-90B05CADA3F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23C95B3-F837-3D3A-A348-6F4AA5DFC871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0A95C1F-D4ED-6D5E-C5B2-D6D745D383A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0D26469-6F5D-CD16-697F-A8A0C8E8A62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FFE17E8-1C4D-8DF9-D6ED-5BAD3A4E80F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D93D7D8-5BD2-EAF8-3BDA-C112C98ECFD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6173DA-0C3A-94BA-642C-8D400D3A05AF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8740597-A006-D863-4229-CCAD00C16B42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E387B7D-5729-CA1D-7910-00297A2176EB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49C8945-157D-F354-E643-E4C03B0D9523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98E55DD-F9DC-0FCA-FC6C-029A11EB18E3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A18DAF2-832F-4D78-DBD4-F835D2FB84F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2172F7F-5CC4-5E3D-4FFD-2964C89F180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018CA75-0E1E-0216-11B8-4FC068471709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1F7B8A1-FD31-0A41-75ED-05F6BB8694D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C3DA38F-0EF0-40AB-CC82-74674751F7E8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88AAD1A-A7AA-35EE-C4A7-7BA3539B8A2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D1E7A92-3316-ECB6-F501-45F35EA991F9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A2CC1CE-416F-B670-D68E-B9EC769F0E64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AB23BFED-413D-FC64-82A3-F4FF8E52B4BA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EB6CBE2-D389-8DFC-4D37-D4F8AB3F331F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B73BABA-A1C4-DC99-6DCB-680F168CE7A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988A2DB-DC25-4DAF-78C4-C05BFC605CD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6F32555-84AA-EA80-360B-C943412274C7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947E134-8124-6BE3-C7FD-A1A68480297F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855BC24-72F7-EA97-5FC7-9401ED5B21A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EC56474-8369-03EF-E90D-6A68C9C885E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1543700-652E-CC24-B005-7D94B545D3C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242038F-09DD-820E-C879-DF9C352B3C5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986075F-97EA-2D55-347C-AA6A9667839D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82BAD124-4C7B-1EF7-2FCE-EFEF085EE02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F508873-89AF-69E9-277F-C25E7B11424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AC5F7A8-8270-75E6-9CFD-ECD17CFA06A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8D47627-01A9-4481-DFF5-4F22EF0E113B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4198609-2340-8AEC-944C-35DCE4B738D2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D1F62340-D211-799D-103B-93F4507E74F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BE70-932C-C397-95D6-9DC90D8CB2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E7EB309-7BC0-AFB3-50BD-0B317FC8851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8101D47-BCD0-65F0-2C76-CAA530C7DA9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5690403-8B07-1760-2C6D-A85DDB338F24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1F8669A-3018-072F-B868-C089E3EA0FC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79931AE-BEC1-305C-1506-A1368334613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1D1F241-13DB-8A37-AF47-AECD0B73BAE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8C5D153-8CF7-2CCA-26AE-D12F9EAC49A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07AFDC8-FC02-2AB1-B253-1CA84CD266DE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929599E-8024-9D33-106A-66B0296A11AD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FEF4B9F-482F-5614-A635-1A380907522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223586A-9EE3-528E-1979-616F7C36277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7063745-C291-AE98-22A0-8ADFBE4A57B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EEF37B-6FFD-2FCC-D132-CA34CCED55B4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40C2DCB-6180-EA9D-6701-277753083CD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2F2960E-F6C3-3205-C4A3-C90886E6BC4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E241239-409E-94F8-1945-1B68B4FE4D8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2D1B6954-DE43-41E1-D986-5829D29492EC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016A8C72-3A2B-8345-4A7F-26D44503ADB3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560A206-061B-4118-E270-7C991BF3F2A4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794C060-BD58-F0B3-FEA1-BEDA7F3C0A3B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F96532C-3A55-01EB-C462-2D1663412559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DFBD6988-2811-EBCA-3884-2A9D8DB82FAB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F3DAB08-09DD-29AF-4A33-E22F9B15E10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7114C6FA-029E-A49B-D60D-4D55440443E6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34E1597-4352-68FE-6755-EEED9249371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2AD849B-A306-A6D3-61FA-5ACDB146B2CA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F166E67-929A-64DD-D48F-F4CEE0E2571F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C41EA24-1123-310C-9A2F-91309FA791D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6DCE02B-3790-76C8-CB7C-D84F0D1197D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3E012B63-E9CC-702A-82BD-FA7519BB6A1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060302B-BA9D-F857-18D4-C4BAEA1E5D2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91B6510-7C08-6E9A-2937-C0D3B4AFE60E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6BCF625-37C5-B141-4214-685F24B93C1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65BDBC8-7D7A-1160-7F17-7D41DC3D17B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D7131416-2571-FEED-6234-BE8B5AD28B1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22F7FBC-A59B-93EE-F0B7-6AF7BD6B1E2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F094981-234D-37EC-8B0E-A7BD9EEEE3EA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BC066370-725B-20D5-4BC7-C1D465289157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274486E-F619-B6E4-E90D-7B13ADAAA1AC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47B2345-73E2-653F-BE66-DCFE53732507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594CE67-CFD0-C4D8-E9EC-29D167ED9B01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DCF12732-5FDF-9142-AB8C-299663E51EF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B86D2A9-9C72-AC28-7A19-D40C96C7184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66DF5B9-658E-9CF1-C85C-C0638E74127D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2F5261F-5C68-784B-7543-0BB6F9D0323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AAAB9FE-EDE9-69D8-98AC-8597D6967FCB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D174642-5FF0-50B6-0D11-67BE6695F33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1AA2EB5-DBE7-C1ED-41EB-F0E3E058208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0B5252-6FFB-0858-DF70-93905AFD93D5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1C01D60C-3D26-B853-9AEA-B56F59561CFD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4E91A68-2B8A-381A-E236-E6E3272510E3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1421390-4499-9A5D-4792-C2BA381B913D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B541BEF-2524-23CE-D82E-6F08E9822CE9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829FA23-AB77-4639-7420-042245DEFC59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A5C7C13-7AFA-F2DF-5D34-08FC98FD4319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DB0E781-1E2A-2703-6795-1F56AF932FCE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247132A-4E75-DB6A-7C2F-54F1E077F465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03775A4-6737-AB93-20B0-7AEACCD08E77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3455AB8-40D3-D8D5-96E8-19708CC529B1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8B4306D-6DD9-CADD-69CA-39008EDEC75B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175276B-2D84-476A-4121-9A69CF033482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EDA614E3-5A60-8B9A-F281-FAF86B391C3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A8BA45F-522E-6C5A-E5A1-93872248719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F42A57BE-7CAE-06DA-35CA-9372F96D1CD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73FF14-6145-C151-6CC5-849A82752145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F41B277-0724-4D22-9784-762BDD38E603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F15CD46-2F15-A23A-4188-BAFFCE86925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1C9BE14-F0ED-9229-6852-B4DAD87F1A2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F96BB3D4-3E7A-ED30-DA00-C6455982BB1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B7D495C-0823-9733-1B65-7E99EA8D0560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03398BC0-8A98-6A72-9758-33D907198E56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E55FC10-B329-49FD-3E3C-1575E5BF9F9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201EF1E-355C-FB9F-9181-D985234C896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45B9AA-7E01-7AE7-AC12-75065E7A2CDC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1891410-CE05-177A-B347-922A672F7047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CF6F87D-0EE4-0572-7F4D-3F3AA8203813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7D9951EB-3FEC-A607-BBA4-A8E3E8335FA4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E2BFD3A0-B85E-E421-EFE6-E52EA8F59B4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711CAC5-342A-78E6-DE3E-7E37F0AE8611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3B7AC5BF-F56D-8AFD-74C5-64999CF5FAD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C98C4D9C-9438-42BB-64AB-F7306E7823AD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7857A30-47CA-CAE2-2A22-BDBE14F16D2C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82A50A7-0D57-258D-31AE-5D095A0DB1F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A40E97C-C79A-C700-50AC-140D9BC5BA73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A4484D9-A706-FEFE-D686-88E0BF39FFF6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A3ED853D-A927-9065-9C51-81FAD85A560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621BDEF2-CC09-E6AA-206F-08E5E982927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93219CB-104A-4E98-EEA1-8E03E90A8856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4A10837-F30F-7A4B-1E45-38C414CC5C15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A1536F84-7845-5F5C-E021-67D557BD223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D98D969B-7DCC-99B0-D61A-4362812C418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63BDCB4C-594A-C620-7B9F-A2AE58D7B3C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1FBC244-958C-F9D2-CD91-27549DE05B6D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A1C53D2-AB4E-3281-354A-669E223A947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20CAEF5-886F-5FDB-C4B6-BB670B7E977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D6E74D3F-6E89-1F70-543E-01E7F71A124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274D99C-171A-773F-6D27-14A497FC084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505F1DD-73C4-C381-9D77-A037AB2089E4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3B63DF31-191D-C442-1092-E66D31E75ED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5D663FD-E035-A470-696F-CFB48485E16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6706AE0-2A88-BCE1-9630-9B1B7745E4E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C293745-0A1A-0654-BEBB-BB4039FB5DE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21DA46C-31BE-F10B-2005-127D84EE0270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1857388-8575-3B38-E29D-8A54E2B937C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783506A-1CC6-6F2C-3396-AF88BBF0617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40D6899-B7DA-53D3-FFE8-6E309260444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314846D7-3AB3-D3E6-023F-5CAB0338637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AB97554C-50D5-F4B9-E12D-1ACB64F452EA}"/>
              </a:ext>
            </a:extLst>
          </p:cNvPr>
          <p:cNvSpPr txBox="1"/>
          <p:nvPr/>
        </p:nvSpPr>
        <p:spPr>
          <a:xfrm>
            <a:off x="2644478" y="4399073"/>
            <a:ext cx="69030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s-ES" u="sng" noProof="0" dirty="0"/>
              <a:t>RECOMENDACIONES</a:t>
            </a:r>
          </a:p>
          <a:p>
            <a:pPr lvl="0" algn="ctr"/>
            <a:endParaRPr lang="es-ES" u="sng" noProof="0" dirty="0"/>
          </a:p>
          <a:p>
            <a:pPr lvl="0"/>
            <a:r>
              <a:rPr lang="es-ES" noProof="0" dirty="0"/>
              <a:t>1</a:t>
            </a:r>
            <a:r>
              <a:rPr lang="es-ES" baseline="30000" noProof="0" dirty="0"/>
              <a:t>ero</a:t>
            </a:r>
            <a:r>
              <a:rPr lang="es-ES" noProof="0" dirty="0"/>
              <a:t>)	</a:t>
            </a:r>
            <a:r>
              <a:rPr lang="es-ES" b="1" noProof="0" dirty="0"/>
              <a:t>Extrapolar el cálculo de </a:t>
            </a:r>
            <a:r>
              <a:rPr lang="es-ES" b="1" noProof="0" dirty="0" err="1"/>
              <a:t>raices</a:t>
            </a:r>
            <a:r>
              <a:rPr lang="es-ES" b="1" noProof="0" dirty="0"/>
              <a:t> a este ejemplo biológico</a:t>
            </a:r>
            <a:r>
              <a:rPr lang="es-ES" noProof="0" dirty="0"/>
              <a:t>.</a:t>
            </a:r>
          </a:p>
          <a:p>
            <a:r>
              <a:rPr lang="es-ES" noProof="0" dirty="0"/>
              <a:t>2</a:t>
            </a:r>
            <a:r>
              <a:rPr lang="es-ES" baseline="30000" noProof="0" dirty="0"/>
              <a:t>do</a:t>
            </a:r>
            <a:r>
              <a:rPr lang="es-ES" noProof="0" dirty="0"/>
              <a:t>) 	</a:t>
            </a:r>
            <a:r>
              <a:rPr lang="es-ES" b="1" noProof="0" dirty="0"/>
              <a:t>Pensar cual es la función de decremento (F)</a:t>
            </a:r>
            <a:r>
              <a:rPr lang="es-E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771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ECD9-4DF2-7CF4-EC94-EA0D03A5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82F7AB-77EF-A8CD-4FAD-BC583260F7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Enumeración exhaustiva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ES" noProof="0" dirty="0"/>
                  <a:t>  no logra encontrar raíces imperfectas</a:t>
                </a:r>
                <a:endParaRPr lang="es-ES" i="1" baseline="30000" noProof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82F7AB-77EF-A8CD-4FAD-BC583260F7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12442" b="-2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DD8C62F-2879-5584-95E8-82BAFD3EC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6" y="1936547"/>
            <a:ext cx="5572358" cy="4546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C9CA5-E185-1067-A613-2876273DB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489" y="2424777"/>
            <a:ext cx="3000794" cy="704948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6951D1-B96F-ABD5-58AD-C90F1AF502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9"/>
          <a:stretch>
            <a:fillRect/>
          </a:stretch>
        </p:blipFill>
        <p:spPr>
          <a:xfrm>
            <a:off x="6385488" y="3716479"/>
            <a:ext cx="3000795" cy="724001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B58577-4690-7831-B3C1-3C98AD3517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01"/>
          <a:stretch>
            <a:fillRect/>
          </a:stretch>
        </p:blipFill>
        <p:spPr>
          <a:xfrm>
            <a:off x="6385488" y="5105048"/>
            <a:ext cx="2982245" cy="714475"/>
          </a:xfrm>
          <a:prstGeom prst="rect">
            <a:avLst/>
          </a:prstGeom>
          <a:ln w="76200">
            <a:solidFill>
              <a:srgbClr val="719E3C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A6E7F9-7780-98AF-D265-5AF3E8C7772B}"/>
                  </a:ext>
                </a:extLst>
              </p:cNvPr>
              <p:cNvSpPr txBox="1"/>
              <p:nvPr/>
            </p:nvSpPr>
            <p:spPr>
              <a:xfrm>
                <a:off x="9474735" y="2491916"/>
                <a:ext cx="2597286" cy="64286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s-ES" sz="3200" i="1" noProof="0">
                          <a:latin typeface="Cambria Math" panose="02040503050406030204" pitchFamily="18" charset="0"/>
                        </a:rPr>
                        <m:t>=1.414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A6E7F9-7780-98AF-D265-5AF3E8C77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2491916"/>
                <a:ext cx="2597286" cy="642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73F7E0-97D3-676A-1A0B-2835978B922E}"/>
                  </a:ext>
                </a:extLst>
              </p:cNvPr>
              <p:cNvSpPr txBox="1"/>
              <p:nvPr/>
            </p:nvSpPr>
            <p:spPr>
              <a:xfrm>
                <a:off x="9474735" y="3791817"/>
                <a:ext cx="2597286" cy="64286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s-ES" sz="3200" i="1" noProof="0">
                          <a:latin typeface="Cambria Math" panose="02040503050406030204" pitchFamily="18" charset="0"/>
                        </a:rPr>
                        <m:t>=1.732</m:t>
                      </m:r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73F7E0-97D3-676A-1A0B-2835978B9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3791817"/>
                <a:ext cx="2597286" cy="6428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E925F3C-C702-252D-F8AC-6D131AAB896A}"/>
                  </a:ext>
                </a:extLst>
              </p:cNvPr>
              <p:cNvSpPr txBox="1"/>
              <p:nvPr/>
            </p:nvSpPr>
            <p:spPr>
              <a:xfrm>
                <a:off x="9474735" y="5141747"/>
                <a:ext cx="2597286" cy="64107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ad>
                        <m:radPr>
                          <m:degHide m:val="on"/>
                          <m:ctrlPr>
                            <a:rPr lang="es-ES" sz="32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3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s-ES" sz="3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sz="1200" noProof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E925F3C-C702-252D-F8AC-6D131AAB8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735" y="5141747"/>
                <a:ext cx="2597286" cy="6410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D2BDF46-C848-0008-ED6B-314E7B22741F}"/>
              </a:ext>
            </a:extLst>
          </p:cNvPr>
          <p:cNvSpPr txBox="1"/>
          <p:nvPr/>
        </p:nvSpPr>
        <p:spPr>
          <a:xfrm>
            <a:off x="9397632" y="3199997"/>
            <a:ext cx="259728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sz="1400" b="1" noProof="0" dirty="0">
                <a:solidFill>
                  <a:schemeClr val="accent4"/>
                </a:solidFill>
              </a:rPr>
              <a:t>¿que característica comparten?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657A50-413D-852F-597D-BEC3BBC28E95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10087583" y="2996119"/>
            <a:ext cx="608693" cy="203878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6F94DA-8C56-48FD-D76A-8EC7C3E69D62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10087583" y="3723217"/>
            <a:ext cx="608693" cy="284067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5FD3A1-1165-3252-9C37-53BEF644F368}"/>
              </a:ext>
            </a:extLst>
          </p:cNvPr>
          <p:cNvSpPr txBox="1"/>
          <p:nvPr/>
        </p:nvSpPr>
        <p:spPr>
          <a:xfrm>
            <a:off x="363730" y="1752952"/>
            <a:ext cx="742249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c7_raiz_cuadrada_de_x_por_enumeracion_exhaustiva_con_F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38930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856C-2396-583C-13AA-6F7C336E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141F-BD3C-7E76-4A4B-B2092292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Necesitamos aproximarnos de a poco:</a:t>
            </a:r>
            <a:br>
              <a:rPr lang="es-ES" noProof="0" dirty="0"/>
            </a:br>
            <a:r>
              <a:rPr lang="es-ES" b="1" noProof="0" dirty="0"/>
              <a:t>algoritmos aproximativos</a:t>
            </a:r>
            <a:endParaRPr lang="es-ES" b="1" i="1" baseline="300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99A72-19AA-AC89-8EDE-C96573677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44281" y="0"/>
            <a:ext cx="1369183" cy="1117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BCFB73-EAD1-0137-C1A5-06F6EFF76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" r="1108"/>
          <a:stretch/>
        </p:blipFill>
        <p:spPr>
          <a:xfrm>
            <a:off x="3922323" y="1859952"/>
            <a:ext cx="4347354" cy="464884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2AA1F1-45A8-3DC0-B08B-B675E544201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455395" y="3002644"/>
            <a:ext cx="931779" cy="23083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FBA9A-5D0D-F2FA-8F35-4B3B7720A078}"/>
              </a:ext>
            </a:extLst>
          </p:cNvPr>
          <p:cNvSpPr txBox="1"/>
          <p:nvPr/>
        </p:nvSpPr>
        <p:spPr>
          <a:xfrm>
            <a:off x="1315307" y="2848755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Pequeños incrementos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5523C2-B424-B06B-D1B2-71D7908EA4CC}"/>
              </a:ext>
            </a:extLst>
          </p:cNvPr>
          <p:cNvCxnSpPr/>
          <p:nvPr/>
        </p:nvCxnSpPr>
        <p:spPr>
          <a:xfrm>
            <a:off x="3455395" y="3377637"/>
            <a:ext cx="9144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E69F1A-57DD-13D4-AC25-5262F88543FB}"/>
              </a:ext>
            </a:extLst>
          </p:cNvPr>
          <p:cNvSpPr txBox="1"/>
          <p:nvPr/>
        </p:nvSpPr>
        <p:spPr>
          <a:xfrm>
            <a:off x="1315307" y="3223748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Tolerancia de error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0CDD1F-B58C-64EC-742E-CED43BE3485F}"/>
              </a:ext>
            </a:extLst>
          </p:cNvPr>
          <p:cNvCxnSpPr/>
          <p:nvPr/>
        </p:nvCxnSpPr>
        <p:spPr>
          <a:xfrm>
            <a:off x="3455395" y="3815382"/>
            <a:ext cx="914400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205A27-EC4F-B6A7-4BBE-84B5458D9991}"/>
              </a:ext>
            </a:extLst>
          </p:cNvPr>
          <p:cNvSpPr txBox="1"/>
          <p:nvPr/>
        </p:nvSpPr>
        <p:spPr>
          <a:xfrm>
            <a:off x="1315307" y="3661493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90000"/>
                  </a:schemeClr>
                </a:solidFill>
              </a:rPr>
              <a:t>Nº de iteraciones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1C120A-7884-E397-B89F-57AA673AA54E}"/>
              </a:ext>
            </a:extLst>
          </p:cNvPr>
          <p:cNvCxnSpPr/>
          <p:nvPr/>
        </p:nvCxnSpPr>
        <p:spPr>
          <a:xfrm>
            <a:off x="3455395" y="4253127"/>
            <a:ext cx="91440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6B80EB-856F-EF3F-7C06-D522BAA2D5A8}"/>
              </a:ext>
            </a:extLst>
          </p:cNvPr>
          <p:cNvSpPr txBox="1"/>
          <p:nvPr/>
        </p:nvSpPr>
        <p:spPr>
          <a:xfrm>
            <a:off x="1315307" y="4099238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Función de decremento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D232-E596-7637-7A2A-07DF4504949D}"/>
              </a:ext>
            </a:extLst>
          </p:cNvPr>
          <p:cNvCxnSpPr>
            <a:cxnSpLocks/>
          </p:cNvCxnSpPr>
          <p:nvPr/>
        </p:nvCxnSpPr>
        <p:spPr>
          <a:xfrm>
            <a:off x="3455395" y="4700599"/>
            <a:ext cx="120415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76671E-2A5B-DBE6-23BA-9A3986FE617E}"/>
              </a:ext>
            </a:extLst>
          </p:cNvPr>
          <p:cNvSpPr txBox="1"/>
          <p:nvPr/>
        </p:nvSpPr>
        <p:spPr>
          <a:xfrm>
            <a:off x="838200" y="4546710"/>
            <a:ext cx="26171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Aplicamos el incremento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763902-604D-56E1-5FDB-8ADD1508890A}"/>
              </a:ext>
            </a:extLst>
          </p:cNvPr>
          <p:cNvCxnSpPr>
            <a:cxnSpLocks/>
          </p:cNvCxnSpPr>
          <p:nvPr/>
        </p:nvCxnSpPr>
        <p:spPr>
          <a:xfrm>
            <a:off x="3455395" y="5133881"/>
            <a:ext cx="1204154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7507DB-1FC2-C0F2-4A78-D2E8F2957415}"/>
              </a:ext>
            </a:extLst>
          </p:cNvPr>
          <p:cNvSpPr txBox="1"/>
          <p:nvPr/>
        </p:nvSpPr>
        <p:spPr>
          <a:xfrm>
            <a:off x="1315307" y="4979992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90000"/>
                  </a:schemeClr>
                </a:solidFill>
              </a:rPr>
              <a:t>Nº de iteraciones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2F3C32-4B0E-28E8-3F63-963BF344BA5B}"/>
                  </a:ext>
                </a:extLst>
              </p:cNvPr>
              <p:cNvSpPr txBox="1"/>
              <p:nvPr/>
            </p:nvSpPr>
            <p:spPr>
              <a:xfrm>
                <a:off x="8404696" y="3155216"/>
                <a:ext cx="3258136" cy="2058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u="sng" noProof="0" dirty="0"/>
                  <a:t>Son algoritmos: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"adivinar" y comprobar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enumeración exhaustiva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ES" noProof="0" dirty="0"/>
                  <a:t>de </a:t>
                </a:r>
                <a:r>
                  <a:rPr lang="es-ES" b="1" noProof="0" dirty="0"/>
                  <a:t>aproximación</a:t>
                </a:r>
                <a:endParaRPr lang="es-ES" noProof="0" dirty="0"/>
              </a:p>
              <a:p>
                <a:pPr lvl="1"/>
                <a:r>
                  <a:rPr lang="es-ES" noProof="0" dirty="0"/>
                  <a:t>¡Nunca sabremos el valor</a:t>
                </a:r>
              </a:p>
              <a:p>
                <a:pPr lvl="1"/>
                <a:r>
                  <a:rPr lang="es-ES" noProof="0" dirty="0"/>
                  <a:t>exacto 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s-ES" noProof="0" dirty="0"/>
                  <a:t> 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ES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s-ES" noProof="0" dirty="0"/>
                  <a:t>! </a:t>
                </a:r>
              </a:p>
              <a:p>
                <a:pPr lvl="1"/>
                <a:r>
                  <a:rPr lang="es-ES" noProof="0" dirty="0"/>
                  <a:t>(porque son irracionales)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2F3C32-4B0E-28E8-3F63-963BF344B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696" y="3155216"/>
                <a:ext cx="3258136" cy="2058320"/>
              </a:xfrm>
              <a:prstGeom prst="rect">
                <a:avLst/>
              </a:prstGeom>
              <a:blipFill>
                <a:blip r:embed="rId5"/>
                <a:stretch>
                  <a:fillRect l="-1685" t="-1484" r="-749" b="-4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Brace 30">
            <a:extLst>
              <a:ext uri="{FF2B5EF4-FFF2-40B4-BE49-F238E27FC236}">
                <a16:creationId xmlns:a16="http://schemas.microsoft.com/office/drawing/2014/main" id="{01A76764-B917-B21B-B28C-ACE043B257BA}"/>
              </a:ext>
            </a:extLst>
          </p:cNvPr>
          <p:cNvSpPr/>
          <p:nvPr/>
        </p:nvSpPr>
        <p:spPr>
          <a:xfrm>
            <a:off x="5496128" y="3155216"/>
            <a:ext cx="58366" cy="311722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53A702-9ADE-0544-433F-F13203C8C2AD}"/>
              </a:ext>
            </a:extLst>
          </p:cNvPr>
          <p:cNvSpPr txBox="1"/>
          <p:nvPr/>
        </p:nvSpPr>
        <p:spPr>
          <a:xfrm>
            <a:off x="5513507" y="3123998"/>
            <a:ext cx="132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>
                <a:solidFill>
                  <a:schemeClr val="accent4"/>
                </a:solidFill>
              </a:rPr>
              <a:t>PRECISIÓN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1F33A-1DD3-7BE9-A513-2E964D56EAE6}"/>
              </a:ext>
            </a:extLst>
          </p:cNvPr>
          <p:cNvSpPr txBox="1"/>
          <p:nvPr/>
        </p:nvSpPr>
        <p:spPr>
          <a:xfrm>
            <a:off x="3349752" y="1730820"/>
            <a:ext cx="5492496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c8_raiz_cuadrada_de_x_por_aproximacion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1269154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0" grpId="0"/>
      <p:bldP spid="22" grpId="0"/>
      <p:bldP spid="24" grpId="0"/>
      <p:bldP spid="27" grpId="0"/>
      <p:bldP spid="31" grpId="0" animBg="1"/>
      <p:bldP spid="3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7675-A430-B6AA-3BB4-E3CFCD67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1265BC-D843-AC8E-194E-FA33EC9C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Representación visual</a:t>
            </a:r>
            <a:br>
              <a:rPr lang="es-ES" noProof="0" dirty="0"/>
            </a:br>
            <a:r>
              <a:rPr lang="es-ES" sz="2000" noProof="0" dirty="0"/>
              <a:t>(enumeración exhaustiva por aproximación)</a:t>
            </a:r>
            <a:endParaRPr lang="es-ES" sz="2400" noProof="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16B175-EA3D-B2B1-61DE-8A52C7CF33F8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F7B5F-4D32-42C6-093E-A92DF97A96A1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C170D3-8A96-D1FC-5EA6-99D1AECF671F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500DDA6-D55C-8023-58A9-6F6F996FBC73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2C0513-E9B1-3BD1-DE32-912A2411A5C6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D4FB83-E52D-3656-15D0-7DE4F98C9472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8C9DE3-609C-EE14-96AD-07956A66DD9D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D37F4C-A1BC-BAA0-795F-6A244C050D17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D5EF92-F3B1-2C07-7482-1FFE9DF25AFF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C3C7C5B-9990-5500-3580-BCCCD47D4D9B}"/>
              </a:ext>
            </a:extLst>
          </p:cNvPr>
          <p:cNvSpPr/>
          <p:nvPr/>
        </p:nvSpPr>
        <p:spPr>
          <a:xfrm>
            <a:off x="2224714" y="3182533"/>
            <a:ext cx="776558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28BC1F-D1D9-A0A2-1188-5C7DDC0A93B1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FFE27E7-6F29-8295-2B22-CF0A9316860C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49EB487-9222-59DE-64B8-A725BF24DA3D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9202C64-8627-8F29-99D4-BE02C6097E32}"/>
              </a:ext>
            </a:extLst>
          </p:cNvPr>
          <p:cNvSpPr/>
          <p:nvPr/>
        </p:nvSpPr>
        <p:spPr>
          <a:xfrm>
            <a:off x="2270430" y="4098527"/>
            <a:ext cx="771987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048F23-218D-F490-E484-CF97B304FCBF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8DE2B3-D23A-0884-7E34-8CA36F41878E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C9EB797-ADBA-8720-8F1E-0C10D4DE490C}"/>
              </a:ext>
            </a:extLst>
          </p:cNvPr>
          <p:cNvCxnSpPr>
            <a:cxnSpLocks/>
          </p:cNvCxnSpPr>
          <p:nvPr/>
        </p:nvCxnSpPr>
        <p:spPr>
          <a:xfrm>
            <a:off x="1845013" y="600832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337134-AB4E-4AAF-7736-DEF13F743E44}"/>
              </a:ext>
            </a:extLst>
          </p:cNvPr>
          <p:cNvCxnSpPr>
            <a:cxnSpLocks/>
          </p:cNvCxnSpPr>
          <p:nvPr/>
        </p:nvCxnSpPr>
        <p:spPr>
          <a:xfrm flipV="1">
            <a:off x="2178996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53BEB0E-3201-8A39-2C21-7C4C84A34CB8}"/>
              </a:ext>
            </a:extLst>
          </p:cNvPr>
          <p:cNvCxnSpPr>
            <a:cxnSpLocks/>
          </p:cNvCxnSpPr>
          <p:nvPr/>
        </p:nvCxnSpPr>
        <p:spPr>
          <a:xfrm flipV="1">
            <a:off x="9990307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4D3D47F9-56D0-A637-F20B-F642407FF8E0}"/>
              </a:ext>
            </a:extLst>
          </p:cNvPr>
          <p:cNvSpPr/>
          <p:nvPr/>
        </p:nvSpPr>
        <p:spPr>
          <a:xfrm>
            <a:off x="6095999" y="5940225"/>
            <a:ext cx="3894305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84E9751-FE36-D6EE-340A-D54812AB1C84}"/>
              </a:ext>
            </a:extLst>
          </p:cNvPr>
          <p:cNvSpPr/>
          <p:nvPr/>
        </p:nvSpPr>
        <p:spPr>
          <a:xfrm>
            <a:off x="2178994" y="5940225"/>
            <a:ext cx="3917002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CEEF05D-95BB-CF60-7226-73BA5BA0B685}"/>
              </a:ext>
            </a:extLst>
          </p:cNvPr>
          <p:cNvSpPr txBox="1"/>
          <p:nvPr/>
        </p:nvSpPr>
        <p:spPr>
          <a:xfrm>
            <a:off x="5010607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8BB4B00-015F-44C4-927B-C07C19D091F9}"/>
                  </a:ext>
                </a:extLst>
              </p:cNvPr>
              <p:cNvSpPr txBox="1"/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b="1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r>
                            <a:rPr lang="es-ES" sz="44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rad>
                    </m:oMath>
                  </m:oMathPara>
                </a14:m>
                <a:endParaRPr lang="es-ES" b="1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6EE676-A93F-FE67-B60A-FCDB3638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3" y="59944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10553E4-8329-F46E-38FD-C8498A041FB2}"/>
              </a:ext>
            </a:extLst>
          </p:cNvPr>
          <p:cNvSpPr/>
          <p:nvPr/>
        </p:nvSpPr>
        <p:spPr>
          <a:xfrm>
            <a:off x="2178995" y="3182533"/>
            <a:ext cx="45719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5C7EA5-2034-7836-8C5A-42C1DCA1F556}"/>
              </a:ext>
            </a:extLst>
          </p:cNvPr>
          <p:cNvCxnSpPr>
            <a:cxnSpLocks/>
          </p:cNvCxnSpPr>
          <p:nvPr/>
        </p:nvCxnSpPr>
        <p:spPr>
          <a:xfrm flipV="1">
            <a:off x="2224714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045015-1CE2-C74B-C8C6-793A3FF6661B}"/>
              </a:ext>
            </a:extLst>
          </p:cNvPr>
          <p:cNvSpPr txBox="1"/>
          <p:nvPr/>
        </p:nvSpPr>
        <p:spPr>
          <a:xfrm>
            <a:off x="1942426" y="27989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FEA2DB-1C14-91A6-FA38-8559FB698D8E}"/>
              </a:ext>
            </a:extLst>
          </p:cNvPr>
          <p:cNvCxnSpPr>
            <a:cxnSpLocks/>
          </p:cNvCxnSpPr>
          <p:nvPr/>
        </p:nvCxnSpPr>
        <p:spPr>
          <a:xfrm flipV="1">
            <a:off x="2270430" y="4040158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77599A-165E-181B-2675-0DCEC6B6EE49}"/>
              </a:ext>
            </a:extLst>
          </p:cNvPr>
          <p:cNvSpPr txBox="1"/>
          <p:nvPr/>
        </p:nvSpPr>
        <p:spPr>
          <a:xfrm>
            <a:off x="1988142" y="371489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79605E-845C-A59F-8898-06F2A6D4A430}"/>
              </a:ext>
            </a:extLst>
          </p:cNvPr>
          <p:cNvCxnSpPr>
            <a:cxnSpLocks/>
          </p:cNvCxnSpPr>
          <p:nvPr/>
        </p:nvCxnSpPr>
        <p:spPr>
          <a:xfrm>
            <a:off x="1845013" y="5024251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102025-CFB0-E462-856D-4FD14AFF776A}"/>
              </a:ext>
            </a:extLst>
          </p:cNvPr>
          <p:cNvCxnSpPr>
            <a:cxnSpLocks/>
          </p:cNvCxnSpPr>
          <p:nvPr/>
        </p:nvCxnSpPr>
        <p:spPr>
          <a:xfrm flipV="1">
            <a:off x="2178996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EAA5A7-DE07-5028-706A-6A1FDE5ADE57}"/>
              </a:ext>
            </a:extLst>
          </p:cNvPr>
          <p:cNvCxnSpPr>
            <a:cxnSpLocks/>
          </p:cNvCxnSpPr>
          <p:nvPr/>
        </p:nvCxnSpPr>
        <p:spPr>
          <a:xfrm flipV="1">
            <a:off x="9990307" y="4897791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B460BD-8C14-73BF-D777-AA64975BD091}"/>
              </a:ext>
            </a:extLst>
          </p:cNvPr>
          <p:cNvSpPr/>
          <p:nvPr/>
        </p:nvSpPr>
        <p:spPr>
          <a:xfrm>
            <a:off x="2316148" y="4956151"/>
            <a:ext cx="767415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E2A995-B5FD-8BDA-BAD6-45819168F5B9}"/>
              </a:ext>
            </a:extLst>
          </p:cNvPr>
          <p:cNvSpPr/>
          <p:nvPr/>
        </p:nvSpPr>
        <p:spPr>
          <a:xfrm>
            <a:off x="2178993" y="4956142"/>
            <a:ext cx="137155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AA0367-0BF1-6B4A-7711-9D607DF84A14}"/>
              </a:ext>
            </a:extLst>
          </p:cNvPr>
          <p:cNvCxnSpPr>
            <a:cxnSpLocks/>
          </p:cNvCxnSpPr>
          <p:nvPr/>
        </p:nvCxnSpPr>
        <p:spPr>
          <a:xfrm flipV="1">
            <a:off x="2316148" y="4897782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27DBAD-BFDC-FDDC-1D38-D9AD69EC34D3}"/>
              </a:ext>
            </a:extLst>
          </p:cNvPr>
          <p:cNvSpPr txBox="1"/>
          <p:nvPr/>
        </p:nvSpPr>
        <p:spPr>
          <a:xfrm>
            <a:off x="2033860" y="457251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0.3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965B2D-9C20-3F19-7A0B-2EEB8D8B01EB}"/>
              </a:ext>
            </a:extLst>
          </p:cNvPr>
          <p:cNvCxnSpPr>
            <a:cxnSpLocks/>
          </p:cNvCxnSpPr>
          <p:nvPr/>
        </p:nvCxnSpPr>
        <p:spPr>
          <a:xfrm flipV="1">
            <a:off x="6103292" y="588186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9E9A0D5-5F7A-B402-4DD9-5A5BA2D1B126}"/>
              </a:ext>
            </a:extLst>
          </p:cNvPr>
          <p:cNvSpPr txBox="1"/>
          <p:nvPr/>
        </p:nvSpPr>
        <p:spPr>
          <a:xfrm>
            <a:off x="3534625" y="5318134"/>
            <a:ext cx="147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C3933-9B0E-72FB-C873-6DADC0B1F295}"/>
              </a:ext>
            </a:extLst>
          </p:cNvPr>
          <p:cNvSpPr txBox="1"/>
          <p:nvPr/>
        </p:nvSpPr>
        <p:spPr>
          <a:xfrm>
            <a:off x="5947641" y="55028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E00110-80A4-3164-EF84-F0A12EB54BCA}"/>
              </a:ext>
            </a:extLst>
          </p:cNvPr>
          <p:cNvSpPr txBox="1"/>
          <p:nvPr/>
        </p:nvSpPr>
        <p:spPr>
          <a:xfrm>
            <a:off x="573000" y="3149450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8074FB-C2E6-C7A6-2FB8-7357455D8703}"/>
              </a:ext>
            </a:extLst>
          </p:cNvPr>
          <p:cNvSpPr txBox="1"/>
          <p:nvPr/>
        </p:nvSpPr>
        <p:spPr>
          <a:xfrm>
            <a:off x="573000" y="2940232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0.1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B88AD3-4C4C-84C6-D83C-C85A901430C6}"/>
              </a:ext>
            </a:extLst>
          </p:cNvPr>
          <p:cNvSpPr txBox="1"/>
          <p:nvPr/>
        </p:nvSpPr>
        <p:spPr>
          <a:xfrm>
            <a:off x="573000" y="4084222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65F732-A06A-EADE-4099-B87FEE9C00F9}"/>
              </a:ext>
            </a:extLst>
          </p:cNvPr>
          <p:cNvSpPr txBox="1"/>
          <p:nvPr/>
        </p:nvSpPr>
        <p:spPr>
          <a:xfrm>
            <a:off x="573000" y="3875004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0.2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6C3CC6-CFC7-7AA7-2EA4-ED93222D7DE4}"/>
              </a:ext>
            </a:extLst>
          </p:cNvPr>
          <p:cNvSpPr txBox="1"/>
          <p:nvPr/>
        </p:nvSpPr>
        <p:spPr>
          <a:xfrm>
            <a:off x="573000" y="4923059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09D8DB-E135-CB66-BAA5-127961DABC4D}"/>
              </a:ext>
            </a:extLst>
          </p:cNvPr>
          <p:cNvSpPr txBox="1"/>
          <p:nvPr/>
        </p:nvSpPr>
        <p:spPr>
          <a:xfrm>
            <a:off x="573000" y="4713841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 </a:t>
            </a:r>
            <a:r>
              <a:rPr lang="es-ES" dirty="0">
                <a:solidFill>
                  <a:srgbClr val="FF7F7F"/>
                </a:solidFill>
                <a:latin typeface="Consolas" panose="020B0609020204030204" pitchFamily="49" charset="0"/>
              </a:rPr>
              <a:t>&lt;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= 0.3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2CB50-5654-A83F-6DA0-C4BEDD4AD855}"/>
              </a:ext>
            </a:extLst>
          </p:cNvPr>
          <p:cNvSpPr/>
          <p:nvPr/>
        </p:nvSpPr>
        <p:spPr>
          <a:xfrm>
            <a:off x="2178994" y="4098525"/>
            <a:ext cx="91436" cy="13619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66677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 animBg="1"/>
      <p:bldP spid="99" grpId="0" animBg="1"/>
      <p:bldP spid="102" grpId="0" animBg="1"/>
      <p:bldP spid="2" grpId="0" animBg="1"/>
      <p:bldP spid="5" grpId="0"/>
      <p:bldP spid="9" grpId="0"/>
      <p:bldP spid="15" grpId="0" animBg="1"/>
      <p:bldP spid="28" grpId="0" animBg="1"/>
      <p:bldP spid="37" grpId="0"/>
      <p:bldP spid="40" grpId="0"/>
      <p:bldP spid="41" grpId="0"/>
      <p:bldP spid="51" grpId="0"/>
      <p:bldP spid="52" grpId="0"/>
      <p:bldP spid="58" grpId="0"/>
      <p:bldP spid="59" grpId="0"/>
      <p:bldP spid="61" grpId="0"/>
      <p:bldP spid="62" grpId="0"/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E628-0D25-8E2B-5EB2-A3FD77E8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0BB5-AB95-9EC9-A236-23D0FFB2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¿Que puede salir mal?</a:t>
            </a:r>
            <a:endParaRPr lang="es-ES" b="1" i="1" baseline="30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28D7-9E4D-5905-C130-A5D8E7564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>
                <a:sym typeface="Wingdings" panose="05000000000000000000" pitchFamily="2" charset="2"/>
              </a:rPr>
              <a:t>Delta demasiado grande  </a:t>
            </a:r>
            <a:r>
              <a:rPr lang="es-ES" noProof="0" dirty="0">
                <a:solidFill>
                  <a:srgbClr val="C00000"/>
                </a:solidFill>
                <a:sym typeface="Wingdings" panose="05000000000000000000" pitchFamily="2" charset="2"/>
              </a:rPr>
              <a:t>Resultado poco preciso</a:t>
            </a:r>
            <a:endParaRPr lang="es-ES" noProof="0" dirty="0"/>
          </a:p>
          <a:p>
            <a:r>
              <a:rPr lang="es-ES" noProof="0" dirty="0"/>
              <a:t>Epsilon demasiado chico </a:t>
            </a:r>
            <a:r>
              <a:rPr lang="es-ES" noProof="0" dirty="0">
                <a:sym typeface="Wingdings" panose="05000000000000000000" pitchFamily="2" charset="2"/>
              </a:rPr>
              <a:t> </a:t>
            </a:r>
            <a:r>
              <a:rPr lang="es-ES" noProof="0" dirty="0">
                <a:solidFill>
                  <a:srgbClr val="C00000"/>
                </a:solidFill>
                <a:sym typeface="Wingdings" panose="05000000000000000000" pitchFamily="2" charset="2"/>
              </a:rPr>
              <a:t>Me paso de largo</a:t>
            </a:r>
            <a:endParaRPr lang="es-ES" noProof="0" dirty="0">
              <a:solidFill>
                <a:srgbClr val="C0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s-ES" noProof="0" dirty="0">
              <a:solidFill>
                <a:srgbClr val="C00000"/>
              </a:solidFill>
              <a:latin typeface="+mj-lt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noProof="0" dirty="0">
                <a:latin typeface="+mj-lt"/>
                <a:sym typeface="Wingdings" panose="05000000000000000000" pitchFamily="2" charset="2"/>
              </a:rPr>
              <a:t>HAY QUE PONER UN </a:t>
            </a:r>
            <a:r>
              <a:rPr lang="es-ES" b="1" noProof="0" dirty="0">
                <a:latin typeface="+mj-lt"/>
                <a:sym typeface="Wingdings" panose="05000000000000000000" pitchFamily="2" charset="2"/>
              </a:rPr>
              <a:t>LÍMITE EXTRA</a:t>
            </a:r>
            <a:r>
              <a:rPr lang="es-ES" noProof="0" dirty="0">
                <a:latin typeface="+mj-lt"/>
                <a:sym typeface="Wingdings" panose="05000000000000000000" pitchFamily="2" charset="2"/>
              </a:rPr>
              <a:t>:</a:t>
            </a:r>
          </a:p>
          <a:p>
            <a:pPr marL="0" indent="0" algn="ctr">
              <a:buNone/>
            </a:pPr>
            <a:endParaRPr lang="es-ES" noProof="0" dirty="0">
              <a:latin typeface="+mj-lt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noProof="0" dirty="0" err="1">
                <a:solidFill>
                  <a:schemeClr val="accent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abs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(x – n*n) </a:t>
            </a:r>
            <a:r>
              <a:rPr lang="es-ES" noProof="0" dirty="0">
                <a:solidFill>
                  <a:srgbClr val="7030A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and</a:t>
            </a:r>
            <a:r>
              <a:rPr lang="es-ES" noProof="0" dirty="0">
                <a:latin typeface="Consolas" panose="020B0609020204030204" pitchFamily="49" charset="0"/>
                <a:sym typeface="Wingdings" panose="05000000000000000000" pitchFamily="2" charset="2"/>
              </a:rPr>
              <a:t> n &lt; x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9BD7525-0759-C36F-2315-18B951DF78BB}"/>
              </a:ext>
            </a:extLst>
          </p:cNvPr>
          <p:cNvSpPr/>
          <p:nvPr/>
        </p:nvSpPr>
        <p:spPr>
          <a:xfrm rot="5400000">
            <a:off x="7641077" y="4343401"/>
            <a:ext cx="252917" cy="1138135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FCC86-845F-F552-F38C-45D5E215E53E}"/>
                  </a:ext>
                </a:extLst>
              </p:cNvPr>
              <p:cNvSpPr txBox="1"/>
              <p:nvPr/>
            </p:nvSpPr>
            <p:spPr>
              <a:xfrm>
                <a:off x="6181750" y="5173864"/>
                <a:ext cx="3171574" cy="9264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Porque el resultado tiene</a:t>
                </a:r>
              </a:p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que estar entre 0 y 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s-ES" noProof="0" dirty="0">
                  <a:solidFill>
                    <a:schemeClr val="accent4"/>
                  </a:solidFill>
                </a:endParaRPr>
              </a:p>
              <a:p>
                <a:pPr algn="ctr"/>
                <a:r>
                  <a:rPr lang="es-ES" noProof="0" dirty="0">
                    <a:solidFill>
                      <a:schemeClr val="accent4"/>
                    </a:solidFill>
                  </a:rPr>
                  <a:t>(es una propiedad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s-ES" b="0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" noProof="0" dirty="0">
                    <a:solidFill>
                      <a:schemeClr val="accent4"/>
                    </a:solidFill>
                  </a:rPr>
                  <a:t> 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FCC86-845F-F552-F38C-45D5E215E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750" y="5173864"/>
                <a:ext cx="3171574" cy="926407"/>
              </a:xfrm>
              <a:prstGeom prst="rect">
                <a:avLst/>
              </a:prstGeom>
              <a:blipFill>
                <a:blip r:embed="rId3"/>
                <a:stretch>
                  <a:fillRect l="-1346" t="-3289" r="-1346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074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D4B3-270D-2C75-E4B3-95943D41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255BD-419A-7E42-5903-7FCA3F76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Versión mejorada</a:t>
            </a:r>
            <a:endParaRPr lang="es-ES" b="1" i="1" baseline="300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98E05-6DCA-3605-137E-321A119E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18" y="1823159"/>
            <a:ext cx="4401164" cy="4582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439C416-05EA-F4D3-9050-094AA31B1E97}"/>
              </a:ext>
            </a:extLst>
          </p:cNvPr>
          <p:cNvSpPr/>
          <p:nvPr/>
        </p:nvSpPr>
        <p:spPr>
          <a:xfrm>
            <a:off x="6449438" y="3978610"/>
            <a:ext cx="807396" cy="3793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ECB01-3138-8924-D06A-2B9989C37774}"/>
              </a:ext>
            </a:extLst>
          </p:cNvPr>
          <p:cNvSpPr txBox="1"/>
          <p:nvPr/>
        </p:nvSpPr>
        <p:spPr>
          <a:xfrm>
            <a:off x="2773680" y="1611948"/>
            <a:ext cx="664464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c9_raiz_cuadrada_de_x_por_aproximacion_mejorado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2235567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3EB1-E6ED-C1C2-988A-DA20BD1D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5F5AC274-0FB1-5BFE-7215-874B11F2F027}"/>
              </a:ext>
            </a:extLst>
          </p:cNvPr>
          <p:cNvGrpSpPr/>
          <p:nvPr/>
        </p:nvGrpSpPr>
        <p:grpSpPr>
          <a:xfrm>
            <a:off x="9627339" y="2769422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0CC0ECEB-15FC-A31C-CB83-205FADA301F2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BB81AE93-4ED4-2FA4-0F86-E82676B0369A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615D594C-7D22-FABB-A324-3FECACCB8FB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91050D73-322A-2DBD-07D8-86413BE855CC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61605712-E4B4-DE8B-54E3-2A027864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6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648C923-5761-0DDA-DA6D-3853567670FF}"/>
              </a:ext>
            </a:extLst>
          </p:cNvPr>
          <p:cNvGrpSpPr/>
          <p:nvPr/>
        </p:nvGrpSpPr>
        <p:grpSpPr>
          <a:xfrm>
            <a:off x="9164668" y="3377822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8564690-C0B9-3439-217E-AE349A4BE2C4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0976FF4-9118-4312-4655-10A07B69417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9400A02-B71A-83D7-6AC7-B833E26CA06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1279341E-CB3F-B8EF-3A07-D2A60DB9C65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A685C19-5D43-F3CD-D669-2469557BD410}"/>
              </a:ext>
            </a:extLst>
          </p:cNvPr>
          <p:cNvGrpSpPr/>
          <p:nvPr/>
        </p:nvGrpSpPr>
        <p:grpSpPr>
          <a:xfrm>
            <a:off x="9617186" y="3246970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ED7F5FA-EFB9-462F-AC6B-0F5B94568D3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EBDDC3E-9393-2066-DBC6-F022FD1FB99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492FD6C-1A93-C74D-D2BE-51FF2225F0B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98D909EB-FD79-FD0A-EE70-72C99A050C82}"/>
              </a:ext>
            </a:extLst>
          </p:cNvPr>
          <p:cNvSpPr/>
          <p:nvPr/>
        </p:nvSpPr>
        <p:spPr>
          <a:xfrm>
            <a:off x="9709968" y="347798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7BCDAF3-777F-7871-E0CB-4648596DC861}"/>
              </a:ext>
            </a:extLst>
          </p:cNvPr>
          <p:cNvSpPr/>
          <p:nvPr/>
        </p:nvSpPr>
        <p:spPr>
          <a:xfrm>
            <a:off x="9976802" y="367752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9C2F143-AD13-1F9E-1DCD-812FB635DBBC}"/>
              </a:ext>
            </a:extLst>
          </p:cNvPr>
          <p:cNvGrpSpPr/>
          <p:nvPr/>
        </p:nvGrpSpPr>
        <p:grpSpPr>
          <a:xfrm>
            <a:off x="1570621" y="3296412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7BAE5FE-C82C-38B8-3C8E-DD9D8E8ACEBC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0ADCA84-49BC-F60D-61C8-9591E8841205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B9064C1-8852-C55D-2E04-523E664109E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83F0857-F0E2-4D37-FDD1-544A2B207AF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65D752B9-88CF-5024-41CB-681C0F2B0DC0}"/>
              </a:ext>
            </a:extLst>
          </p:cNvPr>
          <p:cNvSpPr/>
          <p:nvPr/>
        </p:nvSpPr>
        <p:spPr>
          <a:xfrm>
            <a:off x="10063460" y="364851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15EC46F-B67A-2DE9-382A-23056AC0153E}"/>
              </a:ext>
            </a:extLst>
          </p:cNvPr>
          <p:cNvGrpSpPr/>
          <p:nvPr/>
        </p:nvGrpSpPr>
        <p:grpSpPr>
          <a:xfrm>
            <a:off x="9775405" y="3045832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1FE49A1-D888-3BED-ED2F-F5EAB62EA11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8157DE1-3AAC-842D-0979-D2B768A80A3F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9398232-FAA3-4140-06A7-510AE142E7AC}"/>
              </a:ext>
            </a:extLst>
          </p:cNvPr>
          <p:cNvGrpSpPr/>
          <p:nvPr/>
        </p:nvGrpSpPr>
        <p:grpSpPr>
          <a:xfrm>
            <a:off x="8901785" y="3180441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965F6F90-A3C5-F451-53DA-88BDFAAA6002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54E485AB-A4C6-FDB9-7105-BA703A36FBA8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03D4EF9-FEB5-87C3-B1FF-57E91A0BFE61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DA2D05A-7F32-FE0C-A4D8-32AFAD17892A}"/>
              </a:ext>
            </a:extLst>
          </p:cNvPr>
          <p:cNvGrpSpPr/>
          <p:nvPr/>
        </p:nvGrpSpPr>
        <p:grpSpPr>
          <a:xfrm>
            <a:off x="10230945" y="2999593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F0EBB4-A623-FE17-D2AD-1BA6D6CD269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8911E86-81A9-6098-D190-AC5C2088F5AE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670581B-9C45-EFD3-DD50-53EA1657FC3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C7763D1-D456-B41E-7505-3C189529D3F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8650B57-F86F-6898-648F-4044F0B859F6}"/>
              </a:ext>
            </a:extLst>
          </p:cNvPr>
          <p:cNvGrpSpPr/>
          <p:nvPr/>
        </p:nvGrpSpPr>
        <p:grpSpPr>
          <a:xfrm>
            <a:off x="10484528" y="3361097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0126F9A-EFC0-12E6-8EA7-87F7C223FB56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5507CCF-32BF-8D65-7138-97BE9B1B4212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E74D654-0A01-D100-10B0-3309EA4F3CB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714CCD6-D4B9-40A2-9682-2BCC63BB1CC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0F11326-E4AC-0BED-1E9D-5FED94939257}"/>
              </a:ext>
            </a:extLst>
          </p:cNvPr>
          <p:cNvGrpSpPr/>
          <p:nvPr/>
        </p:nvGrpSpPr>
        <p:grpSpPr>
          <a:xfrm>
            <a:off x="10111364" y="3344398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214DBEA1-6C7F-1662-9645-F1109D3554C7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14102E2-93BE-9AC3-28E7-5557926E841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74E02950-6F0B-1174-685C-5F8C8247A43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AC87B5C-AAF3-2860-B416-19F0E15D4E04}"/>
              </a:ext>
            </a:extLst>
          </p:cNvPr>
          <p:cNvGrpSpPr/>
          <p:nvPr/>
        </p:nvGrpSpPr>
        <p:grpSpPr>
          <a:xfrm rot="13449155">
            <a:off x="9027670" y="2963012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221E16F4-5059-D5B1-10E4-F5B09393126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1A14B23-C5A9-E194-83FC-270E5A704A78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03EE153F-0AFA-1E32-0492-A42A972588BB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3738263-A8F7-4CB4-CA1B-B4CB3DB907E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2B8106E2-B460-A3BC-C4F7-856F4B3D08EF}"/>
              </a:ext>
            </a:extLst>
          </p:cNvPr>
          <p:cNvGrpSpPr/>
          <p:nvPr/>
        </p:nvGrpSpPr>
        <p:grpSpPr>
          <a:xfrm>
            <a:off x="1183294" y="3591382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60A65E3-4F0B-874A-C4A4-E44650A32C34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C5A6FDDB-18EE-0B48-716D-B112D3B7864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D27A0756-C27A-596F-5BEF-4D0684A9E28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9CB4C26-B409-DFBA-B9FD-32553AB567C8}"/>
              </a:ext>
            </a:extLst>
          </p:cNvPr>
          <p:cNvGrpSpPr/>
          <p:nvPr/>
        </p:nvGrpSpPr>
        <p:grpSpPr>
          <a:xfrm>
            <a:off x="3559961" y="3245612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E0311F6-E93C-66C0-7CC9-E071C4D95C4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90BE77F-CA8B-755E-63D8-AE7B3C23CF4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AC6E4301-9D60-9536-BA84-40EFF4B85F49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0A31A27-8D57-65A9-09B9-08D4AFE1B351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DA31BE66-A23A-0E8A-79A2-3150EDC28065}"/>
              </a:ext>
            </a:extLst>
          </p:cNvPr>
          <p:cNvGrpSpPr/>
          <p:nvPr/>
        </p:nvGrpSpPr>
        <p:grpSpPr>
          <a:xfrm>
            <a:off x="2985303" y="3524137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1F1E289-547D-C519-6E8A-23E4015BBB4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14282C6-9473-1390-D61D-47FC80273B81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64B62FE-361C-2013-19E5-7E5638C044EB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918329F-30AC-B585-0854-1CBA2C40653A}"/>
              </a:ext>
            </a:extLst>
          </p:cNvPr>
          <p:cNvGrpSpPr/>
          <p:nvPr/>
        </p:nvGrpSpPr>
        <p:grpSpPr>
          <a:xfrm>
            <a:off x="3450160" y="3629946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8AC8B4DA-23C4-3BE4-0190-060EA98493A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DE65C1F4-10D5-D67B-4284-3755D1EB7E0A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ACF4E21E-1844-CD5C-5FD9-2EA5C997530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8CC255D5-C352-5D8A-451A-EDFCF29629A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7766EEA-C930-18DA-7E62-A1A3A1F11442}"/>
              </a:ext>
            </a:extLst>
          </p:cNvPr>
          <p:cNvGrpSpPr/>
          <p:nvPr/>
        </p:nvGrpSpPr>
        <p:grpSpPr>
          <a:xfrm>
            <a:off x="3058076" y="3137632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CED57CCC-16B7-A8F1-3273-51EFE160D87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97D30CC-2E67-B2F0-167A-6EC86FC6A2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A5FA468-11AB-8C46-CC84-6A18AFA701E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D805338A-57CA-23D7-FD08-E9459443C7C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52207C68-F4E7-A37A-E4FA-0521BF45B5B7}"/>
              </a:ext>
            </a:extLst>
          </p:cNvPr>
          <p:cNvGrpSpPr/>
          <p:nvPr/>
        </p:nvGrpSpPr>
        <p:grpSpPr>
          <a:xfrm>
            <a:off x="8728504" y="3686772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747F4022-FAC2-77ED-6253-B01CEA42D46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418C506D-6C80-4FA8-6C82-53791CEA155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74A52DB-6FF3-F55D-0432-81F609705DB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584EB213-CB67-7C95-25F6-14531FC2C82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D9F6FB3-4ED8-FB00-DF04-E48CC98237C1}"/>
              </a:ext>
            </a:extLst>
          </p:cNvPr>
          <p:cNvGrpSpPr/>
          <p:nvPr/>
        </p:nvGrpSpPr>
        <p:grpSpPr>
          <a:xfrm>
            <a:off x="9181022" y="3555920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28C6798-EBF9-EF35-2E2A-4C12F53C047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8AED6725-50C7-EAAC-0515-8AD7A8D871F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D4AC8EF3-C293-E250-E2C0-07528B33664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EB89ADCF-0143-856F-BF31-376E1ECADAA3}"/>
              </a:ext>
            </a:extLst>
          </p:cNvPr>
          <p:cNvSpPr/>
          <p:nvPr/>
        </p:nvSpPr>
        <p:spPr>
          <a:xfrm>
            <a:off x="9273804" y="378693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C1D6D81E-127C-C864-2ED1-907B74C86BA0}"/>
              </a:ext>
            </a:extLst>
          </p:cNvPr>
          <p:cNvSpPr/>
          <p:nvPr/>
        </p:nvSpPr>
        <p:spPr>
          <a:xfrm>
            <a:off x="9540638" y="398647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6055690-686F-EBFA-8D0B-CCE80E01F5B9}"/>
              </a:ext>
            </a:extLst>
          </p:cNvPr>
          <p:cNvSpPr/>
          <p:nvPr/>
        </p:nvSpPr>
        <p:spPr>
          <a:xfrm>
            <a:off x="9627296" y="395746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2D09755-1E1B-0BF7-0C21-F8F4646A0702}"/>
              </a:ext>
            </a:extLst>
          </p:cNvPr>
          <p:cNvGrpSpPr/>
          <p:nvPr/>
        </p:nvGrpSpPr>
        <p:grpSpPr>
          <a:xfrm>
            <a:off x="9331030" y="3393081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6703CC83-8AC4-BEC3-6A67-9A1F90EE069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5CC0DDDA-DA05-0A8E-8ADF-90CDA80912D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8E0DAF8-55A3-A2EF-006F-C55F8C7F6546}"/>
              </a:ext>
            </a:extLst>
          </p:cNvPr>
          <p:cNvGrpSpPr/>
          <p:nvPr/>
        </p:nvGrpSpPr>
        <p:grpSpPr>
          <a:xfrm>
            <a:off x="8465621" y="3489391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20C0994-30EA-5047-F95E-87FFCD270D0A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C094D3F-441B-4310-FC42-29212E6E74B2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789CD60-1F03-5D94-C152-6527D198169C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E21A26-F520-887F-3FD5-0AEDDBAB75E5}"/>
              </a:ext>
            </a:extLst>
          </p:cNvPr>
          <p:cNvGrpSpPr/>
          <p:nvPr/>
        </p:nvGrpSpPr>
        <p:grpSpPr>
          <a:xfrm>
            <a:off x="9794781" y="3308543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0EF84B7-69BA-B9C2-421F-D303EF0CA79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798F27C4-D621-E918-0F8A-27CE30EDF63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57BEAA5-4B32-3CBD-449E-1074FDD8C57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D9F85E75-3071-F40E-A4FD-84052601EC8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F17356A-1ADB-AC4A-7A83-F4CE544B61AE}"/>
              </a:ext>
            </a:extLst>
          </p:cNvPr>
          <p:cNvGrpSpPr/>
          <p:nvPr/>
        </p:nvGrpSpPr>
        <p:grpSpPr>
          <a:xfrm>
            <a:off x="10048364" y="3670047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EE1E1BA0-BD78-FD1D-D56D-AD524D9C5E1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A0685D48-4C1E-E0F8-F86A-FAC51B4D1FB6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1FFD2B9D-B343-E929-6C42-E09448A76585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B73ADF57-54D3-C263-6BE0-9006DF06488B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4728679-47DC-462A-54AF-75267A0DDEDB}"/>
              </a:ext>
            </a:extLst>
          </p:cNvPr>
          <p:cNvGrpSpPr/>
          <p:nvPr/>
        </p:nvGrpSpPr>
        <p:grpSpPr>
          <a:xfrm>
            <a:off x="9675200" y="3653348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9FCFCD11-AD1F-8599-4AFA-2C615B6B25B5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6591DDB6-6E94-5B65-8D4B-DFB13B2A925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0EECBC01-A28A-746E-1BB0-52BDD8D75F64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C42DE291-59C3-393E-477A-E090FE3B657F}"/>
              </a:ext>
            </a:extLst>
          </p:cNvPr>
          <p:cNvGrpSpPr/>
          <p:nvPr/>
        </p:nvGrpSpPr>
        <p:grpSpPr>
          <a:xfrm rot="8866267">
            <a:off x="8507463" y="3177026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29BB438D-B2E6-5DF6-8665-098979EC5D2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72D0E7DC-71FB-1B82-8610-42001870BC5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A435577D-4AFB-B314-402E-1AA86EDC198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B4393B3C-23A8-A2F6-D048-350BB39461DB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F27D1E45-C2DB-1632-A9EC-FF556F15CC0F}"/>
              </a:ext>
            </a:extLst>
          </p:cNvPr>
          <p:cNvGrpSpPr/>
          <p:nvPr/>
        </p:nvGrpSpPr>
        <p:grpSpPr>
          <a:xfrm rot="10800000">
            <a:off x="9353851" y="2912330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0312F3D3-D330-A7ED-A55C-42E5AA93464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EDFE9211-1D0A-0B13-4DE0-139E2B886E6F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0B5E2373-2908-9D8E-5E72-3A08FDFC55A2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6A085B17-4E52-9B39-2307-24D73692C854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E8F8DB6-DCBC-30B7-C78B-385B14932ED5}"/>
              </a:ext>
            </a:extLst>
          </p:cNvPr>
          <p:cNvGrpSpPr/>
          <p:nvPr/>
        </p:nvGrpSpPr>
        <p:grpSpPr>
          <a:xfrm>
            <a:off x="8826077" y="2969358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09459671-2AF9-D8BE-6FD1-6F81D344D008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DC455BA8-D42C-DBD8-5BF2-7EB97BD4CE8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D14A6100-2388-9516-59E6-2B1E7A840B4E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93DE63E-1CB4-CBE4-8873-A95E01B9E9F7}"/>
              </a:ext>
            </a:extLst>
          </p:cNvPr>
          <p:cNvGrpSpPr/>
          <p:nvPr/>
        </p:nvGrpSpPr>
        <p:grpSpPr>
          <a:xfrm>
            <a:off x="9843820" y="3152764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5155D44-BDD7-4731-3EC0-2411F77D5C1B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C48DBD04-3590-E59B-E251-EC54A589BC0C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0A3E1B62-DA49-4F06-ECB0-627211A1CC1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339A61F3-7E32-4B4E-E444-0B5F6A994A70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BE04960F-8C3C-3449-436A-BF29B0DFC3F3}"/>
              </a:ext>
            </a:extLst>
          </p:cNvPr>
          <p:cNvGrpSpPr/>
          <p:nvPr/>
        </p:nvGrpSpPr>
        <p:grpSpPr>
          <a:xfrm>
            <a:off x="10497935" y="3689555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18C34938-9D77-5A8D-563C-BD420E64C46B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5664B534-BB1F-1C1B-1D79-07D7E00C388D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9B467E6D-F1D1-2FA4-FF6C-FB581EFA676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529E7D8C-D27E-F062-B14D-096B7C12F7B1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93AE574-01DD-C203-D16A-B973F8F21156}"/>
              </a:ext>
            </a:extLst>
          </p:cNvPr>
          <p:cNvGrpSpPr/>
          <p:nvPr/>
        </p:nvGrpSpPr>
        <p:grpSpPr>
          <a:xfrm>
            <a:off x="8962658" y="3855907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09FD5EEE-AEAF-7E23-E0A9-9B779D4FEA6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8A8796C7-8E63-67E5-99BE-80D43D39E5E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DF12342-C6E4-9F52-136F-8BE10197A1FC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C0E4FCCF-FCC6-AB7A-7FA6-ABDDCF7E2A3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A185BBB-E7ED-2C28-942E-81D95FC41048}"/>
              </a:ext>
            </a:extLst>
          </p:cNvPr>
          <p:cNvGrpSpPr/>
          <p:nvPr/>
        </p:nvGrpSpPr>
        <p:grpSpPr>
          <a:xfrm>
            <a:off x="8823422" y="3689555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FA80CA6-5CA7-576C-DAF9-69F24602FC10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1D4D003-E5FF-ADF0-D6EA-FB53C801087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FF8D5DC9-9716-CEAC-ABBD-2C1F14E8285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99B8472D-FF5A-7A94-8B48-D8F321672439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141C5D2-DBEF-9041-9DC2-F316C3293347}"/>
              </a:ext>
            </a:extLst>
          </p:cNvPr>
          <p:cNvGrpSpPr/>
          <p:nvPr/>
        </p:nvGrpSpPr>
        <p:grpSpPr>
          <a:xfrm>
            <a:off x="9575081" y="3807908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313192C9-2F21-2155-0F6A-32445C482B77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A13B3DFF-4667-6A23-6689-B592F0730D0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FE1E6580-6CBC-9E74-7513-5E5D36700DCB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764649A5-D97F-7F10-46C6-764FF74F41A5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8995ECF-A265-7ABC-CBF7-0E535F5CBFF7}"/>
              </a:ext>
            </a:extLst>
          </p:cNvPr>
          <p:cNvGrpSpPr/>
          <p:nvPr/>
        </p:nvGrpSpPr>
        <p:grpSpPr>
          <a:xfrm>
            <a:off x="10027599" y="3677056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A98AEA23-C5B7-5957-9FE4-C90EFE6C026C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B0E3BBA9-BB34-BEC6-CD83-D72134497A6A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8EE9A069-CD7A-65EE-73F1-99FEBA2F717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1B03CDBC-ABE8-7111-0E99-3C26966010A9}"/>
              </a:ext>
            </a:extLst>
          </p:cNvPr>
          <p:cNvSpPr/>
          <p:nvPr/>
        </p:nvSpPr>
        <p:spPr>
          <a:xfrm>
            <a:off x="10120381" y="390807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5CE26A12-64FC-09A8-DC4A-75600F734B66}"/>
              </a:ext>
            </a:extLst>
          </p:cNvPr>
          <p:cNvSpPr/>
          <p:nvPr/>
        </p:nvSpPr>
        <p:spPr>
          <a:xfrm>
            <a:off x="10387215" y="410761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8733D83C-88AF-5411-8D8A-EA116EE00955}"/>
              </a:ext>
            </a:extLst>
          </p:cNvPr>
          <p:cNvSpPr/>
          <p:nvPr/>
        </p:nvSpPr>
        <p:spPr>
          <a:xfrm>
            <a:off x="10473873" y="407860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3776F5D-5135-3D7C-40AF-BB88A06D0A7C}"/>
              </a:ext>
            </a:extLst>
          </p:cNvPr>
          <p:cNvGrpSpPr/>
          <p:nvPr/>
        </p:nvGrpSpPr>
        <p:grpSpPr>
          <a:xfrm>
            <a:off x="10185818" y="3475918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2AA30898-5AB6-AA26-A8A5-85791A5AE48F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C68AF25C-599C-6291-9658-8B9BAC2259C8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F4B3BE85-CAA1-502C-5722-3E1C6A19E93F}"/>
              </a:ext>
            </a:extLst>
          </p:cNvPr>
          <p:cNvGrpSpPr/>
          <p:nvPr/>
        </p:nvGrpSpPr>
        <p:grpSpPr>
          <a:xfrm>
            <a:off x="9312198" y="3610527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ADC09520-1C86-28A1-21C1-1DE17D0FCC5F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132AA3DD-AD97-3A4C-C095-497EF707058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01F86DBE-7345-B867-A660-6D0CC9AFB4B9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0682115-6688-74E5-41CE-67EEF8F84869}"/>
              </a:ext>
            </a:extLst>
          </p:cNvPr>
          <p:cNvGrpSpPr/>
          <p:nvPr/>
        </p:nvGrpSpPr>
        <p:grpSpPr>
          <a:xfrm>
            <a:off x="10641358" y="3429679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5EB4660C-0B71-B24C-C576-72E7588F421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964CE8A0-05AD-8C38-E6F4-5ECB03D4E57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02E5FE5-14C5-BB18-6363-34587C85934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4997C4B9-377A-6A4A-EA7C-3F68728F96F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EB1A756-7DAF-2B45-8EC4-772271C16749}"/>
              </a:ext>
            </a:extLst>
          </p:cNvPr>
          <p:cNvGrpSpPr/>
          <p:nvPr/>
        </p:nvGrpSpPr>
        <p:grpSpPr>
          <a:xfrm>
            <a:off x="8633610" y="4100566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1F6A9775-BCB5-C993-8885-AF2F76CDEAA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A3772BA4-7A73-ED0E-612A-72DD29A871A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156267AB-D818-6413-B50A-C8684127CCAF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20DC66B7-5392-725D-99CA-EA0E24F1651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8AE9B39-E7E8-2885-4C6E-7DCFF616414E}"/>
              </a:ext>
            </a:extLst>
          </p:cNvPr>
          <p:cNvGrpSpPr/>
          <p:nvPr/>
        </p:nvGrpSpPr>
        <p:grpSpPr>
          <a:xfrm>
            <a:off x="10521777" y="3774484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F422694-FCD9-AA4E-AAEA-C0E1C64736F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37708DB6-E880-9AA3-77AF-A51C0E48919B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4927C65C-E911-393B-F632-E6490324048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E1C0F02-F556-D35F-28E4-18DA8B78527E}"/>
              </a:ext>
            </a:extLst>
          </p:cNvPr>
          <p:cNvGrpSpPr/>
          <p:nvPr/>
        </p:nvGrpSpPr>
        <p:grpSpPr>
          <a:xfrm>
            <a:off x="9138917" y="4116858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19667CA6-E4D5-94FB-8571-B8A43C6639F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37F3A40-4EC8-BCDB-D9C1-C8730BDA1A5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78AF573-FDBC-17A9-EF3C-FABADE0631F7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6B03D43-E31E-C159-EF1D-20612C5EB1C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3DAFF897-BD35-1675-37A1-8BFD6BA5B0A4}"/>
              </a:ext>
            </a:extLst>
          </p:cNvPr>
          <p:cNvGrpSpPr/>
          <p:nvPr/>
        </p:nvGrpSpPr>
        <p:grpSpPr>
          <a:xfrm>
            <a:off x="9591435" y="3986006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548DDE75-579D-0883-28C4-F66AEA3E76E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35D7FA82-7A76-A58C-51A3-CDC61CF3F0E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E6703C03-0BB7-2568-9852-922F04E4354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C7FF803A-55DD-0E40-9E10-8955B1E8F5C7}"/>
              </a:ext>
            </a:extLst>
          </p:cNvPr>
          <p:cNvSpPr/>
          <p:nvPr/>
        </p:nvSpPr>
        <p:spPr>
          <a:xfrm>
            <a:off x="9684217" y="421702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7B540BD6-363F-8C61-3425-8405CEB6A685}"/>
              </a:ext>
            </a:extLst>
          </p:cNvPr>
          <p:cNvSpPr/>
          <p:nvPr/>
        </p:nvSpPr>
        <p:spPr>
          <a:xfrm>
            <a:off x="9951051" y="441656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BB040EBC-F090-E0CF-346B-636DC00B7A3C}"/>
              </a:ext>
            </a:extLst>
          </p:cNvPr>
          <p:cNvSpPr/>
          <p:nvPr/>
        </p:nvSpPr>
        <p:spPr>
          <a:xfrm>
            <a:off x="10037709" y="438755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0106B07-BD3E-BFFD-465B-B7E64AECEBEB}"/>
              </a:ext>
            </a:extLst>
          </p:cNvPr>
          <p:cNvGrpSpPr/>
          <p:nvPr/>
        </p:nvGrpSpPr>
        <p:grpSpPr>
          <a:xfrm rot="19612653">
            <a:off x="9749654" y="3784868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E23245A9-EB25-F089-FDDC-053D6D18DB3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45496B39-81A6-A922-9242-CA0418572D2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809A1EB-A2CF-85A5-29D8-DCC8651A02D2}"/>
              </a:ext>
            </a:extLst>
          </p:cNvPr>
          <p:cNvGrpSpPr/>
          <p:nvPr/>
        </p:nvGrpSpPr>
        <p:grpSpPr>
          <a:xfrm>
            <a:off x="8876034" y="3919477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9A5FE134-A1F3-D6BF-6A1B-4BC6F4AD9D3F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12621899-0464-75CE-0540-FF1BD76F212F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35108727-5DA1-4B74-CD46-536E47A4123E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B7356234-AE7A-EEAD-FE04-71FB61266D59}"/>
              </a:ext>
            </a:extLst>
          </p:cNvPr>
          <p:cNvGrpSpPr/>
          <p:nvPr/>
        </p:nvGrpSpPr>
        <p:grpSpPr>
          <a:xfrm>
            <a:off x="10205194" y="3738629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8E73545F-776E-B1C7-FFC7-37B517D3D66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EE1DD510-AF5E-1A86-247E-30B9348C2F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E3AC696-0CDD-E303-7212-21F205D4B41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3D50F6D9-EC77-E1CE-9785-264BFDEDCB7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6748E27-E629-379E-5800-3141413245C3}"/>
              </a:ext>
            </a:extLst>
          </p:cNvPr>
          <p:cNvGrpSpPr/>
          <p:nvPr/>
        </p:nvGrpSpPr>
        <p:grpSpPr>
          <a:xfrm>
            <a:off x="10458777" y="4100133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5B31463D-08C4-6E16-F890-B9884B42EFF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32C32509-9E6E-6405-532A-5CA16671EE1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D0AE5384-4D4A-E083-0C4C-92AA0098A64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538E03F-FEDB-2FEC-ECFC-C3D8F82E5D0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C080164-B782-F8E2-2626-2ACA3273ECEF}"/>
              </a:ext>
            </a:extLst>
          </p:cNvPr>
          <p:cNvGrpSpPr/>
          <p:nvPr/>
        </p:nvGrpSpPr>
        <p:grpSpPr>
          <a:xfrm rot="9713598">
            <a:off x="10009861" y="4167852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3FE76ECA-4F49-6166-9547-463D83841EB0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EF8D8F6-4F3A-A025-5366-929C3B3891A3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1992E444-CD89-07AC-AF2F-B3C78978066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D15EFA14-2D69-F71C-6A36-ED9CC002CAF2}"/>
              </a:ext>
            </a:extLst>
          </p:cNvPr>
          <p:cNvGrpSpPr/>
          <p:nvPr/>
        </p:nvGrpSpPr>
        <p:grpSpPr>
          <a:xfrm>
            <a:off x="8829300" y="3639520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2EAE053-BBE2-50E2-EB49-2E0B29390DEF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881DB23-8ECB-6E24-14FE-5DC2A2500A5D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55D1223A-7FA1-9224-B179-8469BC822F1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43E3D002-8996-98F2-7B7D-ADD6C252BD18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DE01704-9B89-DFEF-EA3A-DEC652940CB6}"/>
              </a:ext>
            </a:extLst>
          </p:cNvPr>
          <p:cNvGrpSpPr/>
          <p:nvPr/>
        </p:nvGrpSpPr>
        <p:grpSpPr>
          <a:xfrm>
            <a:off x="10364034" y="3198516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0F189861-4C8A-8FBF-E3B0-91586BC01D8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AB1C1580-16A9-58B4-3D30-463AFA5357F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1B65A286-319D-6BB7-9EF0-6912E3883682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532A0E8-A16C-E331-2A27-72AB01572044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A1C160A-71B9-2A74-5BE4-1378A4C64EF2}"/>
              </a:ext>
            </a:extLst>
          </p:cNvPr>
          <p:cNvGrpSpPr/>
          <p:nvPr/>
        </p:nvGrpSpPr>
        <p:grpSpPr>
          <a:xfrm>
            <a:off x="9051702" y="3336965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32D39FDB-47A0-118B-247C-2BA69B1F2EE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3C310C87-DE4D-8B73-1C77-2FE07FE3539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7A332C13-1E28-B3A3-61F9-9D8D9BF98D5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9538C120-AB0B-78AD-61F2-61AB9866EC4C}"/>
              </a:ext>
            </a:extLst>
          </p:cNvPr>
          <p:cNvGrpSpPr/>
          <p:nvPr/>
        </p:nvGrpSpPr>
        <p:grpSpPr>
          <a:xfrm>
            <a:off x="10254233" y="3582850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14DAEC2-FD40-79EC-514E-1C24274B6DA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64E3A9E4-2111-7B17-AA46-CECCFFFAF434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E97B405C-0CAF-63E0-12C6-26A8CB551506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C271A64-D41D-6D7F-EB20-2884384739AB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5F8DAACD-EA46-688B-AC21-C73B2C88273F}"/>
              </a:ext>
            </a:extLst>
          </p:cNvPr>
          <p:cNvGrpSpPr/>
          <p:nvPr/>
        </p:nvGrpSpPr>
        <p:grpSpPr>
          <a:xfrm>
            <a:off x="10750052" y="4074425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EF1D11D7-9F56-E297-D2EA-DC6DA5935425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6CDD9BA3-5974-6B19-A5D1-A192A6C943E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D6388B0E-E239-C01F-785C-DCAFDD0BC63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DBDB2211-DB96-27B3-18E1-94489517C23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6FDA6A8B-122C-473D-A651-BC2C1B5599EE}"/>
              </a:ext>
            </a:extLst>
          </p:cNvPr>
          <p:cNvGrpSpPr/>
          <p:nvPr/>
        </p:nvGrpSpPr>
        <p:grpSpPr>
          <a:xfrm>
            <a:off x="9373071" y="4285993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73B26836-EEBE-A678-87F5-70D1FEF3503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2B24FCE2-9AE0-1DEC-3E31-311996AF023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3D542367-4132-6109-F968-C54E877159C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1243B448-73CD-AF39-CA9E-4DF76437985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596498A8-FBEF-3326-A05B-C4DC4B87688F}"/>
              </a:ext>
            </a:extLst>
          </p:cNvPr>
          <p:cNvGrpSpPr/>
          <p:nvPr/>
        </p:nvGrpSpPr>
        <p:grpSpPr>
          <a:xfrm>
            <a:off x="9233835" y="4119641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B47B0920-46EC-D250-948F-32FBC444B6B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A75AD8DB-8B27-87B1-C15B-12548B15CDB2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B5D75628-EB47-8050-C088-1EF2B31AEAD8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1590B6AD-9DBB-93B1-5A94-17596A5850F5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D7620DA9-B8BC-D42A-2899-B0299F29E8E5}"/>
                  </a:ext>
                </a:extLst>
              </p:cNvPr>
              <p:cNvSpPr txBox="1"/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D7620DA9-B8BC-D42A-2899-B0299F29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58CB6E8B-4B74-AEBA-2BBA-DAE07AA45145}"/>
                  </a:ext>
                </a:extLst>
              </p:cNvPr>
              <p:cNvSpPr txBox="1"/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58CB6E8B-4B74-AEBA-2BBA-DAE07AA45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21EBEFDC-ADC8-88BA-CA9F-0C97077B05B3}"/>
              </a:ext>
            </a:extLst>
          </p:cNvPr>
          <p:cNvCxnSpPr/>
          <p:nvPr/>
        </p:nvCxnSpPr>
        <p:spPr>
          <a:xfrm>
            <a:off x="2232471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3684C242-267F-FD77-F64B-98FD0DD52996}"/>
              </a:ext>
            </a:extLst>
          </p:cNvPr>
          <p:cNvCxnSpPr>
            <a:cxnSpLocks/>
          </p:cNvCxnSpPr>
          <p:nvPr/>
        </p:nvCxnSpPr>
        <p:spPr>
          <a:xfrm>
            <a:off x="63845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73E8DF88-E1E5-B420-A9B6-75AA23095697}"/>
              </a:ext>
            </a:extLst>
          </p:cNvPr>
          <p:cNvCxnSpPr>
            <a:cxnSpLocks/>
          </p:cNvCxnSpPr>
          <p:nvPr/>
        </p:nvCxnSpPr>
        <p:spPr>
          <a:xfrm>
            <a:off x="77688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ECEEBC7C-0513-35C9-3216-A0A52F4FF227}"/>
                  </a:ext>
                </a:extLst>
              </p:cNvPr>
              <p:cNvSpPr txBox="1"/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ECEEBC7C-0513-35C9-3216-A0A52F4FF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FE5E441-A28C-1F43-8BAC-8912F28ECE92}"/>
                  </a:ext>
                </a:extLst>
              </p:cNvPr>
              <p:cNvSpPr txBox="1"/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1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FE5E441-A28C-1F43-8BAC-8912F28EC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blipFill>
                <a:blip r:embed="rId6"/>
                <a:stretch>
                  <a:fillRect l="-5769" t="-4717" r="-44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54259734-4272-77B2-E71A-5B32F5557FB4}"/>
              </a:ext>
            </a:extLst>
          </p:cNvPr>
          <p:cNvGrpSpPr/>
          <p:nvPr/>
        </p:nvGrpSpPr>
        <p:grpSpPr>
          <a:xfrm>
            <a:off x="5509618" y="3245612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D9A1906B-C8FC-85DA-86F6-870CA8BA849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6356EAF8-E483-DA98-2D1A-DEFEEF0A815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094E549A-7983-8F4A-B7F4-34B6562435B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44721530-62AB-DE99-46A6-30FD4386783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F81B4F09-9208-EC46-0D3E-C6862FF89724}"/>
              </a:ext>
            </a:extLst>
          </p:cNvPr>
          <p:cNvGrpSpPr/>
          <p:nvPr/>
        </p:nvGrpSpPr>
        <p:grpSpPr>
          <a:xfrm>
            <a:off x="4934960" y="3524137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ED9F4E8A-3FD5-3F4F-932F-53E561798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D974CBAB-7DED-B54C-7659-F17C803AB306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DEB1E6C9-FEE9-4613-96F8-AAE5765D600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3B981F2-F9D6-94CB-402A-14B7385FEDEA}"/>
              </a:ext>
            </a:extLst>
          </p:cNvPr>
          <p:cNvGrpSpPr/>
          <p:nvPr/>
        </p:nvGrpSpPr>
        <p:grpSpPr>
          <a:xfrm>
            <a:off x="5399817" y="3629946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13350163-9E41-A49D-F851-F3E2A1A7C3E3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9ACF46F-4ABD-0D7F-B432-51CE0B14BD6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0349504A-E524-1728-8031-601AAB56FD5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F4B70EFB-EDC5-984D-6CB8-2F4880D02BC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47F5A42-9990-A55C-20D3-FBBD19183B28}"/>
              </a:ext>
            </a:extLst>
          </p:cNvPr>
          <p:cNvGrpSpPr/>
          <p:nvPr/>
        </p:nvGrpSpPr>
        <p:grpSpPr>
          <a:xfrm>
            <a:off x="5007733" y="3137632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FB2C4A0C-F561-F0EA-6E97-39881831962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57BDC51A-34F5-63AA-D6F7-10F52FDCA7D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0A59B35D-7831-37E4-2476-EC33C4FD0F7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2F42564B-3306-C2D3-FDF8-5BE81C457D0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743CF846-3012-5439-0D34-598C3CB0E085}"/>
                  </a:ext>
                </a:extLst>
              </p:cNvPr>
              <p:cNvSpPr txBox="1"/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743CF846-3012-5439-0D34-598C3CB0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DCAF83AA-650A-2DFD-5C30-3A2C094B82E5}"/>
              </a:ext>
            </a:extLst>
          </p:cNvPr>
          <p:cNvCxnSpPr/>
          <p:nvPr/>
        </p:nvCxnSpPr>
        <p:spPr>
          <a:xfrm>
            <a:off x="4123760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AE418895-8190-45E7-7288-6BF0B87C8625}"/>
              </a:ext>
            </a:extLst>
          </p:cNvPr>
          <p:cNvGrpSpPr/>
          <p:nvPr/>
        </p:nvGrpSpPr>
        <p:grpSpPr>
          <a:xfrm>
            <a:off x="5352996" y="2884249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662264D7-AFFB-9960-D89E-D679D98D8261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5EA378F3-1F64-E458-B86E-68A2938AB78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20AEA370-DA8F-B377-99AE-C01199B16951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792670BD-820A-45BD-2262-2B06AEFCD34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55BC16C0-C155-CD34-ABA6-317590964BF1}"/>
              </a:ext>
            </a:extLst>
          </p:cNvPr>
          <p:cNvGrpSpPr/>
          <p:nvPr/>
        </p:nvGrpSpPr>
        <p:grpSpPr>
          <a:xfrm>
            <a:off x="5043657" y="3919407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A18340DD-6DB0-9D2D-BBB3-7316C4F8C39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627F2CB6-EBAB-C3A2-D907-75DA3ACF903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EABB788-6371-6FA5-A4A5-E3B886650B56}"/>
              </a:ext>
            </a:extLst>
          </p:cNvPr>
          <p:cNvGrpSpPr/>
          <p:nvPr/>
        </p:nvGrpSpPr>
        <p:grpSpPr>
          <a:xfrm>
            <a:off x="5630260" y="4016789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ABF82D9-CB2C-0834-769E-1E4AC0BE4B0D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CA5A3866-AF8A-EEAF-F816-473086FD619B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5EA38323-7608-D07A-A5B3-7D191D8184F8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58301305-E7AF-45FC-B2CF-CCD4648F7F11}"/>
              </a:ext>
            </a:extLst>
          </p:cNvPr>
          <p:cNvGrpSpPr/>
          <p:nvPr/>
        </p:nvGrpSpPr>
        <p:grpSpPr>
          <a:xfrm>
            <a:off x="5887655" y="3556206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E7CD4658-C022-A502-67D8-D63F767D5DE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9AC56BE4-D395-9AFA-BD01-86510ED5AA5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23913B32-5C71-386D-1EE7-4F5163296B3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A69E539B-9C4C-0926-F5A5-3BDD731FEB9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F63C05-5787-5231-37A0-F88DBB839153}"/>
                  </a:ext>
                </a:extLst>
              </p:cNvPr>
              <p:cNvSpPr txBox="1"/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sz="28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¿Cuanto </a:t>
                </a:r>
                <a:r>
                  <a:rPr lang="es-ES" sz="2800" b="1" u="sng" noProof="0" dirty="0">
                    <a:solidFill>
                      <a:srgbClr val="92D050"/>
                    </a:solidFill>
                  </a:rPr>
                  <a:t>tiempo aproximado</a:t>
                </a:r>
                <a:r>
                  <a:rPr lang="es-ES" sz="2800" u="sng" noProof="0" dirty="0">
                    <a:solidFill>
                      <a:srgbClr val="92D050"/>
                    </a:solidFill>
                  </a:rPr>
                  <a:t> </a:t>
                </a:r>
                <a:r>
                  <a:rPr lang="es-ES" sz="2800" noProof="0" dirty="0"/>
                  <a:t>es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F63C05-5787-5231-37A0-F88DBB839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5051274"/>
                <a:ext cx="9406746" cy="988604"/>
              </a:xfrm>
              <a:prstGeom prst="rect">
                <a:avLst/>
              </a:prstGeom>
              <a:blipFill>
                <a:blip r:embed="rId8"/>
                <a:stretch>
                  <a:fillRect t="-8642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7726602-EE4B-D454-8C9A-FADEF23EEB19}"/>
              </a:ext>
            </a:extLst>
          </p:cNvPr>
          <p:cNvSpPr txBox="1"/>
          <p:nvPr/>
        </p:nvSpPr>
        <p:spPr>
          <a:xfrm>
            <a:off x="1196551" y="168461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6FC46-3368-C3F4-7181-0D207DC309EC}"/>
              </a:ext>
            </a:extLst>
          </p:cNvPr>
          <p:cNvSpPr txBox="1"/>
          <p:nvPr/>
        </p:nvSpPr>
        <p:spPr>
          <a:xfrm>
            <a:off x="9473289" y="1684617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10330C-49F9-23F4-F4C1-A95499CCC249}"/>
                  </a:ext>
                </a:extLst>
              </p:cNvPr>
              <p:cNvSpPr txBox="1"/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2400" b="1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10330C-49F9-23F4-F4C1-A95499CCC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0EA0D-1DF7-3297-5BA0-E4F5C4938C25}"/>
                  </a:ext>
                </a:extLst>
              </p:cNvPr>
              <p:cNvSpPr txBox="1"/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2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0EA0D-1DF7-3297-5BA0-E4F5C4938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blipFill>
                <a:blip r:embed="rId10"/>
                <a:stretch>
                  <a:fillRect l="-3620" t="-4717" r="-316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089CA-D523-8A46-7C31-3D8A28BC4D3B}"/>
                  </a:ext>
                </a:extLst>
              </p:cNvPr>
              <p:cNvSpPr txBox="1"/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089CA-D523-8A46-7C31-3D8A28BC4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blipFill>
                <a:blip r:embed="rId11"/>
                <a:stretch>
                  <a:fillRect l="-3320" t="-4587" r="-2905" b="-1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4E8DE2-D242-067F-543C-8F18A6CABE6A}"/>
                  </a:ext>
                </a:extLst>
              </p:cNvPr>
              <p:cNvSpPr txBox="1"/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4E8DE2-D242-067F-543C-8F18A6CA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670592-1786-609B-A758-291F3E0F0DA5}"/>
                  </a:ext>
                </a:extLst>
              </p:cNvPr>
              <p:cNvSpPr txBox="1"/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670592-1786-609B-A758-291F3E0F0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720D66-1A80-C980-BDDB-B1950161DDF2}"/>
                  </a:ext>
                </a:extLst>
              </p:cNvPr>
              <p:cNvSpPr txBox="1"/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1200" i="1" noProof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720D66-1A80-C980-BDDB-B1950161D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7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54" grpId="0" animBg="1"/>
      <p:bldP spid="158" grpId="0" animBg="1"/>
      <p:bldP spid="232" grpId="0" animBg="1"/>
      <p:bldP spid="233" grpId="0" animBg="1"/>
      <p:bldP spid="234" grpId="0" animBg="1"/>
      <p:bldP spid="299" grpId="0" animBg="1"/>
      <p:bldP spid="300" grpId="0" animBg="1"/>
      <p:bldP spid="301" grpId="0" animBg="1"/>
      <p:bldP spid="337" grpId="0" animBg="1"/>
      <p:bldP spid="338" grpId="0" animBg="1"/>
      <p:bldP spid="339" grpId="0" animBg="1"/>
      <p:bldP spid="396" grpId="0"/>
      <p:bldP spid="407" grpId="0"/>
      <p:bldP spid="410" grpId="0"/>
      <p:bldP spid="431" grpId="0"/>
      <p:bldP spid="2" grpId="0"/>
      <p:bldP spid="4" grpId="0"/>
      <p:bldP spid="11" grpId="0"/>
      <p:bldP spid="12" grpId="0"/>
      <p:bldP spid="13" grpId="0"/>
      <p:bldP spid="14" grpId="0"/>
      <p:bldP spid="1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1D910-42D2-A556-5D48-24244C0E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25936FC-94CF-4D52-C15C-95A03CB4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8A0075-FD97-028F-4C7A-87C5D9BB8C4C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de calculo de generaciones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las células se duplican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/>
                  <a:t> horas: calcule el tiempo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 por aproximación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8A0075-FD97-028F-4C7A-87C5D9BB8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47FACC0-CB52-F607-6F25-B43192E373E1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71B53C-6401-FA41-B584-1E7907F351C1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1509F39-B51E-70EF-290F-0E2852BDC2AF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A44CCD-F7A7-97D4-BA49-6309000095E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631D9D1-E006-1CD4-A55E-DC659F7D2706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75C1F8F-640C-789A-77F0-7BD9E3726AF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EBF40D-AF2B-3E62-369B-4846D13EB2C3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70C8BCA-4D26-9777-AEEC-39A5D657949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CE4DD2-E5BF-3177-9181-958FF405DF88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0AC0D9-CCF3-E9B0-1B1D-3EEA34A0B40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F2CED12-52EF-15DD-A596-1554C1786F6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D1B9F5-1145-51D1-94FA-737B1AA63092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5B8A82-199A-A722-2190-4713710B2D10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ABE3D30-DAC9-B0CF-FF47-161F5E845630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60306E7-9746-5604-A0FB-9B5D374EB38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2A234C0-AACE-17DA-C207-BEC2F37A90DD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3FC6F0-61DB-C4D1-82EE-3EF874164D4C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7428BC-BD92-4093-DB42-C7862B0BEE17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424CF6-4D93-3AC1-C8C0-1DE2C96D27DA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F90DBD-2301-2FC6-E79C-51D607E29C5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8506B10-F190-FE22-D0C4-0A5951801A97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BE2C9E-4032-F34A-5C66-9448A93B35ED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39FD316-C986-ED49-0272-9D92A96CC1EE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05F8B96-6C7F-1A8F-3305-C7E379372A54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C90E4D-8273-20DE-E5F2-E97457B4C7AB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0E5438-0D91-063C-C221-A91376982022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74ABAD6-FCF1-914D-2CB8-50D8081F1C5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FCF9479-D596-515A-152D-EA7FE5C824F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1E1831-BF75-20F1-6D0C-1F015DE461C1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653BCC7-8464-1890-D357-74FFCFA6A90A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A510DD-7F1A-F716-7711-88F4DB1A1C29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2C150C4-149B-714F-A1F6-A17010787669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7F21BAF-9DB9-707D-F28E-0BA45134C78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9624887-F387-41D2-DD6E-AC89BFF395FD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AC7AB7A-A4D3-58DD-72B0-75986CEB961D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E5B0C85-974B-4560-E7A3-D8A0F237A2B8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C845256-6E26-D074-824E-C08A23EC116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AF36469-F402-D28A-E474-794862B71314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E8053B1-55FF-E7DF-DC9F-8B365236EB2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C99DA44-BFA3-1242-153E-218C7EBA9464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A3C7B0F-AA43-F8B9-2CAE-679491E832EB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684346E-4C1F-0E4D-E48A-BE8A923F58A3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9262082-CF04-7C5B-8A7F-5215485062A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0B1EAAD-94D7-0FB2-8572-38F97C56150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9CF05AD-7A3A-FF7E-E791-402A23A3DA0E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C2967FF-40D5-5409-B091-4F0E38D15A7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5F123C5-84B5-E49A-0C56-F54E7EA0E809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52D27FF-560B-21E6-8476-D1800BDC948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2664DBE-621D-6E21-287F-EDE478535889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E88A4BA-1589-C6A8-4C7A-27944D0CC3FB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CC441AB-B690-F1CA-F65F-B9024348044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9CC17CB-615D-10D3-3FFA-BEF01CCC301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D8D105A-476B-6C44-35E6-E3F28AE2896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2845A78E-3F13-4FA8-8EA5-A00F00AFC93D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D38D0C3-22E4-8709-EA86-553436DED198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B777E54-33FE-5853-1A52-94A0BF6315D1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00105F4-0AB4-676B-CD4E-EAD3D7BF6CB3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A9C8A2-C80B-69D9-C732-6BD460F00C1A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F6A55DC-8B53-2A20-83BC-741C43725DD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5CC1510-274E-31F5-8ADE-D2A6399B28CB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5847B1D-55A1-694C-70E3-FA3E3DA0CBF4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04CD033-E8BF-2D48-B86F-5FA20D11C24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9FAAB94-0A42-096B-B017-EF77AE0198B0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59E833E-0551-4ADA-0611-0F4A45C8A388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6C45F71-8347-8488-7015-0A6A7F567F8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353EDE8-313F-AF4B-32B1-E249585D482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ABC444C-D6E4-B033-0522-B5F2838E0608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FDFBB23-832F-4E9A-FBF8-DFA7A71E0BC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F587744-5F78-E109-65DC-429EA596D7B1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BB977A6-E5EE-175D-6702-701FF68D349C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66607A-3340-A38A-B971-9F4228DFDD0B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2F55247-62B0-0FB9-A8B4-A833B3103DCB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760B13F-1939-8432-B696-1196B0DD3F3F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8CA65F3-2CFD-57BB-C95B-13AF4C70C6EF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D437963-C470-2555-5A59-208F90BCB008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0285FD5-CF39-2F0C-AD59-42FE5AF1E47F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3D5895D-5173-3C30-0659-55CD9840F02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632F177-7546-39C4-E8BA-B9B390B9FFD1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205E266-800A-3463-5704-6E4C6B6D61CD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D02D45B-4814-C5AF-5633-1B631AC8C3CC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D56B509-646F-D222-78B8-3785F858F73B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190470C-E8BC-F97A-A7AE-76B179910A86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91A8C64-4A73-47E0-2BA0-458D2EE92A54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A302BC-0D96-6DFE-F2E6-AB18185739D5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F2864B3A-C4BD-2A2B-3DD3-3D6A91952369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CB73DFF-23FC-8982-9DD0-82BDD91E733F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A4794D2-407B-F316-DBCF-63952DE98265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1AC0553-E156-82F5-CF1F-8EF37E11F5D4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7547729-704F-1EEE-FB93-2469E6DDD0F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28611CB-8C76-8394-1622-0DC2E15C48A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41BBB9A-6A06-E24C-4A89-7BAC03E7247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E0F7442-E85F-1CEC-0A62-741CF242B100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06001B3-2433-05B6-9C77-80EAFC4C618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30C14F0-C889-4D41-C7D0-85D41DC2152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940079D-AA01-B7ED-D970-326B5E082B9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FCD0F53-D570-10CF-5429-F74412B86206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471E0B1-1D24-32A2-E0AD-0F90410B00E9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758A3D0-28D9-F470-A7C2-AF15441A759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8287024-4014-2D16-4946-6A4B11947D3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32946FD-E18F-F7C5-48A8-83B252CB675C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CD4D299-7221-28BF-BBE9-A647E3D87F3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A6A966-60B9-3135-F961-B81F8F2FBE15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27945CE-D504-471E-90BB-44AFE301064A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6A0BFCD-EAC3-48F9-3A64-8C538A6D17F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9BD4E90-7637-2F73-94A3-99627F29233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F220D7A-714E-515C-8811-F5C1351F744E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880D326-4B1A-02F8-ED02-368496794F52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F6A51F1-7DCE-813D-F2AC-0FED357B2FD2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28C0847-E08A-9E3D-AB1B-BD39795171E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2BEADAE-C920-A199-DA3D-8EF71F7654B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A1230F6-FBAB-88C7-8586-23EF2E3BFBF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3BCF7C7-79BF-FE13-6DB8-3682948C465B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85B8DA5-3156-5167-2ED9-0E49EB88898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A7FD05F-FBCE-E907-4DA9-1FDE4A29537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A07A27F-E5DC-B735-6EE0-502BF88D58A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3A450419-2643-1800-9930-ED7A6FACE7C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FE2E5D4-C5BB-2428-8AED-2365E43842DC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011CFB6-AF37-64F8-B53B-E724C5342338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F91528A-B575-33A6-F6B3-219B71577CD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C20D170-D120-CE9D-970F-EEAEFB129EF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4FB004BE-195F-523D-3ED5-18A9D34B042B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F934372-2144-D847-A2FB-28F35A6C8EA6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40826281-B8B4-249A-B312-E18920E56AC3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08EAA74-8723-592E-EC9A-ACF8CADB526B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200F0DE-8F6C-1260-97C3-D9476B80B4C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1366264-6907-B28C-0A64-A3F57D46F28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33DA69A-63FB-02F3-95C0-14BD1F539518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A208092-7BB3-4FCD-7ACF-C6ECA878DA02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9B3A756-A1FA-8344-FC01-4BEB3192EC86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E37FEA4-CE2C-24B7-245F-C9F34D30BB9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CB64350-4FDE-0295-D830-F240A7E43894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255E33F-6EE7-01F8-5DE9-64373A28FF24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33D035AA-814C-76D8-80DC-EC719C009B6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6BA766EB-9ECD-28FA-8871-FD27278087CF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1E024D5-5B21-6B74-984A-BBF1405739A9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607578D-F2B2-A1D6-B73D-395F037FF6A5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85A0089-3125-C940-EDD2-69296D5DE93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8D32BA7-5715-91DF-E49D-AC68E8B8900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B2D5828-C5BC-2C3D-B75E-33E8D105777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155E087-9CF0-37A1-F646-E26945DEDCA4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7EE19AA-F4B0-A314-0423-A7874B0D62A2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5F12E0-BC73-EBB4-E6E4-B7E115D09E1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A0D3F67-FCC6-8E75-8EAD-5F0012A6786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E8F0E30-689E-AA99-248B-43F016D98CC2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193323D-38BE-71C5-8335-13D09B5E1CBD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11E0419-EB05-622E-66D2-4EF02A433ED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464251A-EF82-CC8D-D9D7-05B886CEA51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6596CF4-9490-5FD2-17BC-4DA9061FCC4D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7F7AB1B-CA5D-FD98-FFB4-8642204FCF9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F7CAC12-16FF-A427-6843-4AD62769B82A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1712866-B86D-2F50-F239-C8492EAC931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7849A81-C098-72C9-3D36-4734693EFB4D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2276656-43F4-2AC5-A8E3-1DF4B174F9C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7A1C8954-74B3-404D-52C0-EF6530D95975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C547B2D4-0D7B-63E5-1C4F-77884C45DC1B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A501857-1B97-C7C3-5E3C-60B29F46793D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EDF5028-D32C-65C7-8514-2279B34575DD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7D6D9AF3-79DF-A66F-EAE2-E6C01917517D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D006C1E-1A37-BB05-E231-B88A42A59E73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4AAC4430-C1A2-5248-DAAD-20BA749DE6A4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B4C3E1D5-AC66-B3BF-15C2-9D70E163EC9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605B473-0722-19A7-FC07-F368BBAECCB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D8CF310-DAA6-08D1-CDC2-A0A3A4099DC3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87B9D85-38EA-153A-A310-FB250F546D21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DBCCA882-7FB4-368C-456D-6F5A6708925C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DDD9672F-64B5-F4F2-51C6-DE39E8CB3153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95D59C15-5A07-489A-43F7-ECF6343818E5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3511F81-02F0-86A8-1C29-07FF23537AE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4C88BF-EAC3-DD24-7967-52F5F669BCAE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5BDCF9E0-6E1E-C8E5-3271-513F13FB313A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C2F973A7-8CD2-7F30-D6FE-8923FD6A474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DDB0BFC5-9197-982F-761F-9781B11DE07C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2DB98AB3-DE70-5258-D3AF-CF67152FA940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848B465-AC54-F701-0FDA-B187EA4978E2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4C3F151-99A0-905F-A767-DB1F3E9689DB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FC59FCF-DC51-047D-C6C6-15AFC44A927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EE612A3A-D2DA-E78F-5CF8-8728C0709F19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FC18C67-02F4-9E54-62C9-3F5A94E3A74D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FAEBA651-6A22-ED72-6CEC-504B8D929020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77D0734-29F8-C674-59CC-81D2D60512A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5F10FCB9-026D-891A-E7EE-CDD6986F3FC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972BFB1A-0314-DA94-CEB0-38F04506BED2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AD6FF57B-5EAE-629A-3AE5-3092E3B635D2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623CA22-44C3-7647-5E0A-2A79EE81D0A4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1AFB5E6-088C-68F8-FE9A-2E01D04081FF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CF19AAC-1515-003E-53D2-FCD15BC40F1E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E64BB2A-AD94-BEC7-82E4-AA6D0D8170CA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109CC39-E1B4-4C33-629B-98716EA11EEC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E68D115-C6B7-FE8D-40BE-31B99DC8582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223B8790-F736-E544-A170-3BD3A19AC77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220D28A8-C753-083D-0B69-3C3FFBE14514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8303E91-4DFE-68D1-CE55-540FB9C810B5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5BF22A0E-A167-F4B3-C119-C9BC36ED736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F2ADAD4-ED44-FC4B-0BB3-E3A3A79D2C33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4823525-CE91-7E5A-6508-93FB11C0AA9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91FF9924-5EF9-A5B6-D946-198A3082F8F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7C918FA-D883-BBD5-5AE1-0A66E4B36CB5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0B772A7-8FD7-2970-2931-2E673065AA3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605F21E-939D-EEC1-702F-5E2D3EFBA93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99035898-D7DD-05B5-EB66-AAF403B14E8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C6A78C82-F6FA-31DC-DDF9-8CD53EFC3CA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19696F0-DC93-FB68-65F3-2A3DA5033954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ACBC5787-3479-8A34-A7D1-FE3BD0DF5811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4FB7E802-C2BA-46B3-8896-FA8312D883D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328BAC8-9521-EF8C-5CC7-5DBBA7F9CB70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394D71B7-0272-4F5A-B610-36A5AFA1AEAF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752AFF8-4083-C695-A161-A76B273A82B9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9DFCC95-D30B-ADE2-860A-492F15BABD53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5A62B357-5794-7576-4EBA-4309A7F66A26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D02DFF5E-B335-CEAA-590E-3D43E469E84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05EC85-09E1-040F-0A46-F9432C48CE0C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2C0E5A7-7F67-3F35-E2D7-E1ADC7B6F308}"/>
                  </a:ext>
                </a:extLst>
              </p:cNvPr>
              <p:cNvSpPr txBox="1"/>
              <p:nvPr/>
            </p:nvSpPr>
            <p:spPr>
              <a:xfrm>
                <a:off x="1472119" y="4001534"/>
                <a:ext cx="9247762" cy="23140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 algn="ctr"/>
                <a:endParaRPr lang="es-ES" u="sng" noProof="0" dirty="0"/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Extrapolar la idea de aproximación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1" i="1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b="1" noProof="0" dirty="0"/>
                  <a:t> a este problema biológico</a:t>
                </a:r>
                <a:r>
                  <a:rPr lang="es-ES" noProof="0" dirty="0"/>
                  <a:t>: pensar 	como adaptar los nuevos parámetros (</a:t>
                </a:r>
                <a:r>
                  <a:rPr lang="es-ES" noProof="0" dirty="0" err="1"/>
                  <a:t>t_dup</a:t>
                </a:r>
                <a:r>
                  <a:rPr lang="es-ES" noProof="0" dirty="0"/>
                  <a:t>, delta, </a:t>
                </a:r>
                <a:r>
                  <a:rPr lang="es-ES" noProof="0" dirty="0" err="1"/>
                  <a:t>epsilon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como hacer los incrementos en N usando la ecuación de crecimiento</a:t>
                </a:r>
                <a:r>
                  <a:rPr lang="es-ES" noProof="0" dirty="0"/>
                  <a:t>: 	intentar aplicarla dentro del bucle.</a:t>
                </a:r>
              </a:p>
              <a:p>
                <a:r>
                  <a:rPr lang="es-ES" noProof="0" dirty="0"/>
                  <a:t>3</a:t>
                </a:r>
                <a:r>
                  <a:rPr lang="es-ES" baseline="30000" noProof="0" dirty="0"/>
                  <a:t>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Pensar de que orden de magnitud tienen que ser </a:t>
                </a:r>
                <a:r>
                  <a:rPr lang="es-ES" b="1" noProof="0" dirty="0" err="1"/>
                  <a:t>epsilon</a:t>
                </a:r>
                <a:r>
                  <a:rPr lang="es-ES" b="1" noProof="0" dirty="0"/>
                  <a:t> y delta</a:t>
                </a:r>
                <a:r>
                  <a:rPr lang="es-ES" noProof="0" dirty="0"/>
                  <a:t>: estamos 	trabajando con miles/millones de células y con horas.</a:t>
                </a: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2C0E5A7-7F67-3F35-E2D7-E1ADC7B6F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19" y="4001534"/>
                <a:ext cx="9247762" cy="2314031"/>
              </a:xfrm>
              <a:prstGeom prst="rect">
                <a:avLst/>
              </a:prstGeom>
              <a:blipFill>
                <a:blip r:embed="rId3"/>
                <a:stretch>
                  <a:fillRect l="-460" t="-783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06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F6F7-AAE0-615A-C1A7-5A3BA494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6452FF-B512-32B7-DE90-9CB86499E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" r="384"/>
          <a:stretch/>
        </p:blipFill>
        <p:spPr>
          <a:xfrm>
            <a:off x="653828" y="1768512"/>
            <a:ext cx="4347354" cy="46488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7EF147-DE0D-9345-DA96-D2018E8F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¡Enumeración exhaustiva tarda mucho!</a:t>
            </a:r>
            <a:br>
              <a:rPr lang="es-ES" noProof="0" dirty="0"/>
            </a:br>
            <a:r>
              <a:rPr lang="es-ES" sz="2800" noProof="0" dirty="0"/>
              <a:t>(es </a:t>
            </a:r>
            <a:r>
              <a:rPr lang="es-ES" sz="2800" b="1" noProof="0" dirty="0"/>
              <a:t>ineficiente</a:t>
            </a:r>
            <a:r>
              <a:rPr lang="es-ES" sz="2800" noProof="0" dirty="0"/>
              <a:t>)</a:t>
            </a:r>
            <a:endParaRPr lang="es-E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58533-DF3D-531C-953B-A0DC65C1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839" y="2170039"/>
            <a:ext cx="3734321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D9AA76-9F61-0E84-27C5-FE579A229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154" y="3885939"/>
            <a:ext cx="3867690" cy="552527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FF58F5-2B54-184F-01DD-13A64E45B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5022" y="3027989"/>
            <a:ext cx="3781953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0954667-60B5-85A1-9A94-A8C7655D54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681" y="4762942"/>
            <a:ext cx="3858163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293556B-5BAF-5AB8-DFAF-70E834E7E3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6444" y="5620894"/>
            <a:ext cx="3839111" cy="533474"/>
          </a:xfrm>
          <a:prstGeom prst="rect">
            <a:avLst/>
          </a:prstGeom>
          <a:ln w="76200">
            <a:solidFill>
              <a:srgbClr val="C00000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EBFC8AF-34D1-5C3F-21A1-E39E07374C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508" y="2348887"/>
            <a:ext cx="2603218" cy="275563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1E87D80-EE1F-6B69-F373-978B07C4DC2F}"/>
              </a:ext>
            </a:extLst>
          </p:cNvPr>
          <p:cNvSpPr txBox="1"/>
          <p:nvPr/>
        </p:nvSpPr>
        <p:spPr>
          <a:xfrm>
            <a:off x="8339427" y="5226843"/>
            <a:ext cx="2943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/>
              <a:t>¿A partir de que número ven que se vuelve perceptible la demora?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41D46-9636-D1A9-3184-D733706DE755}"/>
              </a:ext>
            </a:extLst>
          </p:cNvPr>
          <p:cNvSpPr txBox="1"/>
          <p:nvPr/>
        </p:nvSpPr>
        <p:spPr>
          <a:xfrm>
            <a:off x="546180" y="1611948"/>
            <a:ext cx="6644640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c9_raiz_cuadrada_de_x_por_aproximacion_mejorado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47946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8019-3809-7B3A-0310-22EFE4CA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5BCBA4-A413-FFAE-8F90-75B83BA2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Búsqueda por bisección</a:t>
            </a:r>
            <a:br>
              <a:rPr lang="es-ES" noProof="0" dirty="0"/>
            </a:br>
            <a:r>
              <a:rPr lang="es-ES" sz="2400" noProof="0" dirty="0"/>
              <a:t>(más </a:t>
            </a:r>
            <a:r>
              <a:rPr lang="es-ES" sz="2400" b="1" noProof="0" dirty="0"/>
              <a:t>eficiente</a:t>
            </a:r>
            <a:r>
              <a:rPr lang="es-ES" sz="2400" noProof="0" dirty="0"/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9CEB3E-673B-6DDE-9EC5-3A8A957072AD}"/>
              </a:ext>
            </a:extLst>
          </p:cNvPr>
          <p:cNvCxnSpPr>
            <a:cxnSpLocks/>
          </p:cNvCxnSpPr>
          <p:nvPr/>
        </p:nvCxnSpPr>
        <p:spPr>
          <a:xfrm>
            <a:off x="1845013" y="2334639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2E1BC1-08D3-61D6-A6B4-7173AAA8E88B}"/>
              </a:ext>
            </a:extLst>
          </p:cNvPr>
          <p:cNvCxnSpPr>
            <a:cxnSpLocks/>
          </p:cNvCxnSpPr>
          <p:nvPr/>
        </p:nvCxnSpPr>
        <p:spPr>
          <a:xfrm flipV="1">
            <a:off x="2178996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650395-FECA-4152-FA23-805698B445AE}"/>
              </a:ext>
            </a:extLst>
          </p:cNvPr>
          <p:cNvCxnSpPr>
            <a:cxnSpLocks/>
          </p:cNvCxnSpPr>
          <p:nvPr/>
        </p:nvCxnSpPr>
        <p:spPr>
          <a:xfrm flipV="1">
            <a:off x="9990307" y="2208179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D81D831-6FC5-07EE-A8A6-7E5FF32F074D}"/>
              </a:ext>
            </a:extLst>
          </p:cNvPr>
          <p:cNvSpPr txBox="1"/>
          <p:nvPr/>
        </p:nvSpPr>
        <p:spPr>
          <a:xfrm>
            <a:off x="2023344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6E0AE-6874-548A-0D1B-AF589882A401}"/>
              </a:ext>
            </a:extLst>
          </p:cNvPr>
          <p:cNvSpPr txBox="1"/>
          <p:nvPr/>
        </p:nvSpPr>
        <p:spPr>
          <a:xfrm>
            <a:off x="9834655" y="18388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A653F-C7D0-CE8C-30EF-3750E1A382FC}"/>
              </a:ext>
            </a:extLst>
          </p:cNvPr>
          <p:cNvSpPr/>
          <p:nvPr/>
        </p:nvSpPr>
        <p:spPr>
          <a:xfrm>
            <a:off x="2178996" y="2266539"/>
            <a:ext cx="7811311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F0A73B-C85A-E822-39AF-0E9D93C86FCF}"/>
              </a:ext>
            </a:extLst>
          </p:cNvPr>
          <p:cNvCxnSpPr>
            <a:cxnSpLocks/>
          </p:cNvCxnSpPr>
          <p:nvPr/>
        </p:nvCxnSpPr>
        <p:spPr>
          <a:xfrm flipV="1">
            <a:off x="6084652" y="2208179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E90C34A-CA96-33EB-DA96-1622B9EDB1C6}"/>
              </a:ext>
            </a:extLst>
          </p:cNvPr>
          <p:cNvSpPr txBox="1"/>
          <p:nvPr/>
        </p:nvSpPr>
        <p:spPr>
          <a:xfrm>
            <a:off x="5675727" y="183884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n=x/2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16A33C-0DE6-0B81-7E7C-FB21725FD5DF}"/>
              </a:ext>
            </a:extLst>
          </p:cNvPr>
          <p:cNvCxnSpPr>
            <a:cxnSpLocks/>
          </p:cNvCxnSpPr>
          <p:nvPr/>
        </p:nvCxnSpPr>
        <p:spPr>
          <a:xfrm>
            <a:off x="1845013" y="3250633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47BC23-CD81-DFE3-BFBC-D541957C4008}"/>
              </a:ext>
            </a:extLst>
          </p:cNvPr>
          <p:cNvCxnSpPr>
            <a:cxnSpLocks/>
          </p:cNvCxnSpPr>
          <p:nvPr/>
        </p:nvCxnSpPr>
        <p:spPr>
          <a:xfrm flipV="1">
            <a:off x="2178996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B7FEE-E731-E950-00EA-149423DEB763}"/>
              </a:ext>
            </a:extLst>
          </p:cNvPr>
          <p:cNvCxnSpPr>
            <a:cxnSpLocks/>
          </p:cNvCxnSpPr>
          <p:nvPr/>
        </p:nvCxnSpPr>
        <p:spPr>
          <a:xfrm flipV="1">
            <a:off x="9990307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5B2434-8B26-1CC4-06D7-81AB7AE644BA}"/>
              </a:ext>
            </a:extLst>
          </p:cNvPr>
          <p:cNvSpPr txBox="1"/>
          <p:nvPr/>
        </p:nvSpPr>
        <p:spPr>
          <a:xfrm>
            <a:off x="2023344" y="27548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BEE75A-795F-BC15-65AB-48D8546A4643}"/>
              </a:ext>
            </a:extLst>
          </p:cNvPr>
          <p:cNvSpPr/>
          <p:nvPr/>
        </p:nvSpPr>
        <p:spPr>
          <a:xfrm>
            <a:off x="2178997" y="3182533"/>
            <a:ext cx="3905654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334BE8-0447-11F5-A0D4-6C2532B1F1A8}"/>
              </a:ext>
            </a:extLst>
          </p:cNvPr>
          <p:cNvCxnSpPr>
            <a:cxnSpLocks/>
          </p:cNvCxnSpPr>
          <p:nvPr/>
        </p:nvCxnSpPr>
        <p:spPr>
          <a:xfrm flipV="1">
            <a:off x="6084651" y="3124173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2A1F8E7-BF3B-EDF2-FD91-005F5A7DAD09}"/>
              </a:ext>
            </a:extLst>
          </p:cNvPr>
          <p:cNvSpPr txBox="1"/>
          <p:nvPr/>
        </p:nvSpPr>
        <p:spPr>
          <a:xfrm>
            <a:off x="5802363" y="2754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55708-E11B-D55F-2CA0-D50404CFF18D}"/>
              </a:ext>
            </a:extLst>
          </p:cNvPr>
          <p:cNvSpPr/>
          <p:nvPr/>
        </p:nvSpPr>
        <p:spPr>
          <a:xfrm>
            <a:off x="6084651" y="3182533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A6595E-25CD-9E1A-15E2-E4FFF69AAEDA}"/>
              </a:ext>
            </a:extLst>
          </p:cNvPr>
          <p:cNvCxnSpPr>
            <a:cxnSpLocks/>
          </p:cNvCxnSpPr>
          <p:nvPr/>
        </p:nvCxnSpPr>
        <p:spPr>
          <a:xfrm>
            <a:off x="1845013" y="4166627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9C5A30-0CCF-A974-E899-F3D8C0FA3962}"/>
              </a:ext>
            </a:extLst>
          </p:cNvPr>
          <p:cNvCxnSpPr>
            <a:cxnSpLocks/>
          </p:cNvCxnSpPr>
          <p:nvPr/>
        </p:nvCxnSpPr>
        <p:spPr>
          <a:xfrm flipV="1">
            <a:off x="2178996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E3E970-99FA-EC60-8AF6-1EE71EFD5A5C}"/>
              </a:ext>
            </a:extLst>
          </p:cNvPr>
          <p:cNvCxnSpPr>
            <a:cxnSpLocks/>
          </p:cNvCxnSpPr>
          <p:nvPr/>
        </p:nvCxnSpPr>
        <p:spPr>
          <a:xfrm flipV="1">
            <a:off x="9990307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BCE0EB9-B6E6-BC3C-5595-EAFFF82C35B3}"/>
              </a:ext>
            </a:extLst>
          </p:cNvPr>
          <p:cNvSpPr/>
          <p:nvPr/>
        </p:nvSpPr>
        <p:spPr>
          <a:xfrm>
            <a:off x="4131823" y="4098527"/>
            <a:ext cx="1952827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4E89EA-D05E-8771-8801-222D4193203B}"/>
              </a:ext>
            </a:extLst>
          </p:cNvPr>
          <p:cNvCxnSpPr>
            <a:cxnSpLocks/>
          </p:cNvCxnSpPr>
          <p:nvPr/>
        </p:nvCxnSpPr>
        <p:spPr>
          <a:xfrm flipV="1">
            <a:off x="6084651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7A3BEE-01E6-8AD2-3513-4D11E95B643F}"/>
              </a:ext>
            </a:extLst>
          </p:cNvPr>
          <p:cNvSpPr txBox="1"/>
          <p:nvPr/>
        </p:nvSpPr>
        <p:spPr>
          <a:xfrm>
            <a:off x="5802363" y="36708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6D1313-BEA3-1847-E49E-2EB57D8F0671}"/>
              </a:ext>
            </a:extLst>
          </p:cNvPr>
          <p:cNvSpPr/>
          <p:nvPr/>
        </p:nvSpPr>
        <p:spPr>
          <a:xfrm>
            <a:off x="6084651" y="4098527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5172454-5609-2475-5477-20BC98C5F64A}"/>
              </a:ext>
            </a:extLst>
          </p:cNvPr>
          <p:cNvCxnSpPr>
            <a:cxnSpLocks/>
          </p:cNvCxnSpPr>
          <p:nvPr/>
        </p:nvCxnSpPr>
        <p:spPr>
          <a:xfrm flipV="1">
            <a:off x="4131824" y="4040167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101EE08-170F-13DA-1D83-9D34CA57C066}"/>
              </a:ext>
            </a:extLst>
          </p:cNvPr>
          <p:cNvSpPr txBox="1"/>
          <p:nvPr/>
        </p:nvSpPr>
        <p:spPr>
          <a:xfrm>
            <a:off x="3849535" y="3670835"/>
            <a:ext cx="56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x/4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7E66DA-7EDF-17DA-70A1-A5C93C83AFEF}"/>
              </a:ext>
            </a:extLst>
          </p:cNvPr>
          <p:cNvCxnSpPr>
            <a:cxnSpLocks/>
          </p:cNvCxnSpPr>
          <p:nvPr/>
        </p:nvCxnSpPr>
        <p:spPr>
          <a:xfrm flipV="1">
            <a:off x="4131824" y="3124173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B62FF8F-6D2F-CE43-B771-E79F57D9B345}"/>
              </a:ext>
            </a:extLst>
          </p:cNvPr>
          <p:cNvSpPr txBox="1"/>
          <p:nvPr/>
        </p:nvSpPr>
        <p:spPr>
          <a:xfrm>
            <a:off x="3849535" y="2754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x/4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489471-EE92-6C08-3D98-934215DD94E4}"/>
              </a:ext>
            </a:extLst>
          </p:cNvPr>
          <p:cNvSpPr/>
          <p:nvPr/>
        </p:nvSpPr>
        <p:spPr>
          <a:xfrm>
            <a:off x="2178994" y="4098527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CE970A6-24ED-70EA-7FB0-98C449EEF206}"/>
              </a:ext>
            </a:extLst>
          </p:cNvPr>
          <p:cNvCxnSpPr>
            <a:cxnSpLocks/>
          </p:cNvCxnSpPr>
          <p:nvPr/>
        </p:nvCxnSpPr>
        <p:spPr>
          <a:xfrm flipV="1">
            <a:off x="5108237" y="4040167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BB2D344-88BF-DCEF-8A44-452FC06C5359}"/>
              </a:ext>
            </a:extLst>
          </p:cNvPr>
          <p:cNvSpPr txBox="1"/>
          <p:nvPr/>
        </p:nvSpPr>
        <p:spPr>
          <a:xfrm>
            <a:off x="4696399" y="3670835"/>
            <a:ext cx="82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>
                <a:latin typeface="Consolas" panose="020B0609020204030204" pitchFamily="49" charset="0"/>
              </a:rPr>
              <a:t>3x/8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7A1F800-0B7E-50D7-CBA6-A9996AD96DF2}"/>
              </a:ext>
            </a:extLst>
          </p:cNvPr>
          <p:cNvCxnSpPr>
            <a:cxnSpLocks/>
          </p:cNvCxnSpPr>
          <p:nvPr/>
        </p:nvCxnSpPr>
        <p:spPr>
          <a:xfrm>
            <a:off x="1845013" y="5082620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2F2BA21-F4F2-8439-1C0C-96B02D096118}"/>
              </a:ext>
            </a:extLst>
          </p:cNvPr>
          <p:cNvCxnSpPr>
            <a:cxnSpLocks/>
          </p:cNvCxnSpPr>
          <p:nvPr/>
        </p:nvCxnSpPr>
        <p:spPr>
          <a:xfrm flipV="1">
            <a:off x="2178996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EB7411-7BA6-BE69-95CE-8B19BC935157}"/>
              </a:ext>
            </a:extLst>
          </p:cNvPr>
          <p:cNvCxnSpPr>
            <a:cxnSpLocks/>
          </p:cNvCxnSpPr>
          <p:nvPr/>
        </p:nvCxnSpPr>
        <p:spPr>
          <a:xfrm flipV="1">
            <a:off x="9990307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68F2542-105D-1292-3059-134D0F605014}"/>
              </a:ext>
            </a:extLst>
          </p:cNvPr>
          <p:cNvSpPr/>
          <p:nvPr/>
        </p:nvSpPr>
        <p:spPr>
          <a:xfrm>
            <a:off x="4131824" y="5014520"/>
            <a:ext cx="976410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873717-12AA-AB5E-8175-B0E67281AD56}"/>
              </a:ext>
            </a:extLst>
          </p:cNvPr>
          <p:cNvSpPr/>
          <p:nvPr/>
        </p:nvSpPr>
        <p:spPr>
          <a:xfrm>
            <a:off x="6084651" y="5014520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2E63809-DB5B-ACF6-F192-F6B7FAF14443}"/>
              </a:ext>
            </a:extLst>
          </p:cNvPr>
          <p:cNvCxnSpPr>
            <a:cxnSpLocks/>
          </p:cNvCxnSpPr>
          <p:nvPr/>
        </p:nvCxnSpPr>
        <p:spPr>
          <a:xfrm flipV="1">
            <a:off x="4131824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67A9D95-BABF-21A6-4138-68835649264E}"/>
              </a:ext>
            </a:extLst>
          </p:cNvPr>
          <p:cNvSpPr txBox="1"/>
          <p:nvPr/>
        </p:nvSpPr>
        <p:spPr>
          <a:xfrm>
            <a:off x="3849535" y="4586828"/>
            <a:ext cx="56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x/4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9B2F133-9CB3-3461-DC9A-5C11D4F68A84}"/>
              </a:ext>
            </a:extLst>
          </p:cNvPr>
          <p:cNvSpPr/>
          <p:nvPr/>
        </p:nvSpPr>
        <p:spPr>
          <a:xfrm>
            <a:off x="2178994" y="5014520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B09E80F-0949-869D-1C44-00A2C78DD32F}"/>
              </a:ext>
            </a:extLst>
          </p:cNvPr>
          <p:cNvCxnSpPr>
            <a:cxnSpLocks/>
          </p:cNvCxnSpPr>
          <p:nvPr/>
        </p:nvCxnSpPr>
        <p:spPr>
          <a:xfrm flipV="1">
            <a:off x="5108237" y="4956160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03F6670-D876-8D31-F169-4B84132A19FC}"/>
              </a:ext>
            </a:extLst>
          </p:cNvPr>
          <p:cNvSpPr txBox="1"/>
          <p:nvPr/>
        </p:nvSpPr>
        <p:spPr>
          <a:xfrm>
            <a:off x="4696404" y="4586828"/>
            <a:ext cx="82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>
                <a:latin typeface="Consolas" panose="020B0609020204030204" pitchFamily="49" charset="0"/>
              </a:rPr>
              <a:t>3x/8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CDDD37A-38A4-44AA-E035-153858A92285}"/>
              </a:ext>
            </a:extLst>
          </p:cNvPr>
          <p:cNvSpPr/>
          <p:nvPr/>
        </p:nvSpPr>
        <p:spPr>
          <a:xfrm>
            <a:off x="5108236" y="5014520"/>
            <a:ext cx="976410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4E63E8-5B8B-BED8-5E6E-7C7ACE405178}"/>
              </a:ext>
            </a:extLst>
          </p:cNvPr>
          <p:cNvSpPr txBox="1"/>
          <p:nvPr/>
        </p:nvSpPr>
        <p:spPr>
          <a:xfrm>
            <a:off x="1971248" y="1615029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007A76-6CC4-23FA-FC8E-19DC432BFD16}"/>
              </a:ext>
            </a:extLst>
          </p:cNvPr>
          <p:cNvSpPr txBox="1"/>
          <p:nvPr/>
        </p:nvSpPr>
        <p:spPr>
          <a:xfrm>
            <a:off x="9782557" y="1615029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992846-2BD5-1CEC-9CC7-7B2D692B3629}"/>
              </a:ext>
            </a:extLst>
          </p:cNvPr>
          <p:cNvSpPr txBox="1"/>
          <p:nvPr/>
        </p:nvSpPr>
        <p:spPr>
          <a:xfrm>
            <a:off x="5569127" y="161502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00692B-F6D4-5D8A-856B-05FF5C616650}"/>
              </a:ext>
            </a:extLst>
          </p:cNvPr>
          <p:cNvSpPr txBox="1"/>
          <p:nvPr/>
        </p:nvSpPr>
        <p:spPr>
          <a:xfrm>
            <a:off x="1971248" y="2578151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2ADFBA-FBF7-1D25-8D7C-CCC55E352A2B}"/>
              </a:ext>
            </a:extLst>
          </p:cNvPr>
          <p:cNvSpPr txBox="1"/>
          <p:nvPr/>
        </p:nvSpPr>
        <p:spPr>
          <a:xfrm>
            <a:off x="5876896" y="2578151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44EE1C-AA19-A5A8-623C-F4AFB86EE411}"/>
              </a:ext>
            </a:extLst>
          </p:cNvPr>
          <p:cNvSpPr txBox="1"/>
          <p:nvPr/>
        </p:nvSpPr>
        <p:spPr>
          <a:xfrm>
            <a:off x="3616295" y="2578151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0ACCAD-759F-CBAB-DD8F-73DC178DB56F}"/>
              </a:ext>
            </a:extLst>
          </p:cNvPr>
          <p:cNvSpPr txBox="1"/>
          <p:nvPr/>
        </p:nvSpPr>
        <p:spPr>
          <a:xfrm>
            <a:off x="3924072" y="3493505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647E5F-D8A4-753F-AFB7-91738F9ADCDB}"/>
              </a:ext>
            </a:extLst>
          </p:cNvPr>
          <p:cNvSpPr txBox="1"/>
          <p:nvPr/>
        </p:nvSpPr>
        <p:spPr>
          <a:xfrm>
            <a:off x="5876896" y="3493505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42DD4D-AA26-E0BC-B9E6-FF038B64A38D}"/>
              </a:ext>
            </a:extLst>
          </p:cNvPr>
          <p:cNvSpPr txBox="1"/>
          <p:nvPr/>
        </p:nvSpPr>
        <p:spPr>
          <a:xfrm>
            <a:off x="4586526" y="349350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min+max</a:t>
            </a:r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)/2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3082518-E75F-26DA-032C-1FFACD8EE40B}"/>
              </a:ext>
            </a:extLst>
          </p:cNvPr>
          <p:cNvCxnSpPr>
            <a:cxnSpLocks/>
          </p:cNvCxnSpPr>
          <p:nvPr/>
        </p:nvCxnSpPr>
        <p:spPr>
          <a:xfrm>
            <a:off x="1845013" y="6056975"/>
            <a:ext cx="8501974" cy="0"/>
          </a:xfrm>
          <a:prstGeom prst="straightConnector1">
            <a:avLst/>
          </a:prstGeom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81D8B0-842A-AB1B-DE84-CE64D5130232}"/>
              </a:ext>
            </a:extLst>
          </p:cNvPr>
          <p:cNvCxnSpPr>
            <a:cxnSpLocks/>
          </p:cNvCxnSpPr>
          <p:nvPr/>
        </p:nvCxnSpPr>
        <p:spPr>
          <a:xfrm flipV="1">
            <a:off x="2178996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7542462-A316-DD44-4078-19EB0A1E320D}"/>
              </a:ext>
            </a:extLst>
          </p:cNvPr>
          <p:cNvCxnSpPr>
            <a:cxnSpLocks/>
          </p:cNvCxnSpPr>
          <p:nvPr/>
        </p:nvCxnSpPr>
        <p:spPr>
          <a:xfrm flipV="1">
            <a:off x="9990307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F56B04DA-9410-0C0D-D0B8-67F1982DFFCF}"/>
              </a:ext>
            </a:extLst>
          </p:cNvPr>
          <p:cNvSpPr/>
          <p:nvPr/>
        </p:nvSpPr>
        <p:spPr>
          <a:xfrm>
            <a:off x="4131824" y="5988875"/>
            <a:ext cx="487799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5628AB9-A7EB-416A-DC32-8A88BF92952F}"/>
              </a:ext>
            </a:extLst>
          </p:cNvPr>
          <p:cNvSpPr/>
          <p:nvPr/>
        </p:nvSpPr>
        <p:spPr>
          <a:xfrm>
            <a:off x="6084651" y="5988875"/>
            <a:ext cx="3905654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724C17A-E3FD-372D-7EE5-ED97C93EC083}"/>
              </a:ext>
            </a:extLst>
          </p:cNvPr>
          <p:cNvSpPr/>
          <p:nvPr/>
        </p:nvSpPr>
        <p:spPr>
          <a:xfrm>
            <a:off x="2178994" y="5988875"/>
            <a:ext cx="1952827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385629A-FA4D-7BC3-07F4-2897DBEDAF0A}"/>
              </a:ext>
            </a:extLst>
          </p:cNvPr>
          <p:cNvCxnSpPr>
            <a:cxnSpLocks/>
          </p:cNvCxnSpPr>
          <p:nvPr/>
        </p:nvCxnSpPr>
        <p:spPr>
          <a:xfrm flipV="1">
            <a:off x="5108237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9298B72-ECED-F03D-F7E7-14D3E73CF652}"/>
              </a:ext>
            </a:extLst>
          </p:cNvPr>
          <p:cNvSpPr/>
          <p:nvPr/>
        </p:nvSpPr>
        <p:spPr>
          <a:xfrm>
            <a:off x="5108236" y="5988875"/>
            <a:ext cx="976410" cy="136194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1295E3E-E861-AF4E-4B42-CC78DCED7955}"/>
              </a:ext>
            </a:extLst>
          </p:cNvPr>
          <p:cNvSpPr/>
          <p:nvPr/>
        </p:nvSpPr>
        <p:spPr>
          <a:xfrm>
            <a:off x="4619623" y="5988875"/>
            <a:ext cx="487799" cy="13619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DA95434-379D-3E57-0B74-5066018C6B50}"/>
              </a:ext>
            </a:extLst>
          </p:cNvPr>
          <p:cNvCxnSpPr>
            <a:cxnSpLocks/>
          </p:cNvCxnSpPr>
          <p:nvPr/>
        </p:nvCxnSpPr>
        <p:spPr>
          <a:xfrm flipV="1">
            <a:off x="4619285" y="5930515"/>
            <a:ext cx="0" cy="252920"/>
          </a:xfrm>
          <a:prstGeom prst="line">
            <a:avLst/>
          </a:prstGeom>
          <a:ln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58E99B4-4C68-FE8A-C2DE-F2510CBA7B22}"/>
              </a:ext>
            </a:extLst>
          </p:cNvPr>
          <p:cNvSpPr txBox="1"/>
          <p:nvPr/>
        </p:nvSpPr>
        <p:spPr>
          <a:xfrm>
            <a:off x="3924072" y="4454903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>
                <a:solidFill>
                  <a:schemeClr val="accent4"/>
                </a:solidFill>
                <a:latin typeface="Consolas" panose="020B0609020204030204" pitchFamily="49" charset="0"/>
              </a:rPr>
              <a:t>min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BA3397-7A9B-D153-B53A-E44CB57C110A}"/>
              </a:ext>
            </a:extLst>
          </p:cNvPr>
          <p:cNvSpPr txBox="1"/>
          <p:nvPr/>
        </p:nvSpPr>
        <p:spPr>
          <a:xfrm>
            <a:off x="4894301" y="4454903"/>
            <a:ext cx="4154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i="1" noProof="0" dirty="0" err="1">
                <a:solidFill>
                  <a:schemeClr val="accent4"/>
                </a:solidFill>
                <a:latin typeface="Consolas" panose="020B0609020204030204" pitchFamily="49" charset="0"/>
              </a:rPr>
              <a:t>max</a:t>
            </a:r>
            <a:endParaRPr lang="es-ES" sz="1100" i="1" noProof="0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8788B50-AD41-D5A9-7450-0D0F4C14A1A5}"/>
              </a:ext>
            </a:extLst>
          </p:cNvPr>
          <p:cNvCxnSpPr>
            <a:cxnSpLocks/>
          </p:cNvCxnSpPr>
          <p:nvPr/>
        </p:nvCxnSpPr>
        <p:spPr>
          <a:xfrm flipV="1">
            <a:off x="4619285" y="4956160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9EE4A71-8064-3C79-E92B-5621583D53A4}"/>
              </a:ext>
            </a:extLst>
          </p:cNvPr>
          <p:cNvSpPr txBox="1"/>
          <p:nvPr/>
        </p:nvSpPr>
        <p:spPr>
          <a:xfrm>
            <a:off x="4672604" y="540608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...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A6B15D5-BCBA-96EC-8B9F-AE45231FEA28}"/>
              </a:ext>
            </a:extLst>
          </p:cNvPr>
          <p:cNvCxnSpPr>
            <a:cxnSpLocks/>
          </p:cNvCxnSpPr>
          <p:nvPr/>
        </p:nvCxnSpPr>
        <p:spPr>
          <a:xfrm flipV="1">
            <a:off x="4863761" y="5930515"/>
            <a:ext cx="0" cy="25292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DD2955F-2F64-D34B-3507-A50183783FD6}"/>
              </a:ext>
            </a:extLst>
          </p:cNvPr>
          <p:cNvSpPr txBox="1"/>
          <p:nvPr/>
        </p:nvSpPr>
        <p:spPr>
          <a:xfrm>
            <a:off x="2668631" y="1896178"/>
            <a:ext cx="21707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8CB591"/>
                </a:solidFill>
              </a:rPr>
              <a:t>espacio de búsqueda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6819D9A-34F1-5A99-E8B5-E284F9EADEAF}"/>
              </a:ext>
            </a:extLst>
          </p:cNvPr>
          <p:cNvSpPr txBox="1"/>
          <p:nvPr/>
        </p:nvSpPr>
        <p:spPr>
          <a:xfrm>
            <a:off x="7412820" y="2830425"/>
            <a:ext cx="1249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1" i="1" noProof="0" dirty="0">
                <a:solidFill>
                  <a:srgbClr val="FF7F7F"/>
                </a:solidFill>
              </a:rPr>
              <a:t>descartado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8F164C9-692D-1746-D5B2-0BACDC012166}"/>
                  </a:ext>
                </a:extLst>
              </p:cNvPr>
              <p:cNvSpPr txBox="1"/>
              <p:nvPr/>
            </p:nvSpPr>
            <p:spPr>
              <a:xfrm>
                <a:off x="1167394" y="525039"/>
                <a:ext cx="1011600" cy="77687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s-ES" sz="4400" i="1" noProof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>
                          <m:r>
                            <a:rPr lang="es-ES" sz="44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8F164C9-692D-1746-D5B2-0BACDC01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94" y="525039"/>
                <a:ext cx="1011600" cy="7768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AAA85A8C-0053-E823-EE68-EEB3DF946822}"/>
              </a:ext>
            </a:extLst>
          </p:cNvPr>
          <p:cNvSpPr txBox="1"/>
          <p:nvPr/>
        </p:nvSpPr>
        <p:spPr>
          <a:xfrm>
            <a:off x="7412820" y="2621207"/>
            <a:ext cx="1249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noProof="0" dirty="0">
                <a:solidFill>
                  <a:srgbClr val="FF7F7F"/>
                </a:solidFill>
                <a:latin typeface="Consolas" panose="020B0609020204030204" pitchFamily="49" charset="0"/>
              </a:rPr>
              <a:t>n*n </a:t>
            </a:r>
            <a:r>
              <a:rPr lang="es-ES" noProof="0" dirty="0">
                <a:solidFill>
                  <a:srgbClr val="FF7F7F"/>
                </a:solidFill>
                <a:latin typeface="Consolas" panose="020B0609020204030204" pitchFamily="49" charset="0"/>
              </a:rPr>
              <a:t>&lt; x</a:t>
            </a:r>
            <a:endParaRPr lang="es-ES" sz="1800" noProof="0" dirty="0">
              <a:solidFill>
                <a:srgbClr val="FF7F7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155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  <p:bldP spid="26" grpId="0"/>
      <p:bldP spid="29" grpId="0" animBg="1"/>
      <p:bldP spid="31" grpId="0"/>
      <p:bldP spid="32" grpId="0" animBg="1"/>
      <p:bldP spid="39" grpId="0" animBg="1"/>
      <p:bldP spid="43" grpId="0"/>
      <p:bldP spid="44" grpId="0" animBg="1"/>
      <p:bldP spid="46" grpId="0"/>
      <p:bldP spid="48" grpId="0"/>
      <p:bldP spid="49" grpId="0" animBg="1"/>
      <p:bldP spid="54" grpId="0"/>
      <p:bldP spid="60" grpId="0" animBg="1"/>
      <p:bldP spid="63" grpId="0" animBg="1"/>
      <p:bldP spid="65" grpId="0"/>
      <p:bldP spid="66" grpId="0" animBg="1"/>
      <p:bldP spid="68" grpId="0"/>
      <p:bldP spid="69" grpId="0" animBg="1"/>
      <p:bldP spid="75" grpId="0"/>
      <p:bldP spid="76" grpId="0"/>
      <p:bldP spid="77" grpId="0"/>
      <p:bldP spid="78" grpId="0"/>
      <p:bldP spid="79" grpId="0"/>
      <p:bldP spid="80" grpId="0"/>
      <p:bldP spid="81" grpId="0"/>
      <p:bldP spid="98" grpId="0" animBg="1"/>
      <p:bldP spid="99" grpId="0" animBg="1"/>
      <p:bldP spid="102" grpId="0" animBg="1"/>
      <p:bldP spid="105" grpId="0" animBg="1"/>
      <p:bldP spid="107" grpId="0" animBg="1"/>
      <p:bldP spid="109" grpId="0"/>
      <p:bldP spid="110" grpId="0"/>
      <p:bldP spid="113" grpId="0"/>
      <p:bldP spid="115" grpId="0"/>
      <p:bldP spid="116" grpId="0"/>
      <p:bldP spid="12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5670C2-F6B7-56AE-BB96-5378F6A0AB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s-ES" noProof="0" dirty="0"/>
                  <a:t>Búsqueda por bisección para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br>
                  <a:rPr lang="es-ES" noProof="0" dirty="0"/>
                </a:br>
                <a:r>
                  <a:rPr lang="es-ES" noProof="0" dirty="0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5670C2-F6B7-56AE-BB96-5378F6A0A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9F3717B-061A-B799-558C-B28F62DB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680" y="1601280"/>
            <a:ext cx="4934639" cy="5001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7B1D80B9-5E31-B7DF-EB0D-7DAD5439A3CE}"/>
              </a:ext>
            </a:extLst>
          </p:cNvPr>
          <p:cNvSpPr/>
          <p:nvPr/>
        </p:nvSpPr>
        <p:spPr>
          <a:xfrm>
            <a:off x="3949430" y="2152536"/>
            <a:ext cx="107004" cy="428017"/>
          </a:xfrm>
          <a:prstGeom prst="leftBrac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E337BE-127E-702D-E89F-21EAD27AD28E}"/>
              </a:ext>
            </a:extLst>
          </p:cNvPr>
          <p:cNvCxnSpPr>
            <a:cxnSpLocks/>
          </p:cNvCxnSpPr>
          <p:nvPr/>
        </p:nvCxnSpPr>
        <p:spPr>
          <a:xfrm>
            <a:off x="3443591" y="2366545"/>
            <a:ext cx="50583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3008F1-8405-D0F1-AA21-DC9E65FA05AD}"/>
              </a:ext>
            </a:extLst>
          </p:cNvPr>
          <p:cNvSpPr txBox="1"/>
          <p:nvPr/>
        </p:nvSpPr>
        <p:spPr>
          <a:xfrm>
            <a:off x="573931" y="1983127"/>
            <a:ext cx="29138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Definimos min, </a:t>
            </a:r>
            <a:r>
              <a:rPr lang="es-ES" sz="1400" b="1" noProof="0" dirty="0" err="1">
                <a:solidFill>
                  <a:schemeClr val="accent4"/>
                </a:solidFill>
              </a:rPr>
              <a:t>max</a:t>
            </a:r>
            <a:r>
              <a:rPr lang="es-ES" sz="1400" b="1" noProof="0" dirty="0">
                <a:solidFill>
                  <a:schemeClr val="accent4"/>
                </a:solidFill>
              </a:rPr>
              <a:t> y "adivinamos" con el promedio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6065BB-6A43-260C-2B3A-CFA872D24ADC}"/>
              </a:ext>
            </a:extLst>
          </p:cNvPr>
          <p:cNvCxnSpPr>
            <a:cxnSpLocks/>
          </p:cNvCxnSpPr>
          <p:nvPr/>
        </p:nvCxnSpPr>
        <p:spPr>
          <a:xfrm flipV="1">
            <a:off x="3443591" y="2668659"/>
            <a:ext cx="617707" cy="125903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6C7145-45E2-1DFB-550B-7ACF84ED9CA5}"/>
              </a:ext>
            </a:extLst>
          </p:cNvPr>
          <p:cNvSpPr txBox="1"/>
          <p:nvPr/>
        </p:nvSpPr>
        <p:spPr>
          <a:xfrm>
            <a:off x="750782" y="2631505"/>
            <a:ext cx="271226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4"/>
                </a:solidFill>
              </a:rPr>
              <a:t>Definimos tolerancia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B612EA-0FD1-C192-3CD6-ADA48EF42D1F}"/>
              </a:ext>
            </a:extLst>
          </p:cNvPr>
          <p:cNvCxnSpPr>
            <a:cxnSpLocks/>
          </p:cNvCxnSpPr>
          <p:nvPr/>
        </p:nvCxnSpPr>
        <p:spPr>
          <a:xfrm>
            <a:off x="3443591" y="3096520"/>
            <a:ext cx="634241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447CEC-371E-7F4C-8DA4-91AEF2F84D23}"/>
              </a:ext>
            </a:extLst>
          </p:cNvPr>
          <p:cNvSpPr txBox="1"/>
          <p:nvPr/>
        </p:nvSpPr>
        <p:spPr>
          <a:xfrm>
            <a:off x="1303503" y="2942631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90000"/>
                  </a:schemeClr>
                </a:solidFill>
              </a:rPr>
              <a:t>Nº de iteraciones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9FC124-D4C7-941D-209F-F14300CF6DC8}"/>
              </a:ext>
            </a:extLst>
          </p:cNvPr>
          <p:cNvCxnSpPr>
            <a:cxnSpLocks/>
          </p:cNvCxnSpPr>
          <p:nvPr/>
        </p:nvCxnSpPr>
        <p:spPr>
          <a:xfrm>
            <a:off x="3443591" y="3534265"/>
            <a:ext cx="63424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76007C-BE17-240C-D54E-775258FEF82E}"/>
              </a:ext>
            </a:extLst>
          </p:cNvPr>
          <p:cNvSpPr txBox="1"/>
          <p:nvPr/>
        </p:nvSpPr>
        <p:spPr>
          <a:xfrm>
            <a:off x="1303503" y="3380376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Función de decremento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780BF5-1B8D-EA6D-C39B-E47A14C8B62F}"/>
              </a:ext>
            </a:extLst>
          </p:cNvPr>
          <p:cNvSpPr txBox="1"/>
          <p:nvPr/>
        </p:nvSpPr>
        <p:spPr>
          <a:xfrm>
            <a:off x="826396" y="4299300"/>
            <a:ext cx="2617195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noProof="0" dirty="0">
                <a:solidFill>
                  <a:schemeClr val="accent2"/>
                </a:solidFill>
              </a:rPr>
              <a:t>Reasignamos min o </a:t>
            </a:r>
            <a:r>
              <a:rPr lang="es-ES" sz="1400" b="1" noProof="0" dirty="0" err="1">
                <a:solidFill>
                  <a:schemeClr val="accent2"/>
                </a:solidFill>
              </a:rPr>
              <a:t>max</a:t>
            </a:r>
            <a:r>
              <a:rPr lang="es-ES" sz="1400" b="1" noProof="0" dirty="0">
                <a:solidFill>
                  <a:schemeClr val="accent2"/>
                </a:solidFill>
              </a:rPr>
              <a:t> y volvemos a adivinar con el promedio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F31155-7B54-B662-EFBF-90FCAF27447B}"/>
              </a:ext>
            </a:extLst>
          </p:cNvPr>
          <p:cNvCxnSpPr>
            <a:cxnSpLocks/>
          </p:cNvCxnSpPr>
          <p:nvPr/>
        </p:nvCxnSpPr>
        <p:spPr>
          <a:xfrm>
            <a:off x="3443591" y="5504522"/>
            <a:ext cx="923995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5F196C-EDEC-8FE4-3579-E811B1117CBB}"/>
              </a:ext>
            </a:extLst>
          </p:cNvPr>
          <p:cNvSpPr txBox="1"/>
          <p:nvPr/>
        </p:nvSpPr>
        <p:spPr>
          <a:xfrm>
            <a:off x="1303503" y="5350633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90000"/>
                  </a:schemeClr>
                </a:solidFill>
              </a:rPr>
              <a:t>Nº de iteraciones + 1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F52B58B3-75C4-A2D0-3D9F-F18537BB0174}"/>
              </a:ext>
            </a:extLst>
          </p:cNvPr>
          <p:cNvSpPr/>
          <p:nvPr/>
        </p:nvSpPr>
        <p:spPr>
          <a:xfrm>
            <a:off x="4209780" y="4153093"/>
            <a:ext cx="107004" cy="103107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C36D9A-0C9F-5A15-ECD7-223223B5BFC8}"/>
              </a:ext>
            </a:extLst>
          </p:cNvPr>
          <p:cNvCxnSpPr>
            <a:cxnSpLocks/>
          </p:cNvCxnSpPr>
          <p:nvPr/>
        </p:nvCxnSpPr>
        <p:spPr>
          <a:xfrm>
            <a:off x="3443591" y="4668632"/>
            <a:ext cx="80401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Left Brace 31">
            <a:extLst>
              <a:ext uri="{FF2B5EF4-FFF2-40B4-BE49-F238E27FC236}">
                <a16:creationId xmlns:a16="http://schemas.microsoft.com/office/drawing/2014/main" id="{08E05372-21F7-B143-97E8-DA5893BA4355}"/>
              </a:ext>
            </a:extLst>
          </p:cNvPr>
          <p:cNvSpPr/>
          <p:nvPr/>
        </p:nvSpPr>
        <p:spPr>
          <a:xfrm flipH="1">
            <a:off x="5347916" y="4181666"/>
            <a:ext cx="138484" cy="24288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159220AC-4203-BAD0-C087-86E9BAA42B01}"/>
              </a:ext>
            </a:extLst>
          </p:cNvPr>
          <p:cNvSpPr/>
          <p:nvPr/>
        </p:nvSpPr>
        <p:spPr>
          <a:xfrm flipH="1">
            <a:off x="5347916" y="4480116"/>
            <a:ext cx="138484" cy="242888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7ACE50-DD6C-CA8C-97A5-D712332EDBBA}"/>
              </a:ext>
            </a:extLst>
          </p:cNvPr>
          <p:cNvSpPr txBox="1"/>
          <p:nvPr/>
        </p:nvSpPr>
        <p:spPr>
          <a:xfrm>
            <a:off x="5435104" y="4164848"/>
            <a:ext cx="261719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200" i="1" noProof="0" dirty="0">
                <a:solidFill>
                  <a:schemeClr val="accent2"/>
                </a:solidFill>
              </a:rPr>
              <a:t>Si nos faltó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4EA56D-238E-4FBE-9B18-7583C30288E3}"/>
              </a:ext>
            </a:extLst>
          </p:cNvPr>
          <p:cNvSpPr txBox="1"/>
          <p:nvPr/>
        </p:nvSpPr>
        <p:spPr>
          <a:xfrm>
            <a:off x="5435104" y="4458665"/>
            <a:ext cx="261719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200" i="1" noProof="0" dirty="0">
                <a:solidFill>
                  <a:schemeClr val="accent2"/>
                </a:solidFill>
              </a:rPr>
              <a:t>Si nos pasamos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8BC890-D341-D284-B484-663403C87FB1}"/>
              </a:ext>
            </a:extLst>
          </p:cNvPr>
          <p:cNvCxnSpPr>
            <a:cxnSpLocks/>
          </p:cNvCxnSpPr>
          <p:nvPr/>
        </p:nvCxnSpPr>
        <p:spPr>
          <a:xfrm>
            <a:off x="3443591" y="3951389"/>
            <a:ext cx="923995" cy="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1C19C61-48E3-EA05-BAA0-97C2E35BBEC2}"/>
              </a:ext>
            </a:extLst>
          </p:cNvPr>
          <p:cNvSpPr txBox="1"/>
          <p:nvPr/>
        </p:nvSpPr>
        <p:spPr>
          <a:xfrm>
            <a:off x="1303503" y="3797500"/>
            <a:ext cx="21400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s-ES" sz="1400" b="1" i="1" noProof="0" dirty="0">
                <a:solidFill>
                  <a:schemeClr val="bg2">
                    <a:lumMod val="90000"/>
                  </a:schemeClr>
                </a:solidFill>
              </a:rPr>
              <a:t>Progreso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E213B-5DF7-40C8-6119-E4229B4706CE}"/>
              </a:ext>
            </a:extLst>
          </p:cNvPr>
          <p:cNvSpPr txBox="1"/>
          <p:nvPr/>
        </p:nvSpPr>
        <p:spPr>
          <a:xfrm>
            <a:off x="3329592" y="1181775"/>
            <a:ext cx="5357208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>
                <a:latin typeface="Consolas" panose="020B0609020204030204" pitchFamily="49" charset="0"/>
              </a:rPr>
              <a:t>c10_raiz_cuadrada_de_x_por_biseccion</a:t>
            </a:r>
            <a:r>
              <a:rPr lang="es-ES" noProof="0" dirty="0">
                <a:latin typeface="Consolas" panose="020B0609020204030204" pitchFamily="49" charset="0"/>
              </a:rPr>
              <a:t>.py</a:t>
            </a:r>
          </a:p>
        </p:txBody>
      </p:sp>
    </p:spTree>
    <p:extLst>
      <p:ext uri="{BB962C8B-B14F-4D97-AF65-F5344CB8AC3E}">
        <p14:creationId xmlns:p14="http://schemas.microsoft.com/office/powerpoint/2010/main" val="3893088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P spid="22" grpId="0"/>
      <p:bldP spid="24" grpId="0"/>
      <p:bldP spid="29" grpId="0" animBg="1"/>
      <p:bldP spid="32" grpId="0" animBg="1"/>
      <p:bldP spid="33" grpId="0" animBg="1"/>
      <p:bldP spid="34" grpId="0"/>
      <p:bldP spid="35" grpId="0"/>
      <p:bldP spid="3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FCA9-0509-A42C-0EB8-978E0F14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roup 322">
            <a:extLst>
              <a:ext uri="{FF2B5EF4-FFF2-40B4-BE49-F238E27FC236}">
                <a16:creationId xmlns:a16="http://schemas.microsoft.com/office/drawing/2014/main" id="{BA44B5FB-EB37-49E6-491E-3BA644CF938F}"/>
              </a:ext>
            </a:extLst>
          </p:cNvPr>
          <p:cNvGrpSpPr/>
          <p:nvPr/>
        </p:nvGrpSpPr>
        <p:grpSpPr>
          <a:xfrm>
            <a:off x="9627339" y="2769422"/>
            <a:ext cx="674286" cy="340804"/>
            <a:chOff x="7702717" y="2138490"/>
            <a:chExt cx="674286" cy="340804"/>
          </a:xfrm>
        </p:grpSpPr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BDE67BCA-4344-A4B2-1F38-3CA39DB1FA31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0604A0CD-1B53-67D1-A72C-E4FB567EC3A0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2560EF3-5D43-9758-2621-36C3453FCA1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51320EEE-2F11-B4E3-1B86-DD44A0F64BA4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8EBB5F9-B096-F604-EB98-4DE4E228A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7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946C88A-B19C-7A9F-5268-D14ED9C35114}"/>
              </a:ext>
            </a:extLst>
          </p:cNvPr>
          <p:cNvGrpSpPr/>
          <p:nvPr/>
        </p:nvGrpSpPr>
        <p:grpSpPr>
          <a:xfrm>
            <a:off x="9164668" y="3377822"/>
            <a:ext cx="433812" cy="332704"/>
            <a:chOff x="7839715" y="2553300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790E0E-4F48-17C1-F6B8-D0B6AED9094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106E3AB-2A1D-6CEE-9173-4540D9134BAF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176B25D-5173-9437-F447-204F95A0DF89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FF63E84E-8FFC-A908-4221-92AAF9E3E31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8FB655A-ECBB-FE13-96AB-9B3C8622A931}"/>
              </a:ext>
            </a:extLst>
          </p:cNvPr>
          <p:cNvGrpSpPr/>
          <p:nvPr/>
        </p:nvGrpSpPr>
        <p:grpSpPr>
          <a:xfrm>
            <a:off x="9617186" y="3246970"/>
            <a:ext cx="433812" cy="332704"/>
            <a:chOff x="8292233" y="2422448"/>
            <a:chExt cx="433812" cy="33270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B9F0155-405D-C564-4AAE-84E02C03833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CE7BD77-691A-792F-78C9-86913339CE6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2529E9D8-A402-35F6-AC03-6419CEE214B2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C49808C7-EFAD-9277-7A71-D9AB26CC2183}"/>
              </a:ext>
            </a:extLst>
          </p:cNvPr>
          <p:cNvSpPr/>
          <p:nvPr/>
        </p:nvSpPr>
        <p:spPr>
          <a:xfrm>
            <a:off x="9709968" y="347798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0901C4B-C0E7-E346-CA88-65A15F7D47CA}"/>
              </a:ext>
            </a:extLst>
          </p:cNvPr>
          <p:cNvSpPr/>
          <p:nvPr/>
        </p:nvSpPr>
        <p:spPr>
          <a:xfrm>
            <a:off x="9976802" y="367752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A9B2112-813E-01EB-618D-9A1AA9029625}"/>
              </a:ext>
            </a:extLst>
          </p:cNvPr>
          <p:cNvGrpSpPr/>
          <p:nvPr/>
        </p:nvGrpSpPr>
        <p:grpSpPr>
          <a:xfrm>
            <a:off x="1570621" y="3296412"/>
            <a:ext cx="547272" cy="332704"/>
            <a:chOff x="2616513" y="2273732"/>
            <a:chExt cx="547272" cy="332704"/>
          </a:xfrm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C3A8AB7-198A-9401-AF1B-6EF08410DC2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0F67981-2D81-AF38-1DFD-B2AE5F45CA6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6F210C6-05C3-A4C1-29D3-82B7BC01241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A655AB4-E9BB-94DA-D2BA-02CEFAB413F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AA5DCCE6-FA92-ED31-04C6-3C2162A807E8}"/>
              </a:ext>
            </a:extLst>
          </p:cNvPr>
          <p:cNvSpPr/>
          <p:nvPr/>
        </p:nvSpPr>
        <p:spPr>
          <a:xfrm>
            <a:off x="10063460" y="364851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3D1A4F4-1176-A205-27B8-11FEBACDBA0D}"/>
              </a:ext>
            </a:extLst>
          </p:cNvPr>
          <p:cNvGrpSpPr/>
          <p:nvPr/>
        </p:nvGrpSpPr>
        <p:grpSpPr>
          <a:xfrm>
            <a:off x="9775405" y="3045832"/>
            <a:ext cx="433812" cy="332704"/>
            <a:chOff x="8450452" y="2221310"/>
            <a:chExt cx="433812" cy="332704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4F12452-720D-CC6E-3F67-8DF8C87336F2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16975613-5530-2487-AEA9-02F13528183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FE91A03-CA4F-F2E7-6D60-61F6F79FF7D7}"/>
              </a:ext>
            </a:extLst>
          </p:cNvPr>
          <p:cNvGrpSpPr/>
          <p:nvPr/>
        </p:nvGrpSpPr>
        <p:grpSpPr>
          <a:xfrm>
            <a:off x="8901785" y="3180441"/>
            <a:ext cx="433812" cy="332704"/>
            <a:chOff x="7576832" y="2355919"/>
            <a:chExt cx="433812" cy="332704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077B549-4CCD-F303-B278-E478FA14DA49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09A9C50-809C-3871-6926-61B3F10A7E35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949B60B6-2EED-B7DF-9910-CFFC324866C2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8EFBA7B3-1034-D1E2-6299-725091274A0F}"/>
              </a:ext>
            </a:extLst>
          </p:cNvPr>
          <p:cNvGrpSpPr/>
          <p:nvPr/>
        </p:nvGrpSpPr>
        <p:grpSpPr>
          <a:xfrm>
            <a:off x="10230945" y="2999593"/>
            <a:ext cx="433812" cy="332704"/>
            <a:chOff x="8905992" y="2175071"/>
            <a:chExt cx="433812" cy="33270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7A9E1E5-ABF4-BC28-213D-AA8167C2DBF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6519E92-9671-4D7C-F27D-5347285C32BF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E689E4A-8793-AE3A-8BAE-3655C85A164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9892FB1-1DE1-798B-219D-CAF26D78AFAB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1BB8AE2-3C37-6DFC-E7C9-329B56A13FF9}"/>
              </a:ext>
            </a:extLst>
          </p:cNvPr>
          <p:cNvGrpSpPr/>
          <p:nvPr/>
        </p:nvGrpSpPr>
        <p:grpSpPr>
          <a:xfrm>
            <a:off x="10484528" y="3361097"/>
            <a:ext cx="433812" cy="332704"/>
            <a:chOff x="9309655" y="2557406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07EB12D-0C0C-0E8A-4653-3A720A072F3F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C28A223-D37D-8A54-324D-7D8700005724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5DACC4B-71FC-4ECE-1F92-D3B4FB746B4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969A367-37E2-1C64-40A0-D034E2BA502E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2458F9D-FB88-B1ED-5F1E-E0534BCFF6EB}"/>
              </a:ext>
            </a:extLst>
          </p:cNvPr>
          <p:cNvGrpSpPr/>
          <p:nvPr/>
        </p:nvGrpSpPr>
        <p:grpSpPr>
          <a:xfrm>
            <a:off x="10111364" y="3344398"/>
            <a:ext cx="480707" cy="335455"/>
            <a:chOff x="8786411" y="2519876"/>
            <a:chExt cx="480707" cy="335455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3B87223-90EE-0812-2BAE-C878F0F0712B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0AB8A8B-8108-D488-FD2E-3EE7A9EEA228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2B9EC294-8A8C-B603-733D-63971483FA9E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89CFABD-B56B-6966-1111-1724F4D33734}"/>
              </a:ext>
            </a:extLst>
          </p:cNvPr>
          <p:cNvGrpSpPr/>
          <p:nvPr/>
        </p:nvGrpSpPr>
        <p:grpSpPr>
          <a:xfrm rot="13449155">
            <a:off x="9027670" y="2963012"/>
            <a:ext cx="674286" cy="340804"/>
            <a:chOff x="7702717" y="2138490"/>
            <a:chExt cx="674286" cy="3408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0DD8066-CD17-69A6-DCE6-42BDE5F501DC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F48FE68-E774-DBEB-70BA-AD9F4AFA5CD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50128F4B-D2C4-86FF-6342-1C40FA1F6D3D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79AC510D-83F6-7F86-7C0A-1F4C8AE440AE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D8D4186F-6984-33BB-7D2E-1A691BCC22D2}"/>
              </a:ext>
            </a:extLst>
          </p:cNvPr>
          <p:cNvGrpSpPr/>
          <p:nvPr/>
        </p:nvGrpSpPr>
        <p:grpSpPr>
          <a:xfrm>
            <a:off x="1183294" y="3591382"/>
            <a:ext cx="433812" cy="332704"/>
            <a:chOff x="8292233" y="2422448"/>
            <a:chExt cx="433812" cy="332704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3EC2067-4EE8-5A96-E857-A156084B3D7E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A666316-F046-8345-9E09-34B830C16AF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35A30E9-02B8-3AED-FFA9-B6328DE954D7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E2F24AC-8C0E-D4D6-1A83-38D113BFDB5D}"/>
              </a:ext>
            </a:extLst>
          </p:cNvPr>
          <p:cNvGrpSpPr/>
          <p:nvPr/>
        </p:nvGrpSpPr>
        <p:grpSpPr>
          <a:xfrm>
            <a:off x="3559961" y="3245612"/>
            <a:ext cx="547272" cy="332704"/>
            <a:chOff x="2616513" y="2273732"/>
            <a:chExt cx="547272" cy="332704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DF1DCFDF-98A9-FF18-4654-63061ECEBD2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44B6903C-836C-57B2-CC64-291C60777F68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FAA5C9EF-810A-139A-BA6E-3E7557FC38D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78318440-E573-EF20-0931-1B7EE5E83FBF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7554EA5-2245-4F43-8F9E-C58B11097642}"/>
              </a:ext>
            </a:extLst>
          </p:cNvPr>
          <p:cNvGrpSpPr/>
          <p:nvPr/>
        </p:nvGrpSpPr>
        <p:grpSpPr>
          <a:xfrm>
            <a:off x="2985303" y="3524137"/>
            <a:ext cx="433812" cy="332704"/>
            <a:chOff x="8292233" y="2422448"/>
            <a:chExt cx="433812" cy="332704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0180F82-AE0E-A0AA-FE6B-0154B188ABB5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4EB6FB4D-9D2F-396F-52F5-4BC55B9AE76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EBF64C9-77BB-6E25-FE77-55F5536E7C51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E3819FA-12A1-E8B7-3689-00A41B5DADDE}"/>
              </a:ext>
            </a:extLst>
          </p:cNvPr>
          <p:cNvGrpSpPr/>
          <p:nvPr/>
        </p:nvGrpSpPr>
        <p:grpSpPr>
          <a:xfrm>
            <a:off x="3450160" y="3629946"/>
            <a:ext cx="433812" cy="332704"/>
            <a:chOff x="7839715" y="2553300"/>
            <a:chExt cx="433812" cy="332704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4B21027-0A0B-2AD0-9C1E-4B206326FD30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9B08D13-F0A2-33F9-7012-DEB7FB3D77C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6C22E5E1-FC98-3D63-1E4E-9FA8379357F8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F4C63E9B-D140-4D46-B80C-3699AC467DD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EDF5F39-06AF-9CA0-A0AE-E4AD2FFD46E2}"/>
              </a:ext>
            </a:extLst>
          </p:cNvPr>
          <p:cNvGrpSpPr/>
          <p:nvPr/>
        </p:nvGrpSpPr>
        <p:grpSpPr>
          <a:xfrm>
            <a:off x="3058076" y="3137632"/>
            <a:ext cx="433812" cy="332704"/>
            <a:chOff x="8905992" y="2175071"/>
            <a:chExt cx="433812" cy="33270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6A8054EE-9CB3-FD66-F2B4-E14E1BE1B66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521716C9-C985-66F5-AF10-46F8D390A8F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F02A8049-4D3C-23BA-DF19-6C8E1EDEB86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7B5B1C1-E0D7-D0B8-4499-C0CC2291D98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9AF7AA3-296E-6AA9-5068-5D4D77A3AB11}"/>
              </a:ext>
            </a:extLst>
          </p:cNvPr>
          <p:cNvGrpSpPr/>
          <p:nvPr/>
        </p:nvGrpSpPr>
        <p:grpSpPr>
          <a:xfrm>
            <a:off x="8728504" y="3686772"/>
            <a:ext cx="433812" cy="332704"/>
            <a:chOff x="7839715" y="2553300"/>
            <a:chExt cx="433812" cy="332704"/>
          </a:xfrm>
        </p:grpSpPr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5740FAF-FE53-FD6F-7284-B487A536EB7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F05C66D-922D-BDE5-A170-FFC094F3786F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F659C116-B865-7BBB-E453-031F64EACE8C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BF5A5832-0CFC-EB2F-CDEA-C64779B26DAA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1274832-CC68-10A1-1DBB-11227F1BF796}"/>
              </a:ext>
            </a:extLst>
          </p:cNvPr>
          <p:cNvGrpSpPr/>
          <p:nvPr/>
        </p:nvGrpSpPr>
        <p:grpSpPr>
          <a:xfrm>
            <a:off x="9181022" y="3555920"/>
            <a:ext cx="433812" cy="332704"/>
            <a:chOff x="8292233" y="2422448"/>
            <a:chExt cx="433812" cy="332704"/>
          </a:xfrm>
        </p:grpSpPr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42A8FE5B-4287-A40B-ABB5-4B48B730667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B856A40-4D3B-EEE0-E130-DAA81702E002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BEF92C67-F774-2B8D-B10D-EECEC3EDF0F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32" name="Oval 231">
            <a:extLst>
              <a:ext uri="{FF2B5EF4-FFF2-40B4-BE49-F238E27FC236}">
                <a16:creationId xmlns:a16="http://schemas.microsoft.com/office/drawing/2014/main" id="{64946937-FD93-6AF0-1366-3EA4EF798E98}"/>
              </a:ext>
            </a:extLst>
          </p:cNvPr>
          <p:cNvSpPr/>
          <p:nvPr/>
        </p:nvSpPr>
        <p:spPr>
          <a:xfrm>
            <a:off x="9273804" y="3786937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AE647BDB-0A6B-380D-2F52-C024F00F7EEC}"/>
              </a:ext>
            </a:extLst>
          </p:cNvPr>
          <p:cNvSpPr/>
          <p:nvPr/>
        </p:nvSpPr>
        <p:spPr>
          <a:xfrm>
            <a:off x="9540638" y="3986478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8CE5949-C3DD-25F4-3A12-2A647ABAAF15}"/>
              </a:ext>
            </a:extLst>
          </p:cNvPr>
          <p:cNvSpPr/>
          <p:nvPr/>
        </p:nvSpPr>
        <p:spPr>
          <a:xfrm>
            <a:off x="9627296" y="3957464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21C704C-005B-3510-E082-08BF53D42D08}"/>
              </a:ext>
            </a:extLst>
          </p:cNvPr>
          <p:cNvGrpSpPr/>
          <p:nvPr/>
        </p:nvGrpSpPr>
        <p:grpSpPr>
          <a:xfrm>
            <a:off x="9331030" y="3393081"/>
            <a:ext cx="433812" cy="332704"/>
            <a:chOff x="8450452" y="2221310"/>
            <a:chExt cx="433812" cy="332704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A58BB55-1056-75AD-EBCA-C1909258D518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73F0CC56-E2A5-CE65-A6F4-C465CAEACD55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CB3D247-1605-D05B-9464-F42E3971134B}"/>
              </a:ext>
            </a:extLst>
          </p:cNvPr>
          <p:cNvGrpSpPr/>
          <p:nvPr/>
        </p:nvGrpSpPr>
        <p:grpSpPr>
          <a:xfrm>
            <a:off x="8465621" y="3489391"/>
            <a:ext cx="433812" cy="332704"/>
            <a:chOff x="7576832" y="2355919"/>
            <a:chExt cx="433812" cy="332704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0C008DEA-EDED-445C-6F38-7C5FB9FE2F5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DB6D3762-0FC2-BA5E-4ECE-3B5A915BD5C0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B299430-DA52-C8F8-AD38-93AB55487D38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3088E3B-A701-D65B-F177-A893A9DF32A8}"/>
              </a:ext>
            </a:extLst>
          </p:cNvPr>
          <p:cNvGrpSpPr/>
          <p:nvPr/>
        </p:nvGrpSpPr>
        <p:grpSpPr>
          <a:xfrm>
            <a:off x="9794781" y="3308543"/>
            <a:ext cx="433812" cy="332704"/>
            <a:chOff x="8905992" y="2175071"/>
            <a:chExt cx="433812" cy="332704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E623BB5-237B-5A89-7493-43DA06308A3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4808595-A760-6EC7-8798-557DA0466A4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2AFBFF7-5B84-2F1B-A11A-4AF9CD5D2FDA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D98B72D8-5AC5-0804-1B3F-358867FD165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A3CDDA3-4F6D-BBFC-975C-721C84503574}"/>
              </a:ext>
            </a:extLst>
          </p:cNvPr>
          <p:cNvGrpSpPr/>
          <p:nvPr/>
        </p:nvGrpSpPr>
        <p:grpSpPr>
          <a:xfrm>
            <a:off x="10048364" y="3670047"/>
            <a:ext cx="433812" cy="332704"/>
            <a:chOff x="9309655" y="2557406"/>
            <a:chExt cx="433812" cy="332704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3136C92F-86FE-FC72-3D70-A6D4155E9DC7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C23EF1B5-E541-054F-7589-B97E162A9CCC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EF0ADAFB-2C2D-A9AE-7BAE-44136EA5EC72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923D0483-B776-8654-7218-2BC1F306C29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1D306C2-99D4-B5AF-D345-A3430F605909}"/>
              </a:ext>
            </a:extLst>
          </p:cNvPr>
          <p:cNvGrpSpPr/>
          <p:nvPr/>
        </p:nvGrpSpPr>
        <p:grpSpPr>
          <a:xfrm>
            <a:off x="9675200" y="3653348"/>
            <a:ext cx="480707" cy="335455"/>
            <a:chOff x="8786411" y="2519876"/>
            <a:chExt cx="480707" cy="335455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14625E3-1014-CDAE-D227-6CE3A2764930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EBAA74A-E954-1D90-9116-0EAFD54789B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97825360-408B-50E7-46CF-70A07CBF065D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A3983DB-EFCF-9A8C-CD54-3C6F6433C93A}"/>
              </a:ext>
            </a:extLst>
          </p:cNvPr>
          <p:cNvGrpSpPr/>
          <p:nvPr/>
        </p:nvGrpSpPr>
        <p:grpSpPr>
          <a:xfrm rot="8866267">
            <a:off x="8507463" y="3177026"/>
            <a:ext cx="674286" cy="340804"/>
            <a:chOff x="7702717" y="2138490"/>
            <a:chExt cx="674286" cy="340804"/>
          </a:xfrm>
        </p:grpSpPr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AEF7E5B-AD0E-6DBF-3844-8E32B2EBCE4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8229E24A-0BF3-FE61-B966-3777CC4A4E29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50E45B71-2EAF-79CA-3DC9-EDF26CE5790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C9086809-8D25-4274-5EF2-97D7AD29B06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E09E74D-A90A-A611-FE9A-3149EB901113}"/>
              </a:ext>
            </a:extLst>
          </p:cNvPr>
          <p:cNvGrpSpPr/>
          <p:nvPr/>
        </p:nvGrpSpPr>
        <p:grpSpPr>
          <a:xfrm rot="10800000">
            <a:off x="9353851" y="2912330"/>
            <a:ext cx="547272" cy="332704"/>
            <a:chOff x="2616513" y="2273732"/>
            <a:chExt cx="547272" cy="332704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79B83FA5-1290-5B55-9265-4E1C2E41926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0FAA78FA-14FC-72B0-7F52-FD0511882F0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81AD0B57-C38C-5250-C086-0752F287C587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8BF48C64-EAC0-844D-4BA3-B2BA9FB1E9AD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0E78BD0-633C-2FB6-5079-9480912EF406}"/>
              </a:ext>
            </a:extLst>
          </p:cNvPr>
          <p:cNvGrpSpPr/>
          <p:nvPr/>
        </p:nvGrpSpPr>
        <p:grpSpPr>
          <a:xfrm>
            <a:off x="8826077" y="2969358"/>
            <a:ext cx="433812" cy="332704"/>
            <a:chOff x="8292233" y="2422448"/>
            <a:chExt cx="433812" cy="332704"/>
          </a:xfrm>
        </p:grpSpPr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5CCEA28-92E0-E215-416D-6B44101FACA1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4CF6CC47-28B0-577B-84B7-930BD203B898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AA96F60A-0D44-DE7E-3759-2E199326CC3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5C4835C6-617C-68BA-F547-C6F2F6ED28B8}"/>
              </a:ext>
            </a:extLst>
          </p:cNvPr>
          <p:cNvGrpSpPr/>
          <p:nvPr/>
        </p:nvGrpSpPr>
        <p:grpSpPr>
          <a:xfrm>
            <a:off x="9843820" y="3152764"/>
            <a:ext cx="433812" cy="332704"/>
            <a:chOff x="7839715" y="2553300"/>
            <a:chExt cx="433812" cy="332704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2E3E46E2-48D4-620C-4330-587A1D928D3B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ACD02D7A-9940-FE1F-F08C-7C559DBDA23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D3D34F5-4C85-3731-AB4F-FB711E3AEE22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BDA65A94-EB54-FE7B-ECC7-20CBE24487D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B9A20F8-8C4E-4FCF-9D16-A74F1B2045F9}"/>
              </a:ext>
            </a:extLst>
          </p:cNvPr>
          <p:cNvGrpSpPr/>
          <p:nvPr/>
        </p:nvGrpSpPr>
        <p:grpSpPr>
          <a:xfrm>
            <a:off x="10497935" y="3689555"/>
            <a:ext cx="433812" cy="332704"/>
            <a:chOff x="8905992" y="2175071"/>
            <a:chExt cx="433812" cy="332704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88B9FB72-763A-6245-A20B-180F34C0D03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767C429D-5F4F-B69F-ABEC-162860E2C83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B071B072-19ED-E4B1-C302-FC72EEEE58D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23B191A3-0A50-0C1C-30C0-1B0B6C26759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4A37D71-B1A5-16E0-A85F-72C654913752}"/>
              </a:ext>
            </a:extLst>
          </p:cNvPr>
          <p:cNvGrpSpPr/>
          <p:nvPr/>
        </p:nvGrpSpPr>
        <p:grpSpPr>
          <a:xfrm>
            <a:off x="8962658" y="3855907"/>
            <a:ext cx="433812" cy="332704"/>
            <a:chOff x="8905992" y="2175071"/>
            <a:chExt cx="433812" cy="33270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9172E73-99E2-692D-0D00-86B67E974F6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B527915C-DA44-D5EE-4556-090EACEA9387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697F2F8F-241C-34DE-C3CC-237C504B728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7B580081-2863-9DF3-794F-73E2F707102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671B035-590B-9575-9898-E193FD644DD3}"/>
              </a:ext>
            </a:extLst>
          </p:cNvPr>
          <p:cNvGrpSpPr/>
          <p:nvPr/>
        </p:nvGrpSpPr>
        <p:grpSpPr>
          <a:xfrm>
            <a:off x="8823422" y="3689555"/>
            <a:ext cx="547272" cy="332704"/>
            <a:chOff x="2616513" y="2273732"/>
            <a:chExt cx="547272" cy="332704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836E8E7E-E986-BD81-E195-C604050253AF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C009738D-11B3-2E2B-75DF-8A4013770EF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386C9C7F-E7FD-B688-8A3E-5A9B0EAD8B8A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C0728D9F-CB49-3058-7E45-1329DC04B7C2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1D509547-6EDD-E592-8633-F6F36A25418E}"/>
              </a:ext>
            </a:extLst>
          </p:cNvPr>
          <p:cNvGrpSpPr/>
          <p:nvPr/>
        </p:nvGrpSpPr>
        <p:grpSpPr>
          <a:xfrm>
            <a:off x="9575081" y="3807908"/>
            <a:ext cx="433812" cy="332704"/>
            <a:chOff x="7839715" y="2553300"/>
            <a:chExt cx="433812" cy="332704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6276521B-AA08-FAFD-01D8-5BC849F7D0C1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3DCA0365-B93D-D905-79AB-7F71A0F71856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1F603964-8D69-61B2-EBD6-702D3447E120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D11604D-3FAD-2B14-28F5-90655A66C7A7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8828016-4FEC-6AB4-FC02-CEC9D9BDAD5E}"/>
              </a:ext>
            </a:extLst>
          </p:cNvPr>
          <p:cNvGrpSpPr/>
          <p:nvPr/>
        </p:nvGrpSpPr>
        <p:grpSpPr>
          <a:xfrm>
            <a:off x="10027599" y="3677056"/>
            <a:ext cx="433812" cy="332704"/>
            <a:chOff x="8292233" y="2422448"/>
            <a:chExt cx="433812" cy="332704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CCF54F4C-591F-9CA8-E7C3-5E70DDC295C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058AB4C-D6FA-182B-39CC-42BCFE942965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D266F500-FBBA-9C8D-BA37-31E186C934B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99" name="Oval 298">
            <a:extLst>
              <a:ext uri="{FF2B5EF4-FFF2-40B4-BE49-F238E27FC236}">
                <a16:creationId xmlns:a16="http://schemas.microsoft.com/office/drawing/2014/main" id="{315AE690-1492-DAF5-F2AE-CCF84CE4B01A}"/>
              </a:ext>
            </a:extLst>
          </p:cNvPr>
          <p:cNvSpPr/>
          <p:nvPr/>
        </p:nvSpPr>
        <p:spPr>
          <a:xfrm>
            <a:off x="10120381" y="390807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4E4B553C-A443-1E8E-C51A-714986AEE887}"/>
              </a:ext>
            </a:extLst>
          </p:cNvPr>
          <p:cNvSpPr/>
          <p:nvPr/>
        </p:nvSpPr>
        <p:spPr>
          <a:xfrm>
            <a:off x="10387215" y="410761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3883FF68-1C04-7752-DE69-4EF21BDA944A}"/>
              </a:ext>
            </a:extLst>
          </p:cNvPr>
          <p:cNvSpPr/>
          <p:nvPr/>
        </p:nvSpPr>
        <p:spPr>
          <a:xfrm>
            <a:off x="10473873" y="407860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FCFB4C18-EE09-8CF4-46E5-4B534220BD6E}"/>
              </a:ext>
            </a:extLst>
          </p:cNvPr>
          <p:cNvGrpSpPr/>
          <p:nvPr/>
        </p:nvGrpSpPr>
        <p:grpSpPr>
          <a:xfrm>
            <a:off x="10185818" y="3475918"/>
            <a:ext cx="433812" cy="332704"/>
            <a:chOff x="8450452" y="2221310"/>
            <a:chExt cx="433812" cy="332704"/>
          </a:xfrm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C94FB74C-3D30-F3BE-C2A0-74C2E1A8D867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405BF446-0211-97DF-1F4C-4CA3BD7AE06D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E8C337C-7CEC-EB5F-296E-956EADE271F8}"/>
              </a:ext>
            </a:extLst>
          </p:cNvPr>
          <p:cNvGrpSpPr/>
          <p:nvPr/>
        </p:nvGrpSpPr>
        <p:grpSpPr>
          <a:xfrm>
            <a:off x="9312198" y="3610527"/>
            <a:ext cx="433812" cy="332704"/>
            <a:chOff x="7576832" y="2355919"/>
            <a:chExt cx="433812" cy="332704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5BD8F4A-252C-B7CB-5236-A73C7E1BAAE0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D8D92C69-6D5A-2D51-DA0A-CCDBCD06848D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164A308F-54FA-B90A-BD8D-5C425FA7E01E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32E84B73-3B05-C010-B6BA-56B59255F2ED}"/>
              </a:ext>
            </a:extLst>
          </p:cNvPr>
          <p:cNvGrpSpPr/>
          <p:nvPr/>
        </p:nvGrpSpPr>
        <p:grpSpPr>
          <a:xfrm>
            <a:off x="10641358" y="3429679"/>
            <a:ext cx="433812" cy="332704"/>
            <a:chOff x="8905992" y="2175071"/>
            <a:chExt cx="433812" cy="332704"/>
          </a:xfrm>
        </p:grpSpPr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1760B7FD-50E7-FA7B-0676-D9F3533A9DB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14F90C22-523B-00C9-28E8-19A39A49072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6B198D71-AB70-ABC0-B397-ED13AD5522C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83E5EC04-AE8C-6C9C-CA0E-B93B373556C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4CCE530B-501C-5290-D0BA-4239359F1D86}"/>
              </a:ext>
            </a:extLst>
          </p:cNvPr>
          <p:cNvGrpSpPr/>
          <p:nvPr/>
        </p:nvGrpSpPr>
        <p:grpSpPr>
          <a:xfrm>
            <a:off x="8633610" y="4100566"/>
            <a:ext cx="433812" cy="332704"/>
            <a:chOff x="9309655" y="2557406"/>
            <a:chExt cx="433812" cy="332704"/>
          </a:xfrm>
        </p:grpSpPr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C7D5AFD2-9497-ED1E-F608-72215C7DD81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9146D6E7-33F3-0258-E76C-0A2739780A4F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F2CFCA29-E1C6-920F-8728-D1C47F554914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60E4E93-A937-3F41-45DF-07A21A898DAD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E5BEBC3-7B46-4589-5499-2FEB143AB8D2}"/>
              </a:ext>
            </a:extLst>
          </p:cNvPr>
          <p:cNvGrpSpPr/>
          <p:nvPr/>
        </p:nvGrpSpPr>
        <p:grpSpPr>
          <a:xfrm>
            <a:off x="10521777" y="3774484"/>
            <a:ext cx="480707" cy="335455"/>
            <a:chOff x="8786411" y="2519876"/>
            <a:chExt cx="480707" cy="335455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C8C1B071-E374-B53B-3702-B081FFF7F849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4FC3093-C315-86D1-114C-E97C7DF6CEBE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332D6FDD-8695-1782-D701-E891404F2810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12FB007-A474-5637-059F-3FCB75514810}"/>
              </a:ext>
            </a:extLst>
          </p:cNvPr>
          <p:cNvGrpSpPr/>
          <p:nvPr/>
        </p:nvGrpSpPr>
        <p:grpSpPr>
          <a:xfrm>
            <a:off x="9138917" y="4116858"/>
            <a:ext cx="433812" cy="332704"/>
            <a:chOff x="7839715" y="2553300"/>
            <a:chExt cx="433812" cy="33270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BE211F28-97A1-B36E-99AB-18B019248849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926B188E-1F52-CD19-9337-312FA928AE35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95632738-6FD4-2E50-BAEE-3D4F7470E5EE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7AE2780E-3ECF-6EA9-744F-F028F30A9394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DACB35DA-6270-D30C-61D9-DABE8FF097E5}"/>
              </a:ext>
            </a:extLst>
          </p:cNvPr>
          <p:cNvGrpSpPr/>
          <p:nvPr/>
        </p:nvGrpSpPr>
        <p:grpSpPr>
          <a:xfrm>
            <a:off x="9591435" y="3986006"/>
            <a:ext cx="433812" cy="332704"/>
            <a:chOff x="8292233" y="2422448"/>
            <a:chExt cx="433812" cy="332704"/>
          </a:xfrm>
        </p:grpSpPr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EB0D5DF5-6F0F-1550-EBED-6DE8FC93604B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C576D6D0-6A36-45BF-B176-0B3CE31C910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4D22B9A0-221A-B8CB-64E0-4FE6AEC12FD6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337" name="Oval 336">
            <a:extLst>
              <a:ext uri="{FF2B5EF4-FFF2-40B4-BE49-F238E27FC236}">
                <a16:creationId xmlns:a16="http://schemas.microsoft.com/office/drawing/2014/main" id="{F2569E25-B730-77CD-5BF7-BDED5AF87845}"/>
              </a:ext>
            </a:extLst>
          </p:cNvPr>
          <p:cNvSpPr/>
          <p:nvPr/>
        </p:nvSpPr>
        <p:spPr>
          <a:xfrm>
            <a:off x="9684217" y="4217023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469D0360-8267-FE11-B459-6DBE04AC035E}"/>
              </a:ext>
            </a:extLst>
          </p:cNvPr>
          <p:cNvSpPr/>
          <p:nvPr/>
        </p:nvSpPr>
        <p:spPr>
          <a:xfrm>
            <a:off x="9951051" y="4416564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3ADF1DB9-101E-BB99-9412-05613253CC9E}"/>
              </a:ext>
            </a:extLst>
          </p:cNvPr>
          <p:cNvSpPr/>
          <p:nvPr/>
        </p:nvSpPr>
        <p:spPr>
          <a:xfrm>
            <a:off x="10037709" y="4387550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3C56E16E-0246-3BAA-E546-E0A9E347FE7A}"/>
              </a:ext>
            </a:extLst>
          </p:cNvPr>
          <p:cNvGrpSpPr/>
          <p:nvPr/>
        </p:nvGrpSpPr>
        <p:grpSpPr>
          <a:xfrm rot="19612653">
            <a:off x="9749654" y="3784868"/>
            <a:ext cx="433812" cy="332704"/>
            <a:chOff x="8450452" y="2221310"/>
            <a:chExt cx="433812" cy="332704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2D3FBCF7-E25C-114A-5867-36A09DD64F84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9F25E49D-C301-A174-BEA5-4BCAE3220764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526A276F-1AD7-B301-40F5-53DBCBEC5F2A}"/>
              </a:ext>
            </a:extLst>
          </p:cNvPr>
          <p:cNvGrpSpPr/>
          <p:nvPr/>
        </p:nvGrpSpPr>
        <p:grpSpPr>
          <a:xfrm>
            <a:off x="8876034" y="3919477"/>
            <a:ext cx="433812" cy="332704"/>
            <a:chOff x="7576832" y="2355919"/>
            <a:chExt cx="433812" cy="332704"/>
          </a:xfrm>
        </p:grpSpPr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88824EFC-D0BF-D124-E10C-37116784EE66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DA7BF89B-A6F1-8C29-4E38-788CD73FFBC9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018DA31-606B-A836-19D7-DAFED3834D6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A64DA5BF-D2F5-3B7A-BE50-7BE57DCA83BB}"/>
              </a:ext>
            </a:extLst>
          </p:cNvPr>
          <p:cNvGrpSpPr/>
          <p:nvPr/>
        </p:nvGrpSpPr>
        <p:grpSpPr>
          <a:xfrm>
            <a:off x="10205194" y="3738629"/>
            <a:ext cx="433812" cy="332704"/>
            <a:chOff x="8905992" y="2175071"/>
            <a:chExt cx="433812" cy="332704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A3A9C57A-0DD5-DB43-FEDF-996C2764EEEF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2389AB16-28A4-71CB-91A9-7C1F980F4A0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F39387E7-9301-AF82-C419-3B94AFA62E8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9F2EA86B-F488-D0B0-F14C-00AF13C9F61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83A8CE5-F6AF-6170-4F8C-15451FCC57A1}"/>
              </a:ext>
            </a:extLst>
          </p:cNvPr>
          <p:cNvGrpSpPr/>
          <p:nvPr/>
        </p:nvGrpSpPr>
        <p:grpSpPr>
          <a:xfrm>
            <a:off x="10458777" y="4100133"/>
            <a:ext cx="433812" cy="332704"/>
            <a:chOff x="9309655" y="2557406"/>
            <a:chExt cx="433812" cy="332704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9413D64B-3942-57C7-7884-E2B68C4C3BF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2C91E8F2-4632-407E-2B82-79BEB4D658AA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7D80047A-8008-B475-D321-B52616A7B50E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F11FC9B-B9B7-4C98-22E6-D761B92D738E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833BF14F-DD38-15A4-AFBD-0EA551FC000F}"/>
              </a:ext>
            </a:extLst>
          </p:cNvPr>
          <p:cNvGrpSpPr/>
          <p:nvPr/>
        </p:nvGrpSpPr>
        <p:grpSpPr>
          <a:xfrm rot="9713598">
            <a:off x="10009861" y="4167852"/>
            <a:ext cx="480707" cy="335455"/>
            <a:chOff x="8786411" y="2519876"/>
            <a:chExt cx="480707" cy="335455"/>
          </a:xfrm>
        </p:grpSpPr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2636E5C-96F2-53EE-F2C4-2DE494156A2A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50055016-CDFC-5C52-010F-447D2A1E1F15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980E16C6-04E9-7898-F82E-ACC6E65CC8EC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D6985BD-A467-8A59-0869-DBD8AFF3C644}"/>
              </a:ext>
            </a:extLst>
          </p:cNvPr>
          <p:cNvGrpSpPr/>
          <p:nvPr/>
        </p:nvGrpSpPr>
        <p:grpSpPr>
          <a:xfrm>
            <a:off x="8829300" y="3639520"/>
            <a:ext cx="674286" cy="340804"/>
            <a:chOff x="7702717" y="2138490"/>
            <a:chExt cx="674286" cy="340804"/>
          </a:xfrm>
        </p:grpSpPr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477A6D9-1159-2906-ED3F-9EFF39BFC088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154F538E-76C9-9703-3F9C-9A79BE69F235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DE83E64D-4BC9-1552-7E2D-BBD9EEC6260C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D1959B9-707F-45BC-BB16-CE2B7958ED3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3397379-72A1-BB7F-C6A5-76A26CDDD198}"/>
              </a:ext>
            </a:extLst>
          </p:cNvPr>
          <p:cNvGrpSpPr/>
          <p:nvPr/>
        </p:nvGrpSpPr>
        <p:grpSpPr>
          <a:xfrm>
            <a:off x="10364034" y="3198516"/>
            <a:ext cx="547272" cy="332704"/>
            <a:chOff x="2616513" y="2273732"/>
            <a:chExt cx="547272" cy="332704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4155BE1-13B1-18B6-B137-DD56CA0FCAA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C6E7EE63-069B-13A8-31BC-7284C3274AE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7C35BD3B-CAB5-16CD-9F10-F3D3CE3CE98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F1F7DF9E-5737-C8A4-2420-77606EB3B3E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9EF84885-07C9-2061-F938-D35C279A90F7}"/>
              </a:ext>
            </a:extLst>
          </p:cNvPr>
          <p:cNvGrpSpPr/>
          <p:nvPr/>
        </p:nvGrpSpPr>
        <p:grpSpPr>
          <a:xfrm>
            <a:off x="9051702" y="3336965"/>
            <a:ext cx="433812" cy="332704"/>
            <a:chOff x="8292233" y="2422448"/>
            <a:chExt cx="433812" cy="332704"/>
          </a:xfrm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1990100-7DE7-2C86-9A6F-9788C07EB1BF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ABEB4E71-7A83-0517-6FDE-8D24124DF189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40324195-575B-74EF-8AB2-B31654441B35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9376AA61-52FC-792D-8407-3D124FB516B7}"/>
              </a:ext>
            </a:extLst>
          </p:cNvPr>
          <p:cNvGrpSpPr/>
          <p:nvPr/>
        </p:nvGrpSpPr>
        <p:grpSpPr>
          <a:xfrm>
            <a:off x="10254233" y="3582850"/>
            <a:ext cx="433812" cy="332704"/>
            <a:chOff x="7839715" y="2553300"/>
            <a:chExt cx="433812" cy="332704"/>
          </a:xfrm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0A99C41D-E3F2-8406-31D5-ECCB90B2666A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12244A65-DA99-BA0B-B5B0-7AFC07009727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BFA5BDED-8845-E7FD-B039-32C5654C96A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545EC266-9BB5-D413-61BD-B4D2E023C14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699D769-BF37-33BE-E9D4-6CA66EB3BE66}"/>
              </a:ext>
            </a:extLst>
          </p:cNvPr>
          <p:cNvGrpSpPr/>
          <p:nvPr/>
        </p:nvGrpSpPr>
        <p:grpSpPr>
          <a:xfrm>
            <a:off x="10750052" y="4074425"/>
            <a:ext cx="433812" cy="332704"/>
            <a:chOff x="8905992" y="2175071"/>
            <a:chExt cx="433812" cy="33270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1673637A-9605-45EE-CA86-EE168D3A8F1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A700A984-60EF-2C2B-3573-425A9D1DA374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6C820973-950C-0023-3232-0FBEB03FD39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78D041BD-B414-E99B-CC4F-8907CB9AFA36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377011CF-2D07-8FAE-31E1-8F737B39D8B9}"/>
              </a:ext>
            </a:extLst>
          </p:cNvPr>
          <p:cNvGrpSpPr/>
          <p:nvPr/>
        </p:nvGrpSpPr>
        <p:grpSpPr>
          <a:xfrm>
            <a:off x="9373071" y="4285993"/>
            <a:ext cx="433812" cy="332704"/>
            <a:chOff x="8905992" y="2175071"/>
            <a:chExt cx="433812" cy="332704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A01B86BF-7AD6-4C75-0F4A-DF1C5B67D3B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322F2A01-4E2A-E44D-EA32-2E988E004DCC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B5F40FD7-9000-EE44-D2DC-F2875487D8A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05CE4E66-3D08-99D6-224C-8BFCD23F940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4231048E-2864-AD8F-6ED7-D960E7C907E6}"/>
              </a:ext>
            </a:extLst>
          </p:cNvPr>
          <p:cNvGrpSpPr/>
          <p:nvPr/>
        </p:nvGrpSpPr>
        <p:grpSpPr>
          <a:xfrm>
            <a:off x="9233835" y="4119641"/>
            <a:ext cx="547272" cy="332704"/>
            <a:chOff x="2616513" y="2273732"/>
            <a:chExt cx="547272" cy="332704"/>
          </a:xfrm>
        </p:grpSpPr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32D71682-FD52-7545-67F9-3C2AE25B61B9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62B49778-B930-C9D3-58D6-AF727FAF42FE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7E46AC24-F0E7-2195-6D3D-CD8452BE2B75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DB4FFDFE-4829-16C2-5308-5A837EC0B9C8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174983AE-AE76-E29B-608C-7E5620CA1D57}"/>
                  </a:ext>
                </a:extLst>
              </p:cNvPr>
              <p:cNvSpPr txBox="1"/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174983AE-AE76-E29B-608C-7E5620CA1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871" y="2082453"/>
                <a:ext cx="4876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E174108B-58C0-C550-D3FB-E9F831C531C3}"/>
                  </a:ext>
                </a:extLst>
              </p:cNvPr>
              <p:cNvSpPr txBox="1"/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E174108B-58C0-C550-D3FB-E9F831C53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306" y="1911475"/>
                <a:ext cx="1800172" cy="537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FF1A3774-CFC2-B484-4639-071E95BD7495}"/>
              </a:ext>
            </a:extLst>
          </p:cNvPr>
          <p:cNvCxnSpPr/>
          <p:nvPr/>
        </p:nvCxnSpPr>
        <p:spPr>
          <a:xfrm>
            <a:off x="2232471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890D48E3-EDE4-D68F-740B-F2D3A8707195}"/>
              </a:ext>
            </a:extLst>
          </p:cNvPr>
          <p:cNvCxnSpPr>
            <a:cxnSpLocks/>
          </p:cNvCxnSpPr>
          <p:nvPr/>
        </p:nvCxnSpPr>
        <p:spPr>
          <a:xfrm>
            <a:off x="63845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01D100EA-C18A-856D-F968-81849AD3D463}"/>
              </a:ext>
            </a:extLst>
          </p:cNvPr>
          <p:cNvCxnSpPr>
            <a:cxnSpLocks/>
          </p:cNvCxnSpPr>
          <p:nvPr/>
        </p:nvCxnSpPr>
        <p:spPr>
          <a:xfrm>
            <a:off x="7768884" y="3523173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8CA78BA4-4FAB-F8C0-B335-A07AB492AB78}"/>
                  </a:ext>
                </a:extLst>
              </p:cNvPr>
              <p:cNvSpPr txBox="1"/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8CA78BA4-4FAB-F8C0-B335-A07AB492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18" y="3338507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6CE487-20E3-3D02-F938-7A8B6480CF9E}"/>
                  </a:ext>
                </a:extLst>
              </p:cNvPr>
              <p:cNvSpPr txBox="1"/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1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6CE487-20E3-3D02-F938-7A8B6480C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156" y="3564497"/>
                <a:ext cx="953018" cy="646331"/>
              </a:xfrm>
              <a:prstGeom prst="rect">
                <a:avLst/>
              </a:prstGeom>
              <a:blipFill>
                <a:blip r:embed="rId6"/>
                <a:stretch>
                  <a:fillRect l="-5769" t="-4717" r="-44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967C5BA-4C3B-5C7B-B7DF-201794AB5B72}"/>
              </a:ext>
            </a:extLst>
          </p:cNvPr>
          <p:cNvGrpSpPr/>
          <p:nvPr/>
        </p:nvGrpSpPr>
        <p:grpSpPr>
          <a:xfrm>
            <a:off x="5509618" y="3245612"/>
            <a:ext cx="547272" cy="332704"/>
            <a:chOff x="2616513" y="2273732"/>
            <a:chExt cx="547272" cy="332704"/>
          </a:xfrm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16FF8EAD-B44C-945C-7E1D-05C361230156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DCFD1141-4F80-AB84-A719-A636EBC93FCB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DB0F65CE-9078-615E-2FA9-3A1C29A8C1DB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ACD07943-5500-D5C7-8605-453FD7CA0326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A752D30E-237C-C735-39FD-33659A2C89DB}"/>
              </a:ext>
            </a:extLst>
          </p:cNvPr>
          <p:cNvGrpSpPr/>
          <p:nvPr/>
        </p:nvGrpSpPr>
        <p:grpSpPr>
          <a:xfrm>
            <a:off x="4934960" y="3524137"/>
            <a:ext cx="433812" cy="332704"/>
            <a:chOff x="8292233" y="2422448"/>
            <a:chExt cx="433812" cy="332704"/>
          </a:xfrm>
        </p:grpSpPr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52C8593B-CFEA-243C-C3B1-688BB009C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B426C311-3BAE-C10A-50B2-0CEBF52A2CBE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BAB48BFC-2612-61D1-8125-E657886C7859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41131FD9-9E25-6A11-DEC6-9DE38703BC39}"/>
              </a:ext>
            </a:extLst>
          </p:cNvPr>
          <p:cNvGrpSpPr/>
          <p:nvPr/>
        </p:nvGrpSpPr>
        <p:grpSpPr>
          <a:xfrm>
            <a:off x="5399817" y="3629946"/>
            <a:ext cx="433812" cy="332704"/>
            <a:chOff x="7839715" y="2553300"/>
            <a:chExt cx="433812" cy="332704"/>
          </a:xfrm>
        </p:grpSpPr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6E71FD74-7672-148E-6E18-4BC6CF1AB42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EB0F7DC-ABC0-9B55-A6D7-091C83FF68B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1EFFF0F5-8358-3C17-D3DD-A555420A5FB5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D073E447-9590-F0AB-C515-31C46A6CFB9E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86A94C87-4632-7420-B51B-D669CC207F69}"/>
              </a:ext>
            </a:extLst>
          </p:cNvPr>
          <p:cNvGrpSpPr/>
          <p:nvPr/>
        </p:nvGrpSpPr>
        <p:grpSpPr>
          <a:xfrm>
            <a:off x="5007733" y="3137632"/>
            <a:ext cx="433812" cy="332704"/>
            <a:chOff x="8905992" y="2175071"/>
            <a:chExt cx="433812" cy="332704"/>
          </a:xfrm>
        </p:grpSpPr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1CCFDF19-07DB-5AF6-AED5-E666DE266580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5F07E690-62FA-4CC9-9CDC-4CBE8E4485D5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FCA327F7-23FA-3F3A-2790-47807113FCB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17F4D0EF-B69B-5A45-EE8A-770224806964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39ACDE24-5C5D-359C-FC2E-01E26D8B3501}"/>
                  </a:ext>
                </a:extLst>
              </p:cNvPr>
              <p:cNvSpPr txBox="1"/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s-E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1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39ACDE24-5C5D-359C-FC2E-01E26D8B3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04" y="1868193"/>
                <a:ext cx="2035814" cy="5389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2" name="Straight Arrow Connector 431">
            <a:extLst>
              <a:ext uri="{FF2B5EF4-FFF2-40B4-BE49-F238E27FC236}">
                <a16:creationId xmlns:a16="http://schemas.microsoft.com/office/drawing/2014/main" id="{024333F5-BAF9-DB1F-6390-64F6EBC1D25C}"/>
              </a:ext>
            </a:extLst>
          </p:cNvPr>
          <p:cNvCxnSpPr/>
          <p:nvPr/>
        </p:nvCxnSpPr>
        <p:spPr>
          <a:xfrm>
            <a:off x="4123760" y="354148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A31B14E-203C-FD4F-A892-978BF98BE527}"/>
              </a:ext>
            </a:extLst>
          </p:cNvPr>
          <p:cNvGrpSpPr/>
          <p:nvPr/>
        </p:nvGrpSpPr>
        <p:grpSpPr>
          <a:xfrm>
            <a:off x="5352996" y="2884249"/>
            <a:ext cx="433812" cy="332704"/>
            <a:chOff x="9309655" y="2557406"/>
            <a:chExt cx="433812" cy="332704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50DFFED9-4404-E8D7-1625-4AB762C43B5D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ADE71FEB-43B3-AF14-D092-A697CDCDB7F2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8CEBCAD7-B7AB-A0D7-26D5-013C93E4AB3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B0B71E0A-85E7-F5BE-ADDA-A99B38E7CE3C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F8C111B1-2C1B-9028-65E9-072CDD7DD587}"/>
              </a:ext>
            </a:extLst>
          </p:cNvPr>
          <p:cNvGrpSpPr/>
          <p:nvPr/>
        </p:nvGrpSpPr>
        <p:grpSpPr>
          <a:xfrm>
            <a:off x="5043657" y="3919407"/>
            <a:ext cx="433812" cy="332704"/>
            <a:chOff x="8450452" y="2221310"/>
            <a:chExt cx="433812" cy="332704"/>
          </a:xfrm>
        </p:grpSpPr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A4B601DC-54F0-2441-6D2C-2479C6B9FF9E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20620B6D-A789-3D68-11BA-D3B4F4382371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10D8F954-9CA5-D26C-BC83-D91A67996A33}"/>
              </a:ext>
            </a:extLst>
          </p:cNvPr>
          <p:cNvGrpSpPr/>
          <p:nvPr/>
        </p:nvGrpSpPr>
        <p:grpSpPr>
          <a:xfrm>
            <a:off x="5630260" y="4016789"/>
            <a:ext cx="433812" cy="332704"/>
            <a:chOff x="7576832" y="2355919"/>
            <a:chExt cx="433812" cy="332704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D98D05A9-3F1E-A368-2C35-7680C9009E81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7DA1569B-4F33-9084-D54C-A25DB6F1E73A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78E226B-5E4B-A2FF-855A-C83D19092485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5B23A284-9657-5551-29A6-7B64EAFE2B5B}"/>
              </a:ext>
            </a:extLst>
          </p:cNvPr>
          <p:cNvGrpSpPr/>
          <p:nvPr/>
        </p:nvGrpSpPr>
        <p:grpSpPr>
          <a:xfrm>
            <a:off x="5887655" y="3556206"/>
            <a:ext cx="433812" cy="332704"/>
            <a:chOff x="8905992" y="2175071"/>
            <a:chExt cx="433812" cy="332704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17124CF9-EDAD-79A9-E6C2-E4B1A0C3840E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8A0DB7EE-B9AC-E2C1-4094-611E51B65546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4267AE45-0EB7-361C-377F-BB7D60E20A24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893E0977-E617-CE99-2805-1E14663189E0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200FB-F320-B73B-37B7-70DD8F58F8F3}"/>
                  </a:ext>
                </a:extLst>
              </p:cNvPr>
              <p:cNvSpPr txBox="1"/>
              <p:nvPr/>
            </p:nvSpPr>
            <p:spPr>
              <a:xfrm>
                <a:off x="1392633" y="4898874"/>
                <a:ext cx="9406746" cy="1419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800" noProof="0" dirty="0"/>
                  <a:t>Conociendo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2800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sz="2800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800" noProof="0" dirty="0">
                    <a:sym typeface="Wingdings" panose="05000000000000000000" pitchFamily="2" charset="2"/>
                  </a:rPr>
                  <a:t></a:t>
                </a:r>
                <a:r>
                  <a:rPr lang="es-ES" sz="2800" noProof="0" dirty="0"/>
                  <a:t> ¿Cuanto </a:t>
                </a:r>
                <a:r>
                  <a:rPr lang="es-ES" sz="2800" b="1" u="sng" noProof="0" dirty="0">
                    <a:solidFill>
                      <a:srgbClr val="92D050"/>
                    </a:solidFill>
                  </a:rPr>
                  <a:t>tiempo aproximado</a:t>
                </a:r>
                <a:r>
                  <a:rPr lang="es-ES" sz="2800" u="sng" noProof="0" dirty="0">
                    <a:solidFill>
                      <a:srgbClr val="92D050"/>
                    </a:solidFill>
                  </a:rPr>
                  <a:t> </a:t>
                </a:r>
                <a:r>
                  <a:rPr lang="es-ES" sz="2800" noProof="0" dirty="0"/>
                  <a:t>es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2800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sz="2800" noProof="0" dirty="0"/>
                  <a:t>?</a:t>
                </a:r>
              </a:p>
              <a:p>
                <a:pPr algn="ctr"/>
                <a:r>
                  <a:rPr lang="es-ES" sz="2800" b="1" noProof="0" dirty="0"/>
                  <a:t>USAR BUSQUEDA POR BISECCIÓN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7200FB-F320-B73B-37B7-70DD8F58F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33" y="4898874"/>
                <a:ext cx="9406746" cy="1419491"/>
              </a:xfrm>
              <a:prstGeom prst="rect">
                <a:avLst/>
              </a:prstGeom>
              <a:blipFill>
                <a:blip r:embed="rId8"/>
                <a:stretch>
                  <a:fillRect t="-6034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CB33A9A-3255-42FB-B1D1-BED94973A421}"/>
              </a:ext>
            </a:extLst>
          </p:cNvPr>
          <p:cNvSpPr txBox="1"/>
          <p:nvPr/>
        </p:nvSpPr>
        <p:spPr>
          <a:xfrm>
            <a:off x="1196551" y="168461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Inicial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34B1E-A9E6-BA92-28EF-4202EBE52A1B}"/>
              </a:ext>
            </a:extLst>
          </p:cNvPr>
          <p:cNvSpPr txBox="1"/>
          <p:nvPr/>
        </p:nvSpPr>
        <p:spPr>
          <a:xfrm>
            <a:off x="9473289" y="1684617"/>
            <a:ext cx="69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noProof="0" dirty="0"/>
              <a:t>Final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278C6C-A3CE-F3D6-0EF8-0C03B6803100}"/>
                  </a:ext>
                </a:extLst>
              </p:cNvPr>
              <p:cNvSpPr txBox="1"/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" sz="2400" b="1" i="1" noProof="0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noProof="0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400" b="1" i="0" noProof="0" smtClean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s-ES" sz="2400" b="1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s-ES" sz="2400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s-ES" sz="2400" b="1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278C6C-A3CE-F3D6-0EF8-0C03B680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56" y="722754"/>
                <a:ext cx="2387600" cy="4754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AF36A-82B9-2E2E-F823-E4A6CA134E50}"/>
                  </a:ext>
                </a:extLst>
              </p:cNvPr>
              <p:cNvSpPr txBox="1"/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noProof="0" dirty="0"/>
                  <a:t>2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9AF36A-82B9-2E2E-F823-E4A6CA134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974" y="3564497"/>
                <a:ext cx="1348960" cy="646331"/>
              </a:xfrm>
              <a:prstGeom prst="rect">
                <a:avLst/>
              </a:prstGeom>
              <a:blipFill>
                <a:blip r:embed="rId10"/>
                <a:stretch>
                  <a:fillRect l="-3620" t="-4717" r="-316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A63EE-ED1C-90BD-E4AE-35FD15AB9636}"/>
                  </a:ext>
                </a:extLst>
              </p:cNvPr>
              <p:cNvSpPr txBox="1"/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s-ES" noProof="0" dirty="0"/>
                  <a:t> gen</a:t>
                </a:r>
              </a:p>
              <a:p>
                <a:pPr algn="ctr"/>
                <a:r>
                  <a:rPr lang="es-ES" noProof="0" dirty="0">
                    <a:solidFill>
                      <a:schemeClr val="accent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b="0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b="0" i="0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ES" i="1" noProof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noProof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>
                    <a:solidFill>
                      <a:schemeClr val="accent2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7A63EE-ED1C-90BD-E4AE-35FD15AB9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954" y="3564497"/>
                <a:ext cx="1468800" cy="668581"/>
              </a:xfrm>
              <a:prstGeom prst="rect">
                <a:avLst/>
              </a:prstGeom>
              <a:blipFill>
                <a:blip r:embed="rId11"/>
                <a:stretch>
                  <a:fillRect l="-3320" t="-4587" r="-2905" b="-12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E9562-0EBA-90EA-BF91-96C5AFDAEFE4}"/>
                  </a:ext>
                </a:extLst>
              </p:cNvPr>
              <p:cNvSpPr txBox="1"/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E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ES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b="1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 noProof="0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s-ES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s-ES" b="1" i="1" noProof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s-ES" b="1" i="1" noProof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S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s-ES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CE9562-0EBA-90EA-BF91-96C5AFDA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72" y="1868193"/>
                <a:ext cx="2278060" cy="5868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BDEDE9-53D1-F1CB-A1C1-CE749EB1A247}"/>
                  </a:ext>
                </a:extLst>
              </p:cNvPr>
              <p:cNvSpPr txBox="1"/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BDEDE9-53D1-F1CB-A1C1-CE749EB1A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490" y="2472195"/>
                <a:ext cx="1085297" cy="276999"/>
              </a:xfrm>
              <a:prstGeom prst="rect">
                <a:avLst/>
              </a:prstGeom>
              <a:blipFill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254FC9-3C2C-1D9C-6DD2-CFB0BCD977D4}"/>
                  </a:ext>
                </a:extLst>
              </p:cNvPr>
              <p:cNvSpPr txBox="1"/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1200" b="0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ES" sz="120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sz="1200" b="0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200" b="1" i="1" noProof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s-ES" sz="1200" i="1" noProof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s-ES" sz="1200" b="1" i="1" noProof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s-ES" sz="1200" noProof="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254FC9-3C2C-1D9C-6DD2-CFB0BCD97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69" y="2472195"/>
                <a:ext cx="1747338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573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AC6E-AB14-3673-EA79-BF89A696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84201C-5F4B-9C00-D245-70B5340B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Ejercicio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EE24A-AE2E-7321-4700-60621F9329B4}"/>
                  </a:ext>
                </a:extLst>
              </p:cNvPr>
              <p:cNvSpPr txBox="1"/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u="sng" noProof="0" dirty="0"/>
                  <a:t>Reescribir el programa</a:t>
                </a:r>
                <a:r>
                  <a:rPr lang="es-ES" b="1" u="sng" noProof="0" dirty="0"/>
                  <a:t> </a:t>
                </a:r>
                <a:r>
                  <a:rPr lang="es-ES" u="sng" noProof="0" dirty="0"/>
                  <a:t>de levaduras</a:t>
                </a:r>
                <a:r>
                  <a:rPr lang="es-ES" noProof="0" dirty="0"/>
                  <a:t>:</a:t>
                </a:r>
              </a:p>
              <a:p>
                <a:pPr algn="ctr"/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Tome como input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s-ES" noProof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noProof="0" dirty="0"/>
                  <a:t>Sabiendo que las células se duplican cada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noProof="0" dirty="0"/>
                  <a:t> horas: calcule el tiempo necesario para alcanzar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ES" noProof="0" dirty="0"/>
                  <a:t> a partir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noProof="0" dirty="0"/>
                  <a:t> utilizando un algoritmo de </a:t>
                </a:r>
                <a:r>
                  <a:rPr lang="es-ES" b="1" noProof="0" dirty="0"/>
                  <a:t>enumeración exhaustiva por aproximación</a:t>
                </a:r>
                <a:endParaRPr lang="es-E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EE24A-AE2E-7321-4700-60621F932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03" y="1699450"/>
                <a:ext cx="5501597" cy="2075825"/>
              </a:xfrm>
              <a:prstGeom prst="rect">
                <a:avLst/>
              </a:prstGeom>
              <a:blipFill>
                <a:blip r:embed="rId2"/>
                <a:stretch>
                  <a:fillRect l="-776" t="-1471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7B5C64-0928-92CE-B9FC-69E93EA9214A}"/>
              </a:ext>
            </a:extLst>
          </p:cNvPr>
          <p:cNvSpPr txBox="1"/>
          <p:nvPr/>
        </p:nvSpPr>
        <p:spPr>
          <a:xfrm>
            <a:off x="6096000" y="1699450"/>
            <a:ext cx="5501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u="sng" noProof="0" dirty="0"/>
              <a:t>Solo usar</a:t>
            </a:r>
            <a:r>
              <a:rPr lang="es-ES" noProof="0" dirty="0"/>
              <a:t>:</a:t>
            </a:r>
          </a:p>
          <a:p>
            <a:pPr algn="ctr"/>
            <a:endParaRPr lang="es-ES" noProof="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Ramificación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 err="1">
                <a:latin typeface="Consolas" panose="020B0609020204030204" pitchFamily="49" charset="0"/>
              </a:rPr>
              <a:t>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elif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else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Operaciones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+, -, *, /,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Comparaciones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==, !=, &lt;=, &gt;, etc.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>
                <a:latin typeface="+mj-lt"/>
              </a:rPr>
              <a:t>Lógica		</a:t>
            </a:r>
            <a:r>
              <a:rPr lang="es-ES" noProof="0" dirty="0">
                <a:latin typeface="+mj-lt"/>
              </a:rPr>
              <a:t>(</a:t>
            </a:r>
            <a:r>
              <a:rPr lang="es-ES" noProof="0" dirty="0">
                <a:latin typeface="Consolas" panose="020B0609020204030204" pitchFamily="49" charset="0"/>
              </a:rPr>
              <a:t>and, </a:t>
            </a:r>
            <a:r>
              <a:rPr lang="es-ES" noProof="0" dirty="0" err="1">
                <a:latin typeface="Consolas" panose="020B0609020204030204" pitchFamily="49" charset="0"/>
              </a:rPr>
              <a:t>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not</a:t>
            </a:r>
            <a:r>
              <a:rPr lang="es-ES" noProof="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noProof="0" dirty="0"/>
              <a:t>Iteración</a:t>
            </a:r>
            <a:r>
              <a:rPr lang="es-ES" noProof="0" dirty="0"/>
              <a:t>		(</a:t>
            </a:r>
            <a:r>
              <a:rPr lang="es-ES" noProof="0" dirty="0" err="1">
                <a:latin typeface="Consolas" panose="020B0609020204030204" pitchFamily="49" charset="0"/>
              </a:rPr>
              <a:t>for</a:t>
            </a:r>
            <a:r>
              <a:rPr lang="es-ES" noProof="0" dirty="0">
                <a:latin typeface="Consolas" panose="020B0609020204030204" pitchFamily="49" charset="0"/>
              </a:rPr>
              <a:t>, </a:t>
            </a:r>
            <a:r>
              <a:rPr lang="es-ES" noProof="0" dirty="0" err="1">
                <a:latin typeface="Consolas" panose="020B0609020204030204" pitchFamily="49" charset="0"/>
              </a:rPr>
              <a:t>while</a:t>
            </a:r>
            <a:r>
              <a:rPr lang="es-ES" noProof="0" dirty="0">
                <a:latin typeface="Consolas" panose="020B0609020204030204" pitchFamily="49" charset="0"/>
              </a:rPr>
              <a:t>, break</a:t>
            </a:r>
            <a:r>
              <a:rPr lang="es-ES" noProof="0" dirty="0"/>
              <a:t>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17CE65-7F1A-C357-EFC4-D08981CCDCF1}"/>
              </a:ext>
            </a:extLst>
          </p:cNvPr>
          <p:cNvGrpSpPr/>
          <p:nvPr/>
        </p:nvGrpSpPr>
        <p:grpSpPr>
          <a:xfrm rot="20727627">
            <a:off x="7307117" y="154499"/>
            <a:ext cx="674286" cy="340804"/>
            <a:chOff x="7702717" y="2138490"/>
            <a:chExt cx="674286" cy="34080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183E2AB-5F85-83B4-28EF-5FBDAA3A8A67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73EEAB-A828-2C27-103C-14F9CBCA22C7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C31D8BD-291A-49D3-3A97-8E7A73B02713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2845A1D-E209-3899-5EAD-10757665DC23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3D4410-9692-DC71-0AD2-11B92C160B47}"/>
              </a:ext>
            </a:extLst>
          </p:cNvPr>
          <p:cNvGrpSpPr/>
          <p:nvPr/>
        </p:nvGrpSpPr>
        <p:grpSpPr>
          <a:xfrm>
            <a:off x="3830172" y="158549"/>
            <a:ext cx="433812" cy="332704"/>
            <a:chOff x="7839715" y="2553300"/>
            <a:chExt cx="433812" cy="33270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BB9D2D7-681E-0D7D-49D5-A3F7985AC67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299E77F-8FA3-256D-23EA-0CCB9F2F2B20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1571A06-91E8-564E-F161-3C9C390DB334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BDE9F4-AA2D-1D4F-ED10-EC8DA8548FA8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F360B0-8BB1-0E9E-FC4D-F7186ACA2E25}"/>
              </a:ext>
            </a:extLst>
          </p:cNvPr>
          <p:cNvGrpSpPr/>
          <p:nvPr/>
        </p:nvGrpSpPr>
        <p:grpSpPr>
          <a:xfrm>
            <a:off x="6271854" y="158549"/>
            <a:ext cx="433812" cy="332704"/>
            <a:chOff x="8292233" y="2422448"/>
            <a:chExt cx="433812" cy="33270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8E938EA-9A46-1B70-837C-7050C6A4DAD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335EF5C-1C0A-29C6-C7E7-572EAB32E53C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36C64C7-9A99-9B1F-7528-A9B5C16CAE0D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580CB11-566F-0682-19D2-F3C89D06784A}"/>
              </a:ext>
            </a:extLst>
          </p:cNvPr>
          <p:cNvSpPr/>
          <p:nvPr/>
        </p:nvSpPr>
        <p:spPr>
          <a:xfrm>
            <a:off x="7060025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3413F0-8B32-91E6-223B-F5684AE273D8}"/>
              </a:ext>
            </a:extLst>
          </p:cNvPr>
          <p:cNvSpPr/>
          <p:nvPr/>
        </p:nvSpPr>
        <p:spPr>
          <a:xfrm>
            <a:off x="8420801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CF429A-2C01-1CB5-986B-1D19166E4958}"/>
              </a:ext>
            </a:extLst>
          </p:cNvPr>
          <p:cNvSpPr/>
          <p:nvPr/>
        </p:nvSpPr>
        <p:spPr>
          <a:xfrm>
            <a:off x="841173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B4A4ED-AAE8-C394-A9F1-09CE8F325ABA}"/>
              </a:ext>
            </a:extLst>
          </p:cNvPr>
          <p:cNvGrpSpPr/>
          <p:nvPr/>
        </p:nvGrpSpPr>
        <p:grpSpPr>
          <a:xfrm>
            <a:off x="7926617" y="158549"/>
            <a:ext cx="433812" cy="332704"/>
            <a:chOff x="8450452" y="2221310"/>
            <a:chExt cx="433812" cy="33270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A574D1E-B633-35DE-2CA2-80FA44FE79D6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C97799E-4524-E973-BE80-76DF36B126F8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208134-1C24-484A-8E70-C2ADC85B39BB}"/>
              </a:ext>
            </a:extLst>
          </p:cNvPr>
          <p:cNvGrpSpPr/>
          <p:nvPr/>
        </p:nvGrpSpPr>
        <p:grpSpPr>
          <a:xfrm>
            <a:off x="1866672" y="158549"/>
            <a:ext cx="433812" cy="332704"/>
            <a:chOff x="7576832" y="2355919"/>
            <a:chExt cx="433812" cy="33270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689D040-B3EA-56D5-6847-247F7109DD1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7218E5-80F9-AA89-DA12-72CBDC57726B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CEE50A1-D136-BD82-2732-174B36ACD85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5D05A5-29FB-1158-4BDB-96D9AEDB8805}"/>
              </a:ext>
            </a:extLst>
          </p:cNvPr>
          <p:cNvGrpSpPr/>
          <p:nvPr/>
        </p:nvGrpSpPr>
        <p:grpSpPr>
          <a:xfrm>
            <a:off x="9979011" y="158549"/>
            <a:ext cx="433812" cy="332704"/>
            <a:chOff x="8905992" y="2175071"/>
            <a:chExt cx="433812" cy="33270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D25C4A8-0616-E10A-5D17-B75A6F6F25F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F7F500E-2292-3E6F-B1ED-55554501D13B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4CDCBE-D720-ACFB-3902-BEBF2467CA2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1C3EE3B-67B6-5E87-47A7-64E3632EFB33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B77812-E374-5ED0-74A1-9429CC71DF89}"/>
              </a:ext>
            </a:extLst>
          </p:cNvPr>
          <p:cNvGrpSpPr/>
          <p:nvPr/>
        </p:nvGrpSpPr>
        <p:grpSpPr>
          <a:xfrm>
            <a:off x="10939839" y="158549"/>
            <a:ext cx="433812" cy="332704"/>
            <a:chOff x="9309655" y="2557406"/>
            <a:chExt cx="433812" cy="33270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E939EC-606E-4ED0-759C-7697741D2848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922A309-3A79-CC97-C817-B56530E482C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6709FF8-6430-8FD1-80E0-F93403AB9D10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40C7ECE-EAEB-9808-4250-A0DD7B78F95A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7A06ECF-921A-4ACF-AC81-54391DDA3214}"/>
              </a:ext>
            </a:extLst>
          </p:cNvPr>
          <p:cNvGrpSpPr/>
          <p:nvPr/>
        </p:nvGrpSpPr>
        <p:grpSpPr>
          <a:xfrm>
            <a:off x="9305998" y="157174"/>
            <a:ext cx="480707" cy="335455"/>
            <a:chOff x="8786411" y="2519876"/>
            <a:chExt cx="480707" cy="33545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9540C25-F32A-9062-F3F6-F1DAC512B57D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D7140D2-CA1F-2831-7595-42D4A42524E0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13A832-D85F-F000-05FB-1A626DA641A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C42A9E-4125-B12F-3607-B37818AD0BC4}"/>
              </a:ext>
            </a:extLst>
          </p:cNvPr>
          <p:cNvGrpSpPr/>
          <p:nvPr/>
        </p:nvGrpSpPr>
        <p:grpSpPr>
          <a:xfrm rot="1225737">
            <a:off x="3342606" y="154499"/>
            <a:ext cx="674286" cy="340804"/>
            <a:chOff x="7702717" y="2138490"/>
            <a:chExt cx="674286" cy="34080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3E90671-9909-3A45-5EAE-AABEAAEB4723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457FC59-ECF5-8F72-EA04-98B554D7D804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37AB4B9-5891-A66D-8EE0-24FAEC0865F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83D64F-CEBF-53FA-1EC4-35A4297F5859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3BCEB43-6485-F33A-EDBF-AE7027E3A68E}"/>
              </a:ext>
            </a:extLst>
          </p:cNvPr>
          <p:cNvGrpSpPr/>
          <p:nvPr/>
        </p:nvGrpSpPr>
        <p:grpSpPr>
          <a:xfrm>
            <a:off x="764844" y="158549"/>
            <a:ext cx="433812" cy="332704"/>
            <a:chOff x="7839715" y="2553300"/>
            <a:chExt cx="433812" cy="332704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FB5015C-B84B-4A03-4A7C-41EEE2AA27AE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DBE8E09-7495-0318-C2EB-F375C9EBF31B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F1C82F0-6D16-9708-B0DD-69B3470FC3D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3C3C032-5E73-1EA1-EFDA-D86A4856211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8E73C42-5B42-BC2C-D94D-2B3A94C8E4BD}"/>
              </a:ext>
            </a:extLst>
          </p:cNvPr>
          <p:cNvGrpSpPr/>
          <p:nvPr/>
        </p:nvGrpSpPr>
        <p:grpSpPr>
          <a:xfrm rot="19742808">
            <a:off x="4077264" y="158549"/>
            <a:ext cx="433812" cy="332704"/>
            <a:chOff x="8292233" y="2422448"/>
            <a:chExt cx="433812" cy="33270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55B0755-81A8-8EAD-6D79-01023D4AC13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906E3B1-90C2-11F7-7493-3DD4E71F7C5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623297-527B-EAAF-636D-C40EB32BC72F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F811838A-A928-972A-DB24-302CF2624015}"/>
              </a:ext>
            </a:extLst>
          </p:cNvPr>
          <p:cNvSpPr/>
          <p:nvPr/>
        </p:nvSpPr>
        <p:spPr>
          <a:xfrm rot="4509800">
            <a:off x="432435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7F8288-B8DD-5A1E-2644-92CAA68A31CC}"/>
              </a:ext>
            </a:extLst>
          </p:cNvPr>
          <p:cNvSpPr/>
          <p:nvPr/>
        </p:nvSpPr>
        <p:spPr>
          <a:xfrm>
            <a:off x="5426184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560E007-8C94-B27F-FDE4-2B3D0DF7CD9A}"/>
              </a:ext>
            </a:extLst>
          </p:cNvPr>
          <p:cNvSpPr/>
          <p:nvPr/>
        </p:nvSpPr>
        <p:spPr>
          <a:xfrm>
            <a:off x="5918670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875CA3-3F6E-0410-A55C-288C783FE908}"/>
              </a:ext>
            </a:extLst>
          </p:cNvPr>
          <p:cNvGrpSpPr/>
          <p:nvPr/>
        </p:nvGrpSpPr>
        <p:grpSpPr>
          <a:xfrm>
            <a:off x="5179092" y="158549"/>
            <a:ext cx="433812" cy="332704"/>
            <a:chOff x="8450452" y="2221310"/>
            <a:chExt cx="433812" cy="3327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FC0D2D9-C9CA-20BC-02FA-9E3FD6083B15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FE2013A-8ADF-46CB-9CFD-37C10F177D60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0DAA48-601E-8C8E-A2F4-983F9A8B230D}"/>
              </a:ext>
            </a:extLst>
          </p:cNvPr>
          <p:cNvGrpSpPr/>
          <p:nvPr/>
        </p:nvGrpSpPr>
        <p:grpSpPr>
          <a:xfrm rot="163405">
            <a:off x="30186" y="158549"/>
            <a:ext cx="433812" cy="332704"/>
            <a:chOff x="7576832" y="2355919"/>
            <a:chExt cx="433812" cy="33270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E6BF8CE-30D5-83EF-8E39-795A94DB176B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A672F83-17A1-6132-3846-D8B57C75DF7C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A465A52-5C5C-9660-D227-EABD09C67C24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CBFDAB7-D160-E460-7DE6-5486D25819A8}"/>
              </a:ext>
            </a:extLst>
          </p:cNvPr>
          <p:cNvGrpSpPr/>
          <p:nvPr/>
        </p:nvGrpSpPr>
        <p:grpSpPr>
          <a:xfrm>
            <a:off x="8173709" y="158549"/>
            <a:ext cx="433812" cy="332704"/>
            <a:chOff x="8905992" y="2175071"/>
            <a:chExt cx="433812" cy="332704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AD34335-DBA5-7946-8DB3-50EE361A700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FA0CE89-741C-3ABD-7FB0-B576E2B58BDB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42E9EF9-0F22-201C-2CA5-DDBC759334D3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72504B4-B9CD-66AE-38F6-57CCFBDA6417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DBA5143-8C2E-ED2B-2D9E-C351322BCD9E}"/>
              </a:ext>
            </a:extLst>
          </p:cNvPr>
          <p:cNvGrpSpPr/>
          <p:nvPr/>
        </p:nvGrpSpPr>
        <p:grpSpPr>
          <a:xfrm>
            <a:off x="8811814" y="158549"/>
            <a:ext cx="433812" cy="332704"/>
            <a:chOff x="9309655" y="2557406"/>
            <a:chExt cx="433812" cy="33270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2B34469-FA5F-CD7B-06B3-F5D92A7F784E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C790ECC-0D07-4523-D8A8-CCA37D362EED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9636266-940B-A51A-AD82-FF1E023DA8A1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DD245A4-52EF-F1C1-4F8B-3BC38D456365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BB4D242-251A-6576-022A-CE69A16B9771}"/>
              </a:ext>
            </a:extLst>
          </p:cNvPr>
          <p:cNvGrpSpPr/>
          <p:nvPr/>
        </p:nvGrpSpPr>
        <p:grpSpPr>
          <a:xfrm rot="4073409">
            <a:off x="6766038" y="157174"/>
            <a:ext cx="480707" cy="335455"/>
            <a:chOff x="8786411" y="2519876"/>
            <a:chExt cx="480707" cy="335455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86B07F6-DBE0-F7BC-74BF-42542E991E4F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DF6E962-8306-EB16-035D-A970CA44E111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6599E3E-9E89-5962-B243-66C1F12D496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9535A10-A24E-F3DB-5B14-DF1E0A2F24DC}"/>
              </a:ext>
            </a:extLst>
          </p:cNvPr>
          <p:cNvGrpSpPr/>
          <p:nvPr/>
        </p:nvGrpSpPr>
        <p:grpSpPr>
          <a:xfrm rot="8866267">
            <a:off x="277278" y="154499"/>
            <a:ext cx="674286" cy="340804"/>
            <a:chOff x="7702717" y="2138490"/>
            <a:chExt cx="674286" cy="340804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327AC31-2EC3-7737-6650-5C9F2B171CE5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2E5FBDC-285C-56CD-0645-B47B11488A7E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459C59A-2916-2CD6-9705-DB8E3C4B3612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B382ACA-886C-35F3-04B8-D145E597241E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F147D4D-8B55-A1CF-9B08-0CFF1EFCAE9D}"/>
              </a:ext>
            </a:extLst>
          </p:cNvPr>
          <p:cNvGrpSpPr/>
          <p:nvPr/>
        </p:nvGrpSpPr>
        <p:grpSpPr>
          <a:xfrm rot="10800000">
            <a:off x="5558118" y="158549"/>
            <a:ext cx="547272" cy="332704"/>
            <a:chOff x="2616513" y="2273732"/>
            <a:chExt cx="547272" cy="332704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B74DA61-39AF-5843-216B-63F924455BFA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D6FF99B-E26C-A183-8ADA-8F329C6C1491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C9BA03E-5C0B-F0BB-1B5C-1AF8E51646F3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1859DE9-992F-C6E4-2EC4-52953F50437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0F74459-20D4-3A35-F017-72B3AA70D020}"/>
              </a:ext>
            </a:extLst>
          </p:cNvPr>
          <p:cNvGrpSpPr/>
          <p:nvPr/>
        </p:nvGrpSpPr>
        <p:grpSpPr>
          <a:xfrm rot="20606813">
            <a:off x="1011936" y="158549"/>
            <a:ext cx="433812" cy="332704"/>
            <a:chOff x="8292233" y="2422448"/>
            <a:chExt cx="433812" cy="33270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F91A424-D845-8DD9-60D2-A2F365AE464A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957484B-0959-0E13-A4EE-A2BE5FDFF2C3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0F5435-1FC3-25C8-8122-3765F40ABF4A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FD90602-C5C3-4354-EE37-079F0544A4BE}"/>
              </a:ext>
            </a:extLst>
          </p:cNvPr>
          <p:cNvGrpSpPr/>
          <p:nvPr/>
        </p:nvGrpSpPr>
        <p:grpSpPr>
          <a:xfrm rot="16923898">
            <a:off x="8164643" y="158549"/>
            <a:ext cx="433812" cy="332704"/>
            <a:chOff x="7839715" y="2553300"/>
            <a:chExt cx="433812" cy="332704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06DA0AA-DFDB-7CE3-3907-9B3BAA3ABBA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81A08F6-D2C3-96F2-3D75-1F92730CE0A9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FF2BBCC-E713-6BB1-D2AB-3C0390541FB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3C6C189-69BF-7BF9-5B29-D3FE34F245F2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E3F1E95-35DF-6CB6-7345-06C94A5B2AED}"/>
              </a:ext>
            </a:extLst>
          </p:cNvPr>
          <p:cNvGrpSpPr/>
          <p:nvPr/>
        </p:nvGrpSpPr>
        <p:grpSpPr>
          <a:xfrm rot="6069054">
            <a:off x="11186931" y="158549"/>
            <a:ext cx="433812" cy="332704"/>
            <a:chOff x="8905992" y="2175071"/>
            <a:chExt cx="433812" cy="33270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90DC3A1-C461-028A-BDEF-552A3247BB57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00E83E3-4BB8-B693-10B6-A6F6DA7FE669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D5D0517-DD0C-23CE-185A-9B4B575F6DE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99B0030-F8D0-00F3-E67C-F214221EC9E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463486-451A-35CB-5A63-0F8A42F83B57}"/>
              </a:ext>
            </a:extLst>
          </p:cNvPr>
          <p:cNvGrpSpPr/>
          <p:nvPr/>
        </p:nvGrpSpPr>
        <p:grpSpPr>
          <a:xfrm>
            <a:off x="2601330" y="158549"/>
            <a:ext cx="433812" cy="332704"/>
            <a:chOff x="8905992" y="2175071"/>
            <a:chExt cx="433812" cy="33270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41CBAE-D55C-1CE6-3B74-4628F2B9AAD9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2F8689E-A05A-124A-8BBE-A4C74D8FF64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8D18E7F-245C-F7E9-6C4E-97A136FC3539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3E872DA-C24C-2BE2-9659-8A345E4A12DD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FCACBF-0AA3-7994-3836-34B4A5C2A468}"/>
              </a:ext>
            </a:extLst>
          </p:cNvPr>
          <p:cNvGrpSpPr/>
          <p:nvPr/>
        </p:nvGrpSpPr>
        <p:grpSpPr>
          <a:xfrm>
            <a:off x="1506120" y="158549"/>
            <a:ext cx="547272" cy="332704"/>
            <a:chOff x="2616513" y="2273732"/>
            <a:chExt cx="547272" cy="332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D584C63-4D42-F218-0C95-1F62AD01D2CB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72C51882-103A-AB43-A582-C1FDE88ACFD4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1A29EAB-9106-04E0-97FF-7C3BAD23D9B1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A440D67-8067-BB4A-B7D1-851E5340DFC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5D229A3-DD18-DCC8-2C26-F76B17BEDF21}"/>
              </a:ext>
            </a:extLst>
          </p:cNvPr>
          <p:cNvGrpSpPr/>
          <p:nvPr/>
        </p:nvGrpSpPr>
        <p:grpSpPr>
          <a:xfrm rot="19812029">
            <a:off x="5777670" y="158549"/>
            <a:ext cx="433812" cy="332704"/>
            <a:chOff x="7839715" y="2553300"/>
            <a:chExt cx="433812" cy="33270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DC13342F-8EFC-D062-8825-3DB2A5134CD8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F28351C-2F0D-7813-027E-D14B87813A42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C37424A-2380-6291-1BB8-3B4B29DF1C3F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AD86F5F-2BFF-36B6-D76E-FE0F656C2871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8A1B1C0-02EC-35FC-719F-FF4E6C2E88B3}"/>
              </a:ext>
            </a:extLst>
          </p:cNvPr>
          <p:cNvGrpSpPr/>
          <p:nvPr/>
        </p:nvGrpSpPr>
        <p:grpSpPr>
          <a:xfrm>
            <a:off x="8270735" y="158549"/>
            <a:ext cx="433812" cy="332704"/>
            <a:chOff x="8292233" y="2422448"/>
            <a:chExt cx="433812" cy="332704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6546174-0363-5996-95F1-A98A93650572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AC4C88C-49C7-1E02-9C62-E301FC69C78F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38BE3B8-51CF-57E7-FEF2-1936B1455A3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39EB6015-351F-F6DA-15EC-46482D5003B5}"/>
              </a:ext>
            </a:extLst>
          </p:cNvPr>
          <p:cNvSpPr/>
          <p:nvPr/>
        </p:nvSpPr>
        <p:spPr>
          <a:xfrm rot="19727928">
            <a:off x="905890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D2238C0-8382-C884-EDA3-FB19DB750AC7}"/>
              </a:ext>
            </a:extLst>
          </p:cNvPr>
          <p:cNvSpPr/>
          <p:nvPr/>
        </p:nvSpPr>
        <p:spPr>
          <a:xfrm>
            <a:off x="10094169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0BEAB6A-23DB-98F0-7605-9C512C72902B}"/>
              </a:ext>
            </a:extLst>
          </p:cNvPr>
          <p:cNvSpPr/>
          <p:nvPr/>
        </p:nvSpPr>
        <p:spPr>
          <a:xfrm>
            <a:off x="10473195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F6F1E4B-6C8D-3A2D-1BD6-B878B02446CC}"/>
              </a:ext>
            </a:extLst>
          </p:cNvPr>
          <p:cNvGrpSpPr/>
          <p:nvPr/>
        </p:nvGrpSpPr>
        <p:grpSpPr>
          <a:xfrm>
            <a:off x="9599985" y="158549"/>
            <a:ext cx="433812" cy="332704"/>
            <a:chOff x="8450452" y="2221310"/>
            <a:chExt cx="433812" cy="332704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3050A2A-805A-FF1C-F724-4890655154D4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1BBEA023-EDA4-9D82-4D6F-EBDE7F97445C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FA216CD-EA8F-4D32-F7FA-0DF82801AF89}"/>
              </a:ext>
            </a:extLst>
          </p:cNvPr>
          <p:cNvGrpSpPr/>
          <p:nvPr/>
        </p:nvGrpSpPr>
        <p:grpSpPr>
          <a:xfrm rot="19240955">
            <a:off x="4932000" y="158549"/>
            <a:ext cx="433812" cy="332704"/>
            <a:chOff x="7576832" y="2355919"/>
            <a:chExt cx="433812" cy="332704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6F3382B6-AA79-9D71-58FB-14B89E1EBA89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2459B5C-0455-5A88-DC0A-5692BDA13D2E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56821AE-414C-47C4-B7B5-7E739695B30F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8E85D76-D531-B24E-3883-14B24212EB5F}"/>
              </a:ext>
            </a:extLst>
          </p:cNvPr>
          <p:cNvGrpSpPr/>
          <p:nvPr/>
        </p:nvGrpSpPr>
        <p:grpSpPr>
          <a:xfrm>
            <a:off x="11728010" y="158549"/>
            <a:ext cx="433812" cy="332704"/>
            <a:chOff x="8905992" y="2175071"/>
            <a:chExt cx="433812" cy="332704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4ABA3FB4-5A97-E54F-60F5-F3B2C52C3D1D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1F7EC4C-0600-9274-32ED-FF33C2110EA0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3163C03-3F3F-CFE1-BE17-C9D26D5CDF5E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C88AC8A-3E6A-5EAA-86DB-30C530EF24D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BDF1FCF-6A7C-F899-31D4-BCCED5CA118F}"/>
              </a:ext>
            </a:extLst>
          </p:cNvPr>
          <p:cNvGrpSpPr/>
          <p:nvPr/>
        </p:nvGrpSpPr>
        <p:grpSpPr>
          <a:xfrm rot="21057476">
            <a:off x="-216906" y="158549"/>
            <a:ext cx="433812" cy="332704"/>
            <a:chOff x="9309655" y="2557406"/>
            <a:chExt cx="433812" cy="332704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E6A7029-DD5B-E4E2-1903-EE75C6BE16E0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45B3736-1BB9-A027-D95A-5AFEC29CC349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A102AF97-2E1B-5137-89FC-D220FCD96A27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BB3B771-F757-1C64-5FDC-FB47045D0FF9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5232C71-CA3A-F62B-CB2D-83665FBCA5F7}"/>
              </a:ext>
            </a:extLst>
          </p:cNvPr>
          <p:cNvGrpSpPr/>
          <p:nvPr/>
        </p:nvGrpSpPr>
        <p:grpSpPr>
          <a:xfrm rot="4700176">
            <a:off x="11434023" y="157174"/>
            <a:ext cx="480707" cy="335455"/>
            <a:chOff x="8786411" y="2519876"/>
            <a:chExt cx="480707" cy="335455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DDFA7EB-4DEC-7934-62B0-4EB45D605546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749D734-E93C-4AAC-423A-1AC06D1855C7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5401011-7914-A08E-E587-31CA2FDAB59B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C38ECCA-A9FB-07DB-C611-A1C100EB2175}"/>
              </a:ext>
            </a:extLst>
          </p:cNvPr>
          <p:cNvGrpSpPr/>
          <p:nvPr/>
        </p:nvGrpSpPr>
        <p:grpSpPr>
          <a:xfrm>
            <a:off x="3095514" y="158549"/>
            <a:ext cx="433812" cy="332704"/>
            <a:chOff x="7839715" y="2553300"/>
            <a:chExt cx="433812" cy="332704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1081FA4-7862-62CC-A878-AED0DFD25B4C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B4E474E-F126-4641-A3DB-FF794BF4E061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2360E72-2642-DA6B-9703-5CF4BAD0C611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6F6B951-08E6-8FBB-B1BA-B3E0AD685ACF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CCBB048-3064-2359-061C-B9E67244FF1F}"/>
              </a:ext>
            </a:extLst>
          </p:cNvPr>
          <p:cNvGrpSpPr/>
          <p:nvPr/>
        </p:nvGrpSpPr>
        <p:grpSpPr>
          <a:xfrm rot="5114785">
            <a:off x="6024762" y="158549"/>
            <a:ext cx="433812" cy="332704"/>
            <a:chOff x="8292233" y="2422448"/>
            <a:chExt cx="433812" cy="332704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50D009A-9F11-F063-4B7E-FE781CF58D09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026D0E7-5E97-F431-F2AB-B0C0660A9CEB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C9BBEB3-6BCF-00AF-FB53-BF850B4EE4E3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sp>
        <p:nvSpPr>
          <p:cNvPr id="158" name="Oval 157">
            <a:extLst>
              <a:ext uri="{FF2B5EF4-FFF2-40B4-BE49-F238E27FC236}">
                <a16:creationId xmlns:a16="http://schemas.microsoft.com/office/drawing/2014/main" id="{FFFACD36-B28B-9760-0686-D338CCECD5CC}"/>
              </a:ext>
            </a:extLst>
          </p:cNvPr>
          <p:cNvSpPr/>
          <p:nvPr/>
        </p:nvSpPr>
        <p:spPr>
          <a:xfrm rot="19877889">
            <a:off x="6518946" y="158549"/>
            <a:ext cx="433812" cy="332704"/>
          </a:xfrm>
          <a:prstGeom prst="ellipse">
            <a:avLst/>
          </a:prstGeom>
          <a:solidFill>
            <a:srgbClr val="82828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2196158-1B7A-20F2-B10B-5B8431E6C46A}"/>
              </a:ext>
            </a:extLst>
          </p:cNvPr>
          <p:cNvSpPr/>
          <p:nvPr/>
        </p:nvSpPr>
        <p:spPr>
          <a:xfrm>
            <a:off x="8041775" y="289120"/>
            <a:ext cx="71562" cy="715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948B02E6-5227-AA78-2BF5-A82B471D67B8}"/>
              </a:ext>
            </a:extLst>
          </p:cNvPr>
          <p:cNvSpPr/>
          <p:nvPr/>
        </p:nvSpPr>
        <p:spPr>
          <a:xfrm>
            <a:off x="8305643" y="302041"/>
            <a:ext cx="45720" cy="4572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9070085-9780-4836-B613-BABB2584C8A1}"/>
              </a:ext>
            </a:extLst>
          </p:cNvPr>
          <p:cNvGrpSpPr/>
          <p:nvPr/>
        </p:nvGrpSpPr>
        <p:grpSpPr>
          <a:xfrm rot="19612653">
            <a:off x="7794683" y="158549"/>
            <a:ext cx="433812" cy="332704"/>
            <a:chOff x="8450452" y="2221310"/>
            <a:chExt cx="433812" cy="332704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97B5C8B-0E6C-0B9A-1BB2-258494F4659D}"/>
                </a:ext>
              </a:extLst>
            </p:cNvPr>
            <p:cNvSpPr/>
            <p:nvPr/>
          </p:nvSpPr>
          <p:spPr>
            <a:xfrm>
              <a:off x="8450452" y="222131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90A9F14-F379-0CAD-9332-F3AA4478F383}"/>
                </a:ext>
              </a:extLst>
            </p:cNvPr>
            <p:cNvSpPr/>
            <p:nvPr/>
          </p:nvSpPr>
          <p:spPr>
            <a:xfrm>
              <a:off x="8782488" y="233788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3500968-3CC8-2C8C-60C3-7BB3E91229BD}"/>
              </a:ext>
            </a:extLst>
          </p:cNvPr>
          <p:cNvGrpSpPr/>
          <p:nvPr/>
        </p:nvGrpSpPr>
        <p:grpSpPr>
          <a:xfrm rot="2917480">
            <a:off x="1259028" y="158549"/>
            <a:ext cx="433812" cy="332704"/>
            <a:chOff x="7576832" y="2355919"/>
            <a:chExt cx="433812" cy="332704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F7EA8DC-D665-ECDF-C583-F0101F5B2585}"/>
                </a:ext>
              </a:extLst>
            </p:cNvPr>
            <p:cNvSpPr/>
            <p:nvPr/>
          </p:nvSpPr>
          <p:spPr>
            <a:xfrm>
              <a:off x="7576832" y="2355919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3D878F4-9C05-7735-F3CD-19C8D97A56B3}"/>
                </a:ext>
              </a:extLst>
            </p:cNvPr>
            <p:cNvSpPr/>
            <p:nvPr/>
          </p:nvSpPr>
          <p:spPr>
            <a:xfrm>
              <a:off x="7848295" y="2412309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5F4F694-7426-0A33-6E37-452A6D678A06}"/>
                </a:ext>
              </a:extLst>
            </p:cNvPr>
            <p:cNvSpPr/>
            <p:nvPr/>
          </p:nvSpPr>
          <p:spPr>
            <a:xfrm>
              <a:off x="7701012" y="2495330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8295D53-6237-B9EB-2FF0-7496052B7C78}"/>
              </a:ext>
            </a:extLst>
          </p:cNvPr>
          <p:cNvGrpSpPr/>
          <p:nvPr/>
        </p:nvGrpSpPr>
        <p:grpSpPr>
          <a:xfrm rot="19211855">
            <a:off x="9847077" y="158549"/>
            <a:ext cx="433812" cy="332704"/>
            <a:chOff x="8905992" y="2175071"/>
            <a:chExt cx="433812" cy="33270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166AB4B-F04D-0043-F266-3361CE5FDA5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2E48F171-2832-CF56-019B-B7FC8D911DE2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166AF7AC-A83C-6EFA-776C-3C76CFC689F7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2B42F13-390E-64E1-452B-450DC04B233C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4566890-401F-76B5-A726-EB7001C85888}"/>
              </a:ext>
            </a:extLst>
          </p:cNvPr>
          <p:cNvGrpSpPr/>
          <p:nvPr/>
        </p:nvGrpSpPr>
        <p:grpSpPr>
          <a:xfrm>
            <a:off x="10692747" y="158549"/>
            <a:ext cx="433812" cy="332704"/>
            <a:chOff x="9309655" y="2557406"/>
            <a:chExt cx="433812" cy="332704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6F44464E-5283-31D6-9AED-F2100A1756D2}"/>
                </a:ext>
              </a:extLst>
            </p:cNvPr>
            <p:cNvSpPr/>
            <p:nvPr/>
          </p:nvSpPr>
          <p:spPr>
            <a:xfrm>
              <a:off x="9309655" y="2557406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10AE166-81F2-6EC2-F209-342140AA9805}"/>
                </a:ext>
              </a:extLst>
            </p:cNvPr>
            <p:cNvSpPr/>
            <p:nvPr/>
          </p:nvSpPr>
          <p:spPr>
            <a:xfrm>
              <a:off x="9656487" y="267600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4EB60021-2BEC-D7EE-F218-37BF1D65B6A3}"/>
                </a:ext>
              </a:extLst>
            </p:cNvPr>
            <p:cNvSpPr/>
            <p:nvPr/>
          </p:nvSpPr>
          <p:spPr>
            <a:xfrm>
              <a:off x="9593862" y="269886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4662DD2E-02FE-2BA6-8EC7-1288D71444D6}"/>
                </a:ext>
              </a:extLst>
            </p:cNvPr>
            <p:cNvSpPr/>
            <p:nvPr/>
          </p:nvSpPr>
          <p:spPr>
            <a:xfrm>
              <a:off x="9397586" y="2653882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5C9F0CF-7FC1-443D-966E-EDEE2D09CBDE}"/>
              </a:ext>
            </a:extLst>
          </p:cNvPr>
          <p:cNvGrpSpPr/>
          <p:nvPr/>
        </p:nvGrpSpPr>
        <p:grpSpPr>
          <a:xfrm rot="7800746">
            <a:off x="8517827" y="157174"/>
            <a:ext cx="480707" cy="335455"/>
            <a:chOff x="8786411" y="2519876"/>
            <a:chExt cx="480707" cy="335455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C564B1B-3186-A7F7-90F4-E1DEC8FFD924}"/>
                </a:ext>
              </a:extLst>
            </p:cNvPr>
            <p:cNvSpPr/>
            <p:nvPr/>
          </p:nvSpPr>
          <p:spPr>
            <a:xfrm rot="525284">
              <a:off x="8786411" y="2519876"/>
              <a:ext cx="480707" cy="335455"/>
            </a:xfrm>
            <a:custGeom>
              <a:avLst/>
              <a:gdLst>
                <a:gd name="csX0" fmla="*/ 190569 w 480707"/>
                <a:gd name="csY0" fmla="*/ 3314 h 335455"/>
                <a:gd name="csX1" fmla="*/ 430268 w 480707"/>
                <a:gd name="csY1" fmla="*/ 134713 h 335455"/>
                <a:gd name="csX2" fmla="*/ 423276 w 480707"/>
                <a:gd name="csY2" fmla="*/ 201305 h 335455"/>
                <a:gd name="csX3" fmla="*/ 410350 w 480707"/>
                <a:gd name="csY3" fmla="*/ 221545 h 335455"/>
                <a:gd name="csX4" fmla="*/ 436602 w 480707"/>
                <a:gd name="csY4" fmla="*/ 225610 h 335455"/>
                <a:gd name="csX5" fmla="*/ 480707 w 480707"/>
                <a:gd name="csY5" fmla="*/ 276641 h 335455"/>
                <a:gd name="csX6" fmla="*/ 408494 w 480707"/>
                <a:gd name="csY6" fmla="*/ 332024 h 335455"/>
                <a:gd name="csX7" fmla="*/ 341956 w 480707"/>
                <a:gd name="csY7" fmla="*/ 298198 h 335455"/>
                <a:gd name="csX8" fmla="*/ 340654 w 480707"/>
                <a:gd name="csY8" fmla="*/ 293254 h 335455"/>
                <a:gd name="csX9" fmla="*/ 322665 w 480707"/>
                <a:gd name="csY9" fmla="*/ 306370 h 335455"/>
                <a:gd name="csX10" fmla="*/ 241208 w 480707"/>
                <a:gd name="csY10" fmla="*/ 332141 h 335455"/>
                <a:gd name="csX11" fmla="*/ 1510 w 480707"/>
                <a:gd name="csY11" fmla="*/ 200742 h 335455"/>
                <a:gd name="csX12" fmla="*/ 190569 w 480707"/>
                <a:gd name="csY12" fmla="*/ 3314 h 3354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480707" h="335455">
                  <a:moveTo>
                    <a:pt x="190569" y="3314"/>
                  </a:moveTo>
                  <a:cubicBezTo>
                    <a:pt x="308967" y="-14920"/>
                    <a:pt x="416284" y="43910"/>
                    <a:pt x="430268" y="134713"/>
                  </a:cubicBezTo>
                  <a:cubicBezTo>
                    <a:pt x="433764" y="157414"/>
                    <a:pt x="431095" y="179964"/>
                    <a:pt x="423276" y="201305"/>
                  </a:cubicBezTo>
                  <a:lnTo>
                    <a:pt x="410350" y="221545"/>
                  </a:lnTo>
                  <a:lnTo>
                    <a:pt x="436602" y="225610"/>
                  </a:lnTo>
                  <a:cubicBezTo>
                    <a:pt x="462521" y="234018"/>
                    <a:pt x="480707" y="253701"/>
                    <a:pt x="480707" y="276641"/>
                  </a:cubicBezTo>
                  <a:cubicBezTo>
                    <a:pt x="480707" y="307228"/>
                    <a:pt x="448376" y="332024"/>
                    <a:pt x="408494" y="332024"/>
                  </a:cubicBezTo>
                  <a:cubicBezTo>
                    <a:pt x="378582" y="332024"/>
                    <a:pt x="352918" y="318076"/>
                    <a:pt x="341956" y="298198"/>
                  </a:cubicBezTo>
                  <a:lnTo>
                    <a:pt x="340654" y="293254"/>
                  </a:lnTo>
                  <a:lnTo>
                    <a:pt x="322665" y="306370"/>
                  </a:lnTo>
                  <a:cubicBezTo>
                    <a:pt x="298298" y="318640"/>
                    <a:pt x="270808" y="327583"/>
                    <a:pt x="241208" y="332141"/>
                  </a:cubicBezTo>
                  <a:cubicBezTo>
                    <a:pt x="122810" y="350375"/>
                    <a:pt x="15494" y="291545"/>
                    <a:pt x="1510" y="200742"/>
                  </a:cubicBezTo>
                  <a:cubicBezTo>
                    <a:pt x="-12474" y="109938"/>
                    <a:pt x="72171" y="21547"/>
                    <a:pt x="190569" y="3314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3A67D925-2342-9B7D-DB70-E9982D253A24}"/>
                </a:ext>
              </a:extLst>
            </p:cNvPr>
            <p:cNvSpPr/>
            <p:nvPr/>
          </p:nvSpPr>
          <p:spPr>
            <a:xfrm>
              <a:off x="9041381" y="2669197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1965724-74C3-8DAC-25C0-8DA3B6E19E51}"/>
                </a:ext>
              </a:extLst>
            </p:cNvPr>
            <p:cNvSpPr/>
            <p:nvPr/>
          </p:nvSpPr>
          <p:spPr>
            <a:xfrm>
              <a:off x="8880523" y="2610483"/>
              <a:ext cx="88384" cy="8838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F78CCE4-142B-2900-7008-DBFA2B8E3850}"/>
              </a:ext>
            </a:extLst>
          </p:cNvPr>
          <p:cNvGrpSpPr/>
          <p:nvPr/>
        </p:nvGrpSpPr>
        <p:grpSpPr>
          <a:xfrm rot="19014355">
            <a:off x="2113764" y="154499"/>
            <a:ext cx="674286" cy="340804"/>
            <a:chOff x="7702717" y="2138490"/>
            <a:chExt cx="674286" cy="340804"/>
          </a:xfrm>
        </p:grpSpPr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8DA3567-EC9A-9EF9-0A26-3A6F56930BAE}"/>
                </a:ext>
              </a:extLst>
            </p:cNvPr>
            <p:cNvSpPr/>
            <p:nvPr/>
          </p:nvSpPr>
          <p:spPr>
            <a:xfrm rot="917677">
              <a:off x="7702717" y="2138490"/>
              <a:ext cx="674286" cy="340804"/>
            </a:xfrm>
            <a:custGeom>
              <a:avLst/>
              <a:gdLst>
                <a:gd name="csX0" fmla="*/ 87689 w 674286"/>
                <a:gd name="csY0" fmla="*/ 41417 h 340804"/>
                <a:gd name="csX1" fmla="*/ 143575 w 674286"/>
                <a:gd name="csY1" fmla="*/ 32764 h 340804"/>
                <a:gd name="csX2" fmla="*/ 275867 w 674286"/>
                <a:gd name="csY2" fmla="*/ 100016 h 340804"/>
                <a:gd name="csX3" fmla="*/ 277391 w 674286"/>
                <a:gd name="csY3" fmla="*/ 105804 h 340804"/>
                <a:gd name="csX4" fmla="*/ 281496 w 674286"/>
                <a:gd name="csY4" fmla="*/ 97397 h 340804"/>
                <a:gd name="csX5" fmla="*/ 416587 w 674286"/>
                <a:gd name="csY5" fmla="*/ 9942 h 340804"/>
                <a:gd name="csX6" fmla="*/ 669691 w 674286"/>
                <a:gd name="csY6" fmla="*/ 113186 h 340804"/>
                <a:gd name="csX7" fmla="*/ 504348 w 674286"/>
                <a:gd name="csY7" fmla="*/ 330862 h 340804"/>
                <a:gd name="csX8" fmla="*/ 251244 w 674286"/>
                <a:gd name="csY8" fmla="*/ 227618 h 340804"/>
                <a:gd name="csX9" fmla="*/ 251113 w 674286"/>
                <a:gd name="csY9" fmla="*/ 213896 h 340804"/>
                <a:gd name="csX10" fmla="*/ 245098 w 674286"/>
                <a:gd name="csY10" fmla="*/ 220739 h 340804"/>
                <a:gd name="csX11" fmla="*/ 143575 w 674286"/>
                <a:gd name="csY11" fmla="*/ 252990 h 340804"/>
                <a:gd name="csX12" fmla="*/ 0 w 674286"/>
                <a:gd name="csY12" fmla="*/ 142877 h 340804"/>
                <a:gd name="csX13" fmla="*/ 87689 w 674286"/>
                <a:gd name="csY13" fmla="*/ 41417 h 340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4286" h="340804">
                  <a:moveTo>
                    <a:pt x="87689" y="41417"/>
                  </a:moveTo>
                  <a:cubicBezTo>
                    <a:pt x="104866" y="35845"/>
                    <a:pt x="123752" y="32764"/>
                    <a:pt x="143575" y="32764"/>
                  </a:cubicBezTo>
                  <a:cubicBezTo>
                    <a:pt x="203045" y="32764"/>
                    <a:pt x="254071" y="60495"/>
                    <a:pt x="275867" y="100016"/>
                  </a:cubicBezTo>
                  <a:lnTo>
                    <a:pt x="277391" y="105804"/>
                  </a:lnTo>
                  <a:lnTo>
                    <a:pt x="281496" y="97397"/>
                  </a:lnTo>
                  <a:cubicBezTo>
                    <a:pt x="311417" y="58006"/>
                    <a:pt x="358811" y="25742"/>
                    <a:pt x="416587" y="9942"/>
                  </a:cubicBezTo>
                  <a:cubicBezTo>
                    <a:pt x="532138" y="-21657"/>
                    <a:pt x="645456" y="24566"/>
                    <a:pt x="669691" y="113186"/>
                  </a:cubicBezTo>
                  <a:cubicBezTo>
                    <a:pt x="693926" y="201806"/>
                    <a:pt x="619899" y="299263"/>
                    <a:pt x="504348" y="330862"/>
                  </a:cubicBezTo>
                  <a:cubicBezTo>
                    <a:pt x="388797" y="362462"/>
                    <a:pt x="275478" y="316238"/>
                    <a:pt x="251244" y="227618"/>
                  </a:cubicBezTo>
                  <a:lnTo>
                    <a:pt x="251113" y="213896"/>
                  </a:lnTo>
                  <a:lnTo>
                    <a:pt x="245098" y="220739"/>
                  </a:lnTo>
                  <a:cubicBezTo>
                    <a:pt x="219116" y="240665"/>
                    <a:pt x="183222" y="252990"/>
                    <a:pt x="143575" y="252990"/>
                  </a:cubicBezTo>
                  <a:cubicBezTo>
                    <a:pt x="64281" y="252990"/>
                    <a:pt x="0" y="203691"/>
                    <a:pt x="0" y="142877"/>
                  </a:cubicBezTo>
                  <a:cubicBezTo>
                    <a:pt x="0" y="97266"/>
                    <a:pt x="36158" y="58133"/>
                    <a:pt x="87689" y="41417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9FEB805-02A8-009F-A8BC-FFA6A60E8712}"/>
                </a:ext>
              </a:extLst>
            </p:cNvPr>
            <p:cNvSpPr/>
            <p:nvPr/>
          </p:nvSpPr>
          <p:spPr>
            <a:xfrm>
              <a:off x="8204523" y="223128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B73F0052-BCE5-D1D0-0719-1CFC2345A327}"/>
                </a:ext>
              </a:extLst>
            </p:cNvPr>
            <p:cNvSpPr/>
            <p:nvPr/>
          </p:nvSpPr>
          <p:spPr>
            <a:xfrm>
              <a:off x="7835407" y="2226054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C93A67B-ADBC-9C1D-001B-812447D0DF51}"/>
                </a:ext>
              </a:extLst>
            </p:cNvPr>
            <p:cNvSpPr/>
            <p:nvPr/>
          </p:nvSpPr>
          <p:spPr>
            <a:xfrm>
              <a:off x="8054010" y="2342294"/>
              <a:ext cx="79376" cy="7937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37EA74C-7488-6CE9-AD27-BEE1C2810661}"/>
              </a:ext>
            </a:extLst>
          </p:cNvPr>
          <p:cNvGrpSpPr/>
          <p:nvPr/>
        </p:nvGrpSpPr>
        <p:grpSpPr>
          <a:xfrm rot="5400000">
            <a:off x="10332195" y="158549"/>
            <a:ext cx="547272" cy="332704"/>
            <a:chOff x="2616513" y="2273732"/>
            <a:chExt cx="547272" cy="332704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4C57503-A186-37F6-ADD2-386E3BD167A7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C2B3925-8B37-FDDD-EBA3-86EF17D4EF33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C6499AD-4A79-6C8A-AB64-FC2D61F2312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3E86174-0F74-970E-8FDB-8CD67B79CF03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AA4AF3D-4B79-6669-47A6-1C82D7666D0C}"/>
              </a:ext>
            </a:extLst>
          </p:cNvPr>
          <p:cNvGrpSpPr/>
          <p:nvPr/>
        </p:nvGrpSpPr>
        <p:grpSpPr>
          <a:xfrm>
            <a:off x="2848422" y="158549"/>
            <a:ext cx="433812" cy="332704"/>
            <a:chOff x="8292233" y="2422448"/>
            <a:chExt cx="433812" cy="332704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676FDD79-FD0C-7BFD-14AB-301930095837}"/>
                </a:ext>
              </a:extLst>
            </p:cNvPr>
            <p:cNvSpPr/>
            <p:nvPr/>
          </p:nvSpPr>
          <p:spPr>
            <a:xfrm>
              <a:off x="8292233" y="2422448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116D3176-3F2F-5DA2-6662-DF176F1B0164}"/>
                </a:ext>
              </a:extLst>
            </p:cNvPr>
            <p:cNvSpPr/>
            <p:nvPr/>
          </p:nvSpPr>
          <p:spPr>
            <a:xfrm>
              <a:off x="8639065" y="254105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53E1F78A-6803-40E3-29FB-D869BF933E60}"/>
                </a:ext>
              </a:extLst>
            </p:cNvPr>
            <p:cNvSpPr/>
            <p:nvPr/>
          </p:nvSpPr>
          <p:spPr>
            <a:xfrm>
              <a:off x="8404012" y="2534361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2E1F2B5-E160-07BF-7E80-E14E8161AE69}"/>
              </a:ext>
            </a:extLst>
          </p:cNvPr>
          <p:cNvGrpSpPr/>
          <p:nvPr/>
        </p:nvGrpSpPr>
        <p:grpSpPr>
          <a:xfrm>
            <a:off x="10226103" y="158549"/>
            <a:ext cx="433812" cy="332704"/>
            <a:chOff x="7839715" y="2553300"/>
            <a:chExt cx="433812" cy="33270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6DC24F4-A90F-18DB-B63D-54CFD9447EC6}"/>
                </a:ext>
              </a:extLst>
            </p:cNvPr>
            <p:cNvSpPr/>
            <p:nvPr/>
          </p:nvSpPr>
          <p:spPr>
            <a:xfrm>
              <a:off x="7839715" y="2553300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BBC3085-F3E5-A130-A075-C4B7C5BCB5CE}"/>
                </a:ext>
              </a:extLst>
            </p:cNvPr>
            <p:cNvSpPr/>
            <p:nvPr/>
          </p:nvSpPr>
          <p:spPr>
            <a:xfrm>
              <a:off x="8019128" y="2669197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3DBB4A94-C0F4-9595-FCE2-DE3EBD07D4CA}"/>
                </a:ext>
              </a:extLst>
            </p:cNvPr>
            <p:cNvSpPr/>
            <p:nvPr/>
          </p:nvSpPr>
          <p:spPr>
            <a:xfrm>
              <a:off x="8181946" y="269783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CCE73C3-87D7-54DC-8376-8D721F51760D}"/>
                </a:ext>
              </a:extLst>
            </p:cNvPr>
            <p:cNvSpPr/>
            <p:nvPr/>
          </p:nvSpPr>
          <p:spPr>
            <a:xfrm>
              <a:off x="8087666" y="280485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3B9844C-EEBE-646F-994B-03620B667AFA}"/>
              </a:ext>
            </a:extLst>
          </p:cNvPr>
          <p:cNvGrpSpPr/>
          <p:nvPr/>
        </p:nvGrpSpPr>
        <p:grpSpPr>
          <a:xfrm rot="20803146">
            <a:off x="11975094" y="158549"/>
            <a:ext cx="433812" cy="332704"/>
            <a:chOff x="8905992" y="2175071"/>
            <a:chExt cx="433812" cy="332704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F21F31D-CB99-8C31-8DC3-D31A2BA87556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3FEBA39-2AB3-2EF1-50D3-49FC94DB02A8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7A5F3E7-4F39-FB45-2A31-303791787E1D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DCFF4EA3-D257-3704-0E1B-D3B4AB990B0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66BBF82-4B31-A5CB-9EDB-47BB455F2B4D}"/>
              </a:ext>
            </a:extLst>
          </p:cNvPr>
          <p:cNvGrpSpPr/>
          <p:nvPr/>
        </p:nvGrpSpPr>
        <p:grpSpPr>
          <a:xfrm rot="3160545">
            <a:off x="5311026" y="158549"/>
            <a:ext cx="433812" cy="332704"/>
            <a:chOff x="8905992" y="2175071"/>
            <a:chExt cx="433812" cy="332704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06C62C2-1DCD-FB04-FBC5-08CA51AE35D3}"/>
                </a:ext>
              </a:extLst>
            </p:cNvPr>
            <p:cNvSpPr/>
            <p:nvPr/>
          </p:nvSpPr>
          <p:spPr>
            <a:xfrm>
              <a:off x="8905992" y="2175071"/>
              <a:ext cx="433812" cy="332704"/>
            </a:xfrm>
            <a:prstGeom prst="ellipse">
              <a:avLst/>
            </a:pr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BD1C9F1-E44E-5D26-D970-FC831E3DB981}"/>
                </a:ext>
              </a:extLst>
            </p:cNvPr>
            <p:cNvSpPr/>
            <p:nvPr/>
          </p:nvSpPr>
          <p:spPr>
            <a:xfrm>
              <a:off x="9172826" y="2374612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21EBA729-5C71-A494-1B81-3B1490E5B0D2}"/>
                </a:ext>
              </a:extLst>
            </p:cNvPr>
            <p:cNvSpPr/>
            <p:nvPr/>
          </p:nvSpPr>
          <p:spPr>
            <a:xfrm>
              <a:off x="9259484" y="2345598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70B4F742-E422-D855-2911-9AF0B394A445}"/>
                </a:ext>
              </a:extLst>
            </p:cNvPr>
            <p:cNvSpPr/>
            <p:nvPr/>
          </p:nvSpPr>
          <p:spPr>
            <a:xfrm>
              <a:off x="9010890" y="2323995"/>
              <a:ext cx="83608" cy="836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DA9A079-DBFA-7D8E-7370-196B2AC73E79}"/>
              </a:ext>
            </a:extLst>
          </p:cNvPr>
          <p:cNvGrpSpPr/>
          <p:nvPr/>
        </p:nvGrpSpPr>
        <p:grpSpPr>
          <a:xfrm>
            <a:off x="4571448" y="158549"/>
            <a:ext cx="547272" cy="332704"/>
            <a:chOff x="2616513" y="2273732"/>
            <a:chExt cx="547272" cy="332704"/>
          </a:xfrm>
        </p:grpSpPr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B87D9F1-1FE5-EA27-E741-18453EAB0CD8}"/>
                </a:ext>
              </a:extLst>
            </p:cNvPr>
            <p:cNvSpPr/>
            <p:nvPr/>
          </p:nvSpPr>
          <p:spPr>
            <a:xfrm>
              <a:off x="2616513" y="2273732"/>
              <a:ext cx="547272" cy="332704"/>
            </a:xfrm>
            <a:custGeom>
              <a:avLst/>
              <a:gdLst>
                <a:gd name="csX0" fmla="*/ 216906 w 547272"/>
                <a:gd name="csY0" fmla="*/ 0 h 332704"/>
                <a:gd name="csX1" fmla="*/ 370282 w 547272"/>
                <a:gd name="csY1" fmla="*/ 48723 h 332704"/>
                <a:gd name="csX2" fmla="*/ 384427 w 547272"/>
                <a:gd name="csY2" fmla="*/ 64813 h 332704"/>
                <a:gd name="csX3" fmla="*/ 387559 w 547272"/>
                <a:gd name="csY3" fmla="*/ 57910 h 332704"/>
                <a:gd name="csX4" fmla="*/ 441278 w 547272"/>
                <a:gd name="csY4" fmla="*/ 20930 h 332704"/>
                <a:gd name="csX5" fmla="*/ 544995 w 547272"/>
                <a:gd name="csY5" fmla="*/ 59846 h 332704"/>
                <a:gd name="csX6" fmla="*/ 480516 w 547272"/>
                <a:gd name="csY6" fmla="*/ 149924 h 332704"/>
                <a:gd name="csX7" fmla="*/ 446240 w 547272"/>
                <a:gd name="csY7" fmla="*/ 154813 h 332704"/>
                <a:gd name="csX8" fmla="*/ 429987 w 547272"/>
                <a:gd name="csY8" fmla="*/ 151823 h 332704"/>
                <a:gd name="csX9" fmla="*/ 433812 w 547272"/>
                <a:gd name="csY9" fmla="*/ 166352 h 332704"/>
                <a:gd name="csX10" fmla="*/ 216906 w 547272"/>
                <a:gd name="csY10" fmla="*/ 332704 h 332704"/>
                <a:gd name="csX11" fmla="*/ 0 w 547272"/>
                <a:gd name="csY11" fmla="*/ 166352 h 332704"/>
                <a:gd name="csX12" fmla="*/ 216906 w 547272"/>
                <a:gd name="csY12" fmla="*/ 0 h 332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47272" h="332704">
                  <a:moveTo>
                    <a:pt x="216906" y="0"/>
                  </a:moveTo>
                  <a:cubicBezTo>
                    <a:pt x="276803" y="0"/>
                    <a:pt x="331030" y="18620"/>
                    <a:pt x="370282" y="48723"/>
                  </a:cubicBezTo>
                  <a:lnTo>
                    <a:pt x="384427" y="64813"/>
                  </a:lnTo>
                  <a:lnTo>
                    <a:pt x="387559" y="57910"/>
                  </a:lnTo>
                  <a:cubicBezTo>
                    <a:pt x="399227" y="41609"/>
                    <a:pt x="418055" y="27994"/>
                    <a:pt x="441278" y="20930"/>
                  </a:cubicBezTo>
                  <a:cubicBezTo>
                    <a:pt x="487724" y="6802"/>
                    <a:pt x="534159" y="24225"/>
                    <a:pt x="544995" y="59846"/>
                  </a:cubicBezTo>
                  <a:cubicBezTo>
                    <a:pt x="555830" y="95466"/>
                    <a:pt x="526962" y="135796"/>
                    <a:pt x="480516" y="149924"/>
                  </a:cubicBezTo>
                  <a:cubicBezTo>
                    <a:pt x="468905" y="153456"/>
                    <a:pt x="457294" y="155016"/>
                    <a:pt x="446240" y="154813"/>
                  </a:cubicBezTo>
                  <a:lnTo>
                    <a:pt x="429987" y="151823"/>
                  </a:lnTo>
                  <a:lnTo>
                    <a:pt x="433812" y="166352"/>
                  </a:lnTo>
                  <a:cubicBezTo>
                    <a:pt x="433812" y="258226"/>
                    <a:pt x="336700" y="332704"/>
                    <a:pt x="216906" y="332704"/>
                  </a:cubicBezTo>
                  <a:cubicBezTo>
                    <a:pt x="97112" y="332704"/>
                    <a:pt x="0" y="258226"/>
                    <a:pt x="0" y="166352"/>
                  </a:cubicBezTo>
                  <a:cubicBezTo>
                    <a:pt x="0" y="74478"/>
                    <a:pt x="97112" y="0"/>
                    <a:pt x="216906" y="0"/>
                  </a:cubicBezTo>
                  <a:close/>
                </a:path>
              </a:pathLst>
            </a:custGeom>
            <a:solidFill>
              <a:srgbClr val="82828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95E45E17-3752-954B-BEA7-2B2734E3E2CB}"/>
                </a:ext>
              </a:extLst>
            </p:cNvPr>
            <p:cNvSpPr/>
            <p:nvPr/>
          </p:nvSpPr>
          <p:spPr>
            <a:xfrm>
              <a:off x="2729609" y="2360838"/>
              <a:ext cx="71562" cy="715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2C9978ED-761F-5B93-15C3-EB1E848288A6}"/>
                </a:ext>
              </a:extLst>
            </p:cNvPr>
            <p:cNvSpPr/>
            <p:nvPr/>
          </p:nvSpPr>
          <p:spPr>
            <a:xfrm>
              <a:off x="2934345" y="2371440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3E64A4F1-7369-6657-137F-0EA2D196854B}"/>
                </a:ext>
              </a:extLst>
            </p:cNvPr>
            <p:cNvSpPr/>
            <p:nvPr/>
          </p:nvSpPr>
          <p:spPr>
            <a:xfrm>
              <a:off x="2836956" y="2469173"/>
              <a:ext cx="45720" cy="457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A03B8C5-0ADA-5A33-D50B-FB2751F4F7CF}"/>
                  </a:ext>
                </a:extLst>
              </p:cNvPr>
              <p:cNvSpPr txBox="1"/>
              <p:nvPr/>
            </p:nvSpPr>
            <p:spPr>
              <a:xfrm>
                <a:off x="1472119" y="3992009"/>
                <a:ext cx="9247762" cy="233628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es-ES" u="sng" noProof="0" dirty="0"/>
                  <a:t>RECOMENDACIONES</a:t>
                </a:r>
              </a:p>
              <a:p>
                <a:pPr lvl="0" algn="ctr"/>
                <a:endParaRPr lang="es-ES" u="sng" noProof="0" dirty="0"/>
              </a:p>
              <a:p>
                <a:pPr lvl="0"/>
                <a:r>
                  <a:rPr lang="es-ES" noProof="0" dirty="0"/>
                  <a:t>1</a:t>
                </a:r>
                <a:r>
                  <a:rPr lang="es-ES" baseline="30000" noProof="0" dirty="0"/>
                  <a:t>ero</a:t>
                </a:r>
                <a:r>
                  <a:rPr lang="es-ES" noProof="0" dirty="0"/>
                  <a:t>)	</a:t>
                </a:r>
                <a:r>
                  <a:rPr lang="es-ES" b="1" noProof="0" dirty="0"/>
                  <a:t>Extrapolar la idea de bisección de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b="1" i="1" noProof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b="1" i="1" noProof="0">
                            <a:latin typeface="Cambria Math" panose="02040503050406030204" pitchFamily="18" charset="0"/>
                          </a:rPr>
                          <m:t>𝟐</m:t>
                        </m:r>
                      </m:deg>
                      <m:e>
                        <m:r>
                          <a:rPr lang="es-ES" b="1" i="1" noProof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rad>
                  </m:oMath>
                </a14:m>
                <a:r>
                  <a:rPr lang="es-ES" b="1" noProof="0" dirty="0"/>
                  <a:t> a este problema biológico</a:t>
                </a:r>
                <a:r>
                  <a:rPr lang="es-ES" noProof="0" dirty="0"/>
                  <a:t>: pensar 	como adaptar los nuevos parámetros (</a:t>
                </a:r>
                <a:r>
                  <a:rPr lang="es-ES" noProof="0" dirty="0" err="1"/>
                  <a:t>t_dup</a:t>
                </a:r>
                <a:r>
                  <a:rPr lang="es-ES" noProof="0" dirty="0"/>
                  <a:t>, delta, </a:t>
                </a:r>
                <a:r>
                  <a:rPr lang="es-ES" noProof="0" dirty="0" err="1"/>
                  <a:t>epsilon</a:t>
                </a:r>
                <a:r>
                  <a:rPr lang="es-ES" noProof="0" dirty="0"/>
                  <a:t>, </a:t>
                </a:r>
                <a:r>
                  <a:rPr lang="es-ES" noProof="0" dirty="0" err="1"/>
                  <a:t>t_min</a:t>
                </a:r>
                <a:r>
                  <a:rPr lang="es-ES" noProof="0" dirty="0"/>
                  <a:t> y </a:t>
                </a:r>
                <a:r>
                  <a:rPr lang="es-ES" noProof="0" dirty="0" err="1"/>
                  <a:t>t_max</a:t>
                </a:r>
                <a:r>
                  <a:rPr lang="es-ES" noProof="0" dirty="0"/>
                  <a:t>)</a:t>
                </a:r>
              </a:p>
              <a:p>
                <a:r>
                  <a:rPr lang="es-ES" noProof="0" dirty="0"/>
                  <a:t>2</a:t>
                </a:r>
                <a:r>
                  <a:rPr lang="es-ES" baseline="30000" noProof="0" dirty="0"/>
                  <a:t>do</a:t>
                </a:r>
                <a:r>
                  <a:rPr lang="es-ES" noProof="0" dirty="0"/>
                  <a:t>) 	</a:t>
                </a:r>
                <a:r>
                  <a:rPr lang="es-ES" b="1" noProof="0" dirty="0"/>
                  <a:t>Pensar ¿Qué valor de </a:t>
                </a:r>
                <a:r>
                  <a:rPr lang="es-ES" b="1" noProof="0" dirty="0" err="1"/>
                  <a:t>t_max</a:t>
                </a:r>
                <a:r>
                  <a:rPr lang="es-ES" b="1" noProof="0" dirty="0"/>
                  <a:t> deberíamos usar?</a:t>
                </a:r>
                <a:r>
                  <a:rPr lang="es-ES" noProof="0" dirty="0"/>
                  <a:t> Un valor demasiado alto puede 	hacer el código ineficiente (pero no tanto) y un valor demasiado bajo puede hacer</a:t>
                </a:r>
              </a:p>
              <a:p>
                <a:r>
                  <a:rPr lang="es-ES" noProof="0" dirty="0"/>
                  <a:t>	que no alcance la población final. La bisección necesita empezar con un intervalo 	que encierre la respuesta: </a:t>
                </a:r>
                <a14:m>
                  <m:oMath xmlns:m="http://schemas.openxmlformats.org/officeDocument/2006/math"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 noProof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e>
                    </m:d>
                    <m:r>
                      <a:rPr lang="es-ES" i="0" noProof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s-ES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ES" i="0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i="1" noProof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s-E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i="0" noProof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e>
                    </m:d>
                  </m:oMath>
                </a14:m>
                <a:endParaRPr lang="es-ES" noProof="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A03B8C5-0ADA-5A33-D50B-FB2751F4F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19" y="3992009"/>
                <a:ext cx="9247762" cy="2336281"/>
              </a:xfrm>
              <a:prstGeom prst="rect">
                <a:avLst/>
              </a:prstGeom>
              <a:blipFill>
                <a:blip r:embed="rId3"/>
                <a:stretch>
                  <a:fillRect l="-460" t="-1036" b="-23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516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08B8-9C1F-4696-75E8-2D5AC389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CC07-5D56-88F2-1217-2A8CCB5D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noProof="0" dirty="0"/>
              <a:t>Tiempo de ejecución (</a:t>
            </a:r>
            <a:r>
              <a:rPr lang="es-ES" b="1" noProof="0" dirty="0"/>
              <a:t>complejidad</a:t>
            </a:r>
            <a:r>
              <a:rPr lang="es-ES" noProof="0" dirty="0"/>
              <a:t>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9A847-F3A2-60DB-F7C2-3C6C6032AE61}"/>
              </a:ext>
            </a:extLst>
          </p:cNvPr>
          <p:cNvSpPr txBox="1"/>
          <p:nvPr/>
        </p:nvSpPr>
        <p:spPr>
          <a:xfrm>
            <a:off x="8654242" y="347489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2"/>
                </a:solidFill>
              </a:rPr>
              <a:t>Lineal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FFCFAF-D4F1-8481-6EF3-AFEEE4EACA16}"/>
              </a:ext>
            </a:extLst>
          </p:cNvPr>
          <p:cNvCxnSpPr>
            <a:cxnSpLocks/>
          </p:cNvCxnSpPr>
          <p:nvPr/>
        </p:nvCxnSpPr>
        <p:spPr>
          <a:xfrm flipV="1">
            <a:off x="5760739" y="3001588"/>
            <a:ext cx="2764986" cy="209005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D6C304-E6B3-C13C-6448-8406CC6B49D7}"/>
              </a:ext>
            </a:extLst>
          </p:cNvPr>
          <p:cNvCxnSpPr>
            <a:cxnSpLocks/>
          </p:cNvCxnSpPr>
          <p:nvPr/>
        </p:nvCxnSpPr>
        <p:spPr>
          <a:xfrm>
            <a:off x="5760739" y="5101050"/>
            <a:ext cx="305423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815731-E5B7-1181-5250-F0F11D74F043}"/>
              </a:ext>
            </a:extLst>
          </p:cNvPr>
          <p:cNvSpPr/>
          <p:nvPr/>
        </p:nvSpPr>
        <p:spPr>
          <a:xfrm>
            <a:off x="5754533" y="2760695"/>
            <a:ext cx="2230017" cy="2332653"/>
          </a:xfrm>
          <a:custGeom>
            <a:avLst/>
            <a:gdLst>
              <a:gd name="csX0" fmla="*/ 0 w 2230017"/>
              <a:gd name="csY0" fmla="*/ 2332653 h 2332653"/>
              <a:gd name="csX1" fmla="*/ 1436915 w 2230017"/>
              <a:gd name="csY1" fmla="*/ 1922106 h 2332653"/>
              <a:gd name="csX2" fmla="*/ 2230017 w 2230017"/>
              <a:gd name="csY2" fmla="*/ 0 h 2332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30017" h="2332653">
                <a:moveTo>
                  <a:pt x="0" y="2332653"/>
                </a:moveTo>
                <a:cubicBezTo>
                  <a:pt x="532623" y="2321767"/>
                  <a:pt x="1065246" y="2310881"/>
                  <a:pt x="1436915" y="1922106"/>
                </a:cubicBezTo>
                <a:cubicBezTo>
                  <a:pt x="1808584" y="1533331"/>
                  <a:pt x="2019300" y="766665"/>
                  <a:pt x="22300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D9BAF3-DB63-86CE-432A-87384F101199}"/>
              </a:ext>
            </a:extLst>
          </p:cNvPr>
          <p:cNvCxnSpPr>
            <a:cxnSpLocks/>
          </p:cNvCxnSpPr>
          <p:nvPr/>
        </p:nvCxnSpPr>
        <p:spPr>
          <a:xfrm>
            <a:off x="5754533" y="4038891"/>
            <a:ext cx="3060441" cy="144149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B28AFE-A751-6978-AC03-07B2840BC4F6}"/>
              </a:ext>
            </a:extLst>
          </p:cNvPr>
          <p:cNvSpPr txBox="1"/>
          <p:nvPr/>
        </p:nvSpPr>
        <p:spPr>
          <a:xfrm>
            <a:off x="7967672" y="265007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3A133-C6BB-E868-AF52-B9C2A6B32AC1}"/>
              </a:ext>
            </a:extLst>
          </p:cNvPr>
          <p:cNvSpPr txBox="1"/>
          <p:nvPr/>
        </p:nvSpPr>
        <p:spPr>
          <a:xfrm>
            <a:off x="8591487" y="279803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63572-8994-CAEA-0349-4712D2CA308E}"/>
              </a:ext>
            </a:extLst>
          </p:cNvPr>
          <p:cNvSpPr txBox="1"/>
          <p:nvPr/>
        </p:nvSpPr>
        <p:spPr>
          <a:xfrm>
            <a:off x="8796372" y="49163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C4BEA-91EF-1ABA-50B1-9B87F4AE6BB0}"/>
              </a:ext>
            </a:extLst>
          </p:cNvPr>
          <p:cNvSpPr txBox="1"/>
          <p:nvPr/>
        </p:nvSpPr>
        <p:spPr>
          <a:xfrm>
            <a:off x="8748157" y="522214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44A1EE-3582-CE62-3E97-59695B974F3C}"/>
              </a:ext>
            </a:extLst>
          </p:cNvPr>
          <p:cNvCxnSpPr>
            <a:cxnSpLocks/>
          </p:cNvCxnSpPr>
          <p:nvPr/>
        </p:nvCxnSpPr>
        <p:spPr>
          <a:xfrm flipV="1">
            <a:off x="5760740" y="2689557"/>
            <a:ext cx="0" cy="2883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857D98-DDB6-0845-10EF-165BAE9DF8F3}"/>
              </a:ext>
            </a:extLst>
          </p:cNvPr>
          <p:cNvCxnSpPr>
            <a:cxnSpLocks/>
          </p:cNvCxnSpPr>
          <p:nvPr/>
        </p:nvCxnSpPr>
        <p:spPr>
          <a:xfrm>
            <a:off x="5760740" y="5572716"/>
            <a:ext cx="32232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Computer Chip Line Drawing – Royalty-Free Vector | VectorStock">
            <a:extLst>
              <a:ext uri="{FF2B5EF4-FFF2-40B4-BE49-F238E27FC236}">
                <a16:creationId xmlns:a16="http://schemas.microsoft.com/office/drawing/2014/main" id="{4C7D284B-E7CB-F609-E1D6-19632FB010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112" t="16112" r="16112" b="22800"/>
          <a:stretch>
            <a:fillRect/>
          </a:stretch>
        </p:blipFill>
        <p:spPr>
          <a:xfrm>
            <a:off x="5171994" y="2577576"/>
            <a:ext cx="435588" cy="424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E1EAE8-FB0A-2011-FAD3-5A1BEB859A02}"/>
              </a:ext>
            </a:extLst>
          </p:cNvPr>
          <p:cNvSpPr txBox="1"/>
          <p:nvPr/>
        </p:nvSpPr>
        <p:spPr>
          <a:xfrm rot="16200000">
            <a:off x="4245101" y="4079710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noProof="0" dirty="0"/>
              <a:t>Operaciones del 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A668D-04A6-47E4-95AB-FD5A7C03D43F}"/>
              </a:ext>
            </a:extLst>
          </p:cNvPr>
          <p:cNvSpPr txBox="1"/>
          <p:nvPr/>
        </p:nvSpPr>
        <p:spPr>
          <a:xfrm>
            <a:off x="6217100" y="5591475"/>
            <a:ext cx="2310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noProof="0" dirty="0"/>
              <a:t>Tamaño del INPUT (n)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7BE604-7639-5EDB-689F-F11C0E254290}"/>
              </a:ext>
            </a:extLst>
          </p:cNvPr>
          <p:cNvSpPr txBox="1"/>
          <p:nvPr/>
        </p:nvSpPr>
        <p:spPr>
          <a:xfrm>
            <a:off x="8654242" y="3090454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2"/>
                </a:solidFill>
              </a:rPr>
              <a:t>O( n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CB2CF-315F-6234-B5C5-377BF81EDBC9}"/>
              </a:ext>
            </a:extLst>
          </p:cNvPr>
          <p:cNvSpPr txBox="1"/>
          <p:nvPr/>
        </p:nvSpPr>
        <p:spPr>
          <a:xfrm>
            <a:off x="1274897" y="2353925"/>
            <a:ext cx="37566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¿Enumeración</a:t>
            </a:r>
          </a:p>
          <a:p>
            <a:pPr algn="ctr"/>
            <a:r>
              <a:rPr lang="es-ES" sz="2400" b="1" noProof="0" dirty="0">
                <a:solidFill>
                  <a:schemeClr val="accent2"/>
                </a:solidFill>
              </a:rPr>
              <a:t>exhaustiva (con enteros)?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06D2D-5FC2-9387-532C-81B737996616}"/>
              </a:ext>
            </a:extLst>
          </p:cNvPr>
          <p:cNvSpPr txBox="1"/>
          <p:nvPr/>
        </p:nvSpPr>
        <p:spPr>
          <a:xfrm>
            <a:off x="2008529" y="4706966"/>
            <a:ext cx="22894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3"/>
                </a:solidFill>
              </a:rPr>
              <a:t>¿Búsqueda por</a:t>
            </a:r>
          </a:p>
          <a:p>
            <a:pPr algn="ctr"/>
            <a:r>
              <a:rPr lang="es-ES" sz="2400" b="1" noProof="0" dirty="0">
                <a:solidFill>
                  <a:schemeClr val="accent3"/>
                </a:solidFill>
              </a:rPr>
              <a:t>bisección?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BF6D5-4505-703B-BE1B-91B3A722AC14}"/>
              </a:ext>
            </a:extLst>
          </p:cNvPr>
          <p:cNvSpPr txBox="1"/>
          <p:nvPr/>
        </p:nvSpPr>
        <p:spPr>
          <a:xfrm>
            <a:off x="8654242" y="4608290"/>
            <a:ext cx="142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3"/>
                </a:solidFill>
              </a:rPr>
              <a:t>Logarítmica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1F016-5794-ABAA-9E85-AC0EE78C13D5}"/>
              </a:ext>
            </a:extLst>
          </p:cNvPr>
          <p:cNvSpPr txBox="1"/>
          <p:nvPr/>
        </p:nvSpPr>
        <p:spPr>
          <a:xfrm>
            <a:off x="8654242" y="4223850"/>
            <a:ext cx="2061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3"/>
                </a:solidFill>
              </a:rPr>
              <a:t>O( Log(n) 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7F49A9-D707-6C28-AA35-3038D1FDF58C}"/>
              </a:ext>
            </a:extLst>
          </p:cNvPr>
          <p:cNvCxnSpPr>
            <a:cxnSpLocks/>
          </p:cNvCxnSpPr>
          <p:nvPr/>
        </p:nvCxnSpPr>
        <p:spPr>
          <a:xfrm flipV="1">
            <a:off x="5769724" y="1742072"/>
            <a:ext cx="2851714" cy="3795891"/>
          </a:xfrm>
          <a:prstGeom prst="line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B876E2-93A4-7A13-1C11-8F6E56F0F538}"/>
              </a:ext>
            </a:extLst>
          </p:cNvPr>
          <p:cNvCxnSpPr>
            <a:cxnSpLocks/>
          </p:cNvCxnSpPr>
          <p:nvPr/>
        </p:nvCxnSpPr>
        <p:spPr>
          <a:xfrm flipV="1">
            <a:off x="5760740" y="3460783"/>
            <a:ext cx="2921233" cy="2077180"/>
          </a:xfrm>
          <a:prstGeom prst="line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50EF1B0E-E5C0-8FFB-4F47-8A95EE7EC2B2}"/>
              </a:ext>
            </a:extLst>
          </p:cNvPr>
          <p:cNvSpPr/>
          <p:nvPr/>
        </p:nvSpPr>
        <p:spPr>
          <a:xfrm>
            <a:off x="5782960" y="4820995"/>
            <a:ext cx="5799439" cy="1484555"/>
          </a:xfrm>
          <a:prstGeom prst="arc">
            <a:avLst>
              <a:gd name="adj1" fmla="val 10797732"/>
              <a:gd name="adj2" fmla="val 16076535"/>
            </a:avLst>
          </a:prstGeom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E2FC7-7EFD-D802-DA99-8578A3CE4D91}"/>
              </a:ext>
            </a:extLst>
          </p:cNvPr>
          <p:cNvSpPr txBox="1"/>
          <p:nvPr/>
        </p:nvSpPr>
        <p:spPr>
          <a:xfrm>
            <a:off x="8654242" y="195151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noProof="0" dirty="0">
                <a:solidFill>
                  <a:schemeClr val="accent5"/>
                </a:solidFill>
              </a:rPr>
              <a:t>Lineal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F7050D-5FCE-8B01-A895-C8B2150817B2}"/>
              </a:ext>
            </a:extLst>
          </p:cNvPr>
          <p:cNvSpPr txBox="1"/>
          <p:nvPr/>
        </p:nvSpPr>
        <p:spPr>
          <a:xfrm>
            <a:off x="8654242" y="1567074"/>
            <a:ext cx="1196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noProof="0" dirty="0">
                <a:solidFill>
                  <a:schemeClr val="accent5"/>
                </a:solidFill>
              </a:rPr>
              <a:t>O( n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78229-6F30-B296-A2EE-5CB7A76F4B36}"/>
              </a:ext>
            </a:extLst>
          </p:cNvPr>
          <p:cNvSpPr txBox="1"/>
          <p:nvPr/>
        </p:nvSpPr>
        <p:spPr>
          <a:xfrm>
            <a:off x="1488864" y="3526740"/>
            <a:ext cx="3328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¿Enumeración</a:t>
            </a:r>
          </a:p>
          <a:p>
            <a:pPr algn="ctr"/>
            <a:r>
              <a:rPr lang="es-ES" sz="2400" b="1" noProof="0" dirty="0">
                <a:solidFill>
                  <a:schemeClr val="accent5"/>
                </a:solidFill>
              </a:rPr>
              <a:t>exhaustiva (</a:t>
            </a:r>
            <a:r>
              <a:rPr lang="es-ES" sz="2400" b="1" noProof="0" dirty="0" err="1">
                <a:solidFill>
                  <a:schemeClr val="accent5"/>
                </a:solidFill>
              </a:rPr>
              <a:t>aproxim</a:t>
            </a:r>
            <a:r>
              <a:rPr lang="es-ES" sz="2400" b="1" noProof="0" dirty="0">
                <a:solidFill>
                  <a:schemeClr val="accent5"/>
                </a:solidFill>
              </a:rPr>
              <a:t>.)?</a:t>
            </a:r>
          </a:p>
        </p:txBody>
      </p:sp>
    </p:spTree>
    <p:extLst>
      <p:ext uri="{BB962C8B-B14F-4D97-AF65-F5344CB8AC3E}">
        <p14:creationId xmlns:p14="http://schemas.microsoft.com/office/powerpoint/2010/main" val="3586745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3" grpId="0"/>
      <p:bldP spid="4" grpId="0"/>
      <p:bldP spid="9" grpId="0"/>
      <p:bldP spid="13" grpId="0"/>
      <p:bldP spid="7" grpId="0" animBg="1"/>
      <p:bldP spid="26" grpId="0"/>
      <p:bldP spid="27" grpId="0"/>
      <p:bldP spid="2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039F-920B-0BE5-DBE2-2BF7B634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5F57-A71E-9A79-28D4-514AAA81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8000" b="1" dirty="0">
                <a:solidFill>
                  <a:srgbClr val="7030A0"/>
                </a:solidFill>
                <a:latin typeface="Consolas" panose="020B0609020204030204" pitchFamily="49" charset="0"/>
              </a:rPr>
              <a:t>continue</a:t>
            </a:r>
            <a:br>
              <a:rPr lang="es-ES" b="1" dirty="0"/>
            </a:br>
            <a:br>
              <a:rPr lang="es-ES" b="1" dirty="0"/>
            </a:br>
            <a:r>
              <a:rPr lang="es-ES" sz="4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print</a:t>
            </a:r>
            <a:r>
              <a:rPr lang="es-ES" sz="4000" dirty="0">
                <a:latin typeface="Consolas" panose="020B0609020204030204" pitchFamily="49" charset="0"/>
              </a:rPr>
              <a:t>('Volvemos el lunes 26!')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47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5852</Words>
  <Application>Microsoft Office PowerPoint</Application>
  <PresentationFormat>Widescreen</PresentationFormat>
  <Paragraphs>1312</Paragraphs>
  <Slides>83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1" baseType="lpstr">
      <vt:lpstr>Aptos</vt:lpstr>
      <vt:lpstr>Aptos Display</vt:lpstr>
      <vt:lpstr>Aptos Display (Headings)</vt:lpstr>
      <vt:lpstr>Arial</vt:lpstr>
      <vt:lpstr>Cambria Math</vt:lpstr>
      <vt:lpstr>Consolas</vt:lpstr>
      <vt:lpstr>Wingdings</vt:lpstr>
      <vt:lpstr>Office Theme</vt:lpstr>
      <vt:lpstr>Python e IA para la Investigación en Ciencias Biológicas</vt:lpstr>
      <vt:lpstr>Resumen clase 1 – parte I</vt:lpstr>
      <vt:lpstr>Resumen clase 1 – parte II</vt:lpstr>
      <vt:lpstr>¿Que veremos hoy?</vt:lpstr>
      <vt:lpstr>Parte 0  Ambiente clase 2</vt:lpstr>
      <vt:lpstr>Creemos y carguemos el entorno clase_2</vt:lpstr>
      <vt:lpstr>Creemos y carguemos el entorno clase_2</vt:lpstr>
      <vt:lpstr>Creemos y carguemos el entorno clase_2</vt:lpstr>
      <vt:lpstr>Necesitamos "kernels" para spyder</vt:lpstr>
      <vt:lpstr>Deberían ver In[1]: en la consola</vt:lpstr>
      <vt:lpstr>Parte I  Strings e input</vt:lpstr>
      <vt:lpstr>str: secuencias de caracteres</vt:lpstr>
      <vt:lpstr>str: secuencias de caracteres</vt:lpstr>
      <vt:lpstr>str: secuencias de caracteres</vt:lpstr>
      <vt:lpstr>Operaciones con str</vt:lpstr>
      <vt:lpstr>Indices en str</vt:lpstr>
      <vt:lpstr>Mutabilidad</vt:lpstr>
      <vt:lpstr>input() Provee información a la máquina (INPUT)</vt:lpstr>
      <vt:lpstr>input() Siempre se interpreta como str</vt:lpstr>
      <vt:lpstr>PowerPoint Presentation</vt:lpstr>
      <vt:lpstr>Parte II   Iteración (programas no lineales)</vt:lpstr>
      <vt:lpstr>Programas lineales: poca flexibilidad</vt:lpstr>
      <vt:lpstr>EJEMPLO </vt:lpstr>
      <vt:lpstr>Los bucles permiten reutilizar el código</vt:lpstr>
      <vt:lpstr>Dos tipos de bucles</vt:lpstr>
      <vt:lpstr>while</vt:lpstr>
      <vt:lpstr>Un simple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Explicación while loop</vt:lpstr>
      <vt:lpstr>Ejemplo fotos resuelto con while loop</vt:lpstr>
      <vt:lpstr>for</vt:lpstr>
      <vt:lpstr>Un simple for loop</vt:lpstr>
      <vt:lpstr>range()</vt:lpstr>
      <vt:lpstr>Comparación</vt:lpstr>
      <vt:lpstr>Ejemplo fotos resuelto con for loop</vt:lpstr>
      <vt:lpstr>Comparación</vt:lpstr>
      <vt:lpstr>Romper bucles con break</vt:lpstr>
      <vt:lpstr>Ejemplo break</vt:lpstr>
      <vt:lpstr>Resumen </vt:lpstr>
      <vt:lpstr>break  print('volvemos en 10 min')</vt:lpstr>
      <vt:lpstr>Ejercicio 1</vt:lpstr>
      <vt:lpstr>Ejercicio 1</vt:lpstr>
      <vt:lpstr>Ejercicio 1</vt:lpstr>
      <vt:lpstr>Ejercicio 2</vt:lpstr>
      <vt:lpstr>Ejercicio 2</vt:lpstr>
      <vt:lpstr>Ejercicio 3</vt:lpstr>
      <vt:lpstr>Ejercicio 3</vt:lpstr>
      <vt:lpstr>Tiempo de ejecución </vt:lpstr>
      <vt:lpstr>Tiempo de ejecución </vt:lpstr>
      <vt:lpstr>Parte III   Algoritmos: "adivinar" y comprobar </vt:lpstr>
      <vt:lpstr>Ejemplo: cálculo de √(2&amp;x)</vt:lpstr>
      <vt:lpstr>Ejemplo: cálculo de √(2&amp;x)</vt:lpstr>
      <vt:lpstr>Método de generar valores (guesses) por enumeración exhaustiva</vt:lpstr>
      <vt:lpstr>Representación visual</vt:lpstr>
      <vt:lpstr>Código: enumeración exhaustiva para √(2&amp;x) </vt:lpstr>
      <vt:lpstr>while loops: ¿Que puede salir mal?</vt:lpstr>
      <vt:lpstr>while loops: hay que planear una función de decremento</vt:lpstr>
      <vt:lpstr>Función de decremento</vt:lpstr>
      <vt:lpstr>Ejercicio 4</vt:lpstr>
      <vt:lpstr>Ejercicio 5</vt:lpstr>
      <vt:lpstr>Ejercicio 5</vt:lpstr>
      <vt:lpstr>Enumeración exhaustiva para √(2&amp;x)  no logra encontrar raíces imperfectas</vt:lpstr>
      <vt:lpstr>Necesitamos aproximarnos de a poco: algoritmos aproximativos</vt:lpstr>
      <vt:lpstr>Representación visual (enumeración exhaustiva por aproximación)</vt:lpstr>
      <vt:lpstr>¿Que puede salir mal?</vt:lpstr>
      <vt:lpstr>Versión mejorada</vt:lpstr>
      <vt:lpstr>Ejercicio 6</vt:lpstr>
      <vt:lpstr>Ejercicio 6</vt:lpstr>
      <vt:lpstr>¡Enumeración exhaustiva tarda mucho! (es ineficiente)</vt:lpstr>
      <vt:lpstr>Búsqueda por bisección (más eficiente)</vt:lpstr>
      <vt:lpstr>Búsqueda por bisección para √(2&amp;x)  </vt:lpstr>
      <vt:lpstr>Ejercicio 7</vt:lpstr>
      <vt:lpstr>Ejercicio 7</vt:lpstr>
      <vt:lpstr>Tiempo de ejecución (complejidad) </vt:lpstr>
      <vt:lpstr>continue  print('Volvemos el lunes 26!')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rodriguez</dc:creator>
  <cp:lastModifiedBy>elvio rodriguez</cp:lastModifiedBy>
  <cp:revision>9</cp:revision>
  <dcterms:created xsi:type="dcterms:W3CDTF">2026-07-28T00:00:15Z</dcterms:created>
  <dcterms:modified xsi:type="dcterms:W3CDTF">2026-10-18T16:23:35Z</dcterms:modified>
</cp:coreProperties>
</file>