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0"/>
  </p:notesMasterIdLst>
  <p:sldIdLst>
    <p:sldId id="256" r:id="rId2"/>
    <p:sldId id="378" r:id="rId3"/>
    <p:sldId id="381" r:id="rId4"/>
    <p:sldId id="384" r:id="rId5"/>
    <p:sldId id="395" r:id="rId6"/>
    <p:sldId id="466" r:id="rId7"/>
    <p:sldId id="294" r:id="rId8"/>
    <p:sldId id="295" r:id="rId9"/>
    <p:sldId id="464" r:id="rId10"/>
    <p:sldId id="465" r:id="rId11"/>
    <p:sldId id="467" r:id="rId12"/>
    <p:sldId id="382" r:id="rId13"/>
    <p:sldId id="386" r:id="rId14"/>
    <p:sldId id="385" r:id="rId15"/>
    <p:sldId id="383" r:id="rId16"/>
    <p:sldId id="388" r:id="rId17"/>
    <p:sldId id="389" r:id="rId18"/>
    <p:sldId id="468" r:id="rId19"/>
    <p:sldId id="390" r:id="rId20"/>
    <p:sldId id="391" r:id="rId21"/>
    <p:sldId id="392" r:id="rId22"/>
    <p:sldId id="394" r:id="rId23"/>
    <p:sldId id="387" r:id="rId24"/>
    <p:sldId id="397" r:id="rId25"/>
    <p:sldId id="396" r:id="rId26"/>
    <p:sldId id="398" r:id="rId27"/>
    <p:sldId id="469" r:id="rId28"/>
    <p:sldId id="399" r:id="rId29"/>
    <p:sldId id="403" r:id="rId30"/>
    <p:sldId id="404" r:id="rId31"/>
    <p:sldId id="400" r:id="rId32"/>
    <p:sldId id="401" r:id="rId33"/>
    <p:sldId id="405" r:id="rId34"/>
    <p:sldId id="406" r:id="rId35"/>
    <p:sldId id="407" r:id="rId36"/>
    <p:sldId id="408" r:id="rId37"/>
    <p:sldId id="409" r:id="rId38"/>
    <p:sldId id="370" r:id="rId39"/>
    <p:sldId id="330" r:id="rId40"/>
    <p:sldId id="411" r:id="rId41"/>
    <p:sldId id="413" r:id="rId42"/>
    <p:sldId id="414" r:id="rId43"/>
    <p:sldId id="417" r:id="rId44"/>
    <p:sldId id="422" r:id="rId45"/>
    <p:sldId id="419" r:id="rId46"/>
    <p:sldId id="420" r:id="rId47"/>
    <p:sldId id="423" r:id="rId48"/>
    <p:sldId id="412" r:id="rId49"/>
    <p:sldId id="424" r:id="rId50"/>
    <p:sldId id="425" r:id="rId51"/>
    <p:sldId id="429" r:id="rId52"/>
    <p:sldId id="450" r:id="rId53"/>
    <p:sldId id="431" r:id="rId54"/>
    <p:sldId id="445" r:id="rId55"/>
    <p:sldId id="432" r:id="rId56"/>
    <p:sldId id="434" r:id="rId57"/>
    <p:sldId id="435" r:id="rId58"/>
    <p:sldId id="436" r:id="rId59"/>
    <p:sldId id="442" r:id="rId60"/>
    <p:sldId id="433" r:id="rId61"/>
    <p:sldId id="443" r:id="rId62"/>
    <p:sldId id="437" r:id="rId63"/>
    <p:sldId id="439" r:id="rId64"/>
    <p:sldId id="444" r:id="rId65"/>
    <p:sldId id="453" r:id="rId66"/>
    <p:sldId id="440" r:id="rId67"/>
    <p:sldId id="452" r:id="rId68"/>
    <p:sldId id="459" r:id="rId69"/>
    <p:sldId id="460" r:id="rId70"/>
    <p:sldId id="448" r:id="rId71"/>
    <p:sldId id="446" r:id="rId72"/>
    <p:sldId id="447" r:id="rId73"/>
    <p:sldId id="430" r:id="rId74"/>
    <p:sldId id="427" r:id="rId75"/>
    <p:sldId id="428" r:id="rId76"/>
    <p:sldId id="426" r:id="rId77"/>
    <p:sldId id="454" r:id="rId78"/>
    <p:sldId id="455" r:id="rId79"/>
    <p:sldId id="458" r:id="rId80"/>
    <p:sldId id="449" r:id="rId81"/>
    <p:sldId id="462" r:id="rId82"/>
    <p:sldId id="461" r:id="rId83"/>
    <p:sldId id="463" r:id="rId84"/>
    <p:sldId id="368" r:id="rId85"/>
    <p:sldId id="379" r:id="rId86"/>
    <p:sldId id="418" r:id="rId87"/>
    <p:sldId id="421" r:id="rId88"/>
    <p:sldId id="457" r:id="rId8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770A0"/>
    <a:srgbClr val="FFD94A"/>
    <a:srgbClr val="FF9191"/>
    <a:srgbClr val="E19F0D"/>
    <a:srgbClr val="F6C863"/>
    <a:srgbClr val="E8E8E8"/>
    <a:srgbClr val="58D9E5"/>
    <a:srgbClr val="57D6E4"/>
    <a:srgbClr val="8282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64FC82-EC59-427F-AF35-D188953979B0}" v="664" dt="2026-10-25T14:04:29.9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 autoAdjust="0"/>
    <p:restoredTop sz="92736" autoAdjust="0"/>
  </p:normalViewPr>
  <p:slideViewPr>
    <p:cSldViewPr snapToGrid="0">
      <p:cViewPr varScale="1">
        <p:scale>
          <a:sx n="102" d="100"/>
          <a:sy n="102" d="100"/>
        </p:scale>
        <p:origin x="1062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microsoft.com/office/2016/11/relationships/changesInfo" Target="changesInfos/changesInfo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9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vio rodriguez" userId="1c1449da70e07349" providerId="LiveId" clId="{B6FBDA6B-F2A7-4BBE-A2C3-07D2143358BF}"/>
    <pc:docChg chg="undo redo custSel addSld delSld modSld sldOrd addSection delSection">
      <pc:chgData name="elvio rodriguez" userId="1c1449da70e07349" providerId="LiveId" clId="{B6FBDA6B-F2A7-4BBE-A2C3-07D2143358BF}" dt="2026-10-25T14:07:54.316" v="36267" actId="20577"/>
      <pc:docMkLst>
        <pc:docMk/>
      </pc:docMkLst>
      <pc:sldChg chg="modSp mod modTransition">
        <pc:chgData name="elvio rodriguez" userId="1c1449da70e07349" providerId="LiveId" clId="{B6FBDA6B-F2A7-4BBE-A2C3-07D2143358BF}" dt="2026-10-20T18:39:45.148" v="34348" actId="947"/>
        <pc:sldMkLst>
          <pc:docMk/>
          <pc:sldMk cId="907928504" sldId="256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907928504" sldId="256"/>
            <ac:spMk id="2" creationId="{AF9FC2DE-EB91-F02D-A14F-2F49D38F32B0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907928504" sldId="256"/>
            <ac:spMk id="3" creationId="{79FF6BE7-D746-5EFF-0EC6-0EEC77FF87D7}"/>
          </ac:spMkLst>
        </pc:spChg>
        <pc:spChg chg="mod">
          <ac:chgData name="elvio rodriguez" userId="1c1449da70e07349" providerId="LiveId" clId="{B6FBDA6B-F2A7-4BBE-A2C3-07D2143358BF}" dt="2026-10-20T18:39:45.148" v="34348" actId="947"/>
          <ac:spMkLst>
            <pc:docMk/>
            <pc:sldMk cId="907928504" sldId="256"/>
            <ac:spMk id="5" creationId="{21F42136-630C-904C-C2CA-FDDBE4AC9AF9}"/>
          </ac:spMkLst>
        </pc:spChg>
      </pc:sldChg>
      <pc:sldChg chg="addSp delSp modSp add mod modAnim">
        <pc:chgData name="elvio rodriguez" userId="1c1449da70e07349" providerId="LiveId" clId="{B6FBDA6B-F2A7-4BBE-A2C3-07D2143358BF}" dt="2026-10-20T20:06:38.572" v="34676" actId="1037"/>
        <pc:sldMkLst>
          <pc:docMk/>
          <pc:sldMk cId="1866065811" sldId="294"/>
        </pc:sldMkLst>
        <pc:spChg chg="mod">
          <ac:chgData name="elvio rodriguez" userId="1c1449da70e07349" providerId="LiveId" clId="{B6FBDA6B-F2A7-4BBE-A2C3-07D2143358BF}" dt="2026-10-20T20:06:11.992" v="34586" actId="20577"/>
          <ac:spMkLst>
            <pc:docMk/>
            <pc:sldMk cId="1866065811" sldId="294"/>
            <ac:spMk id="4" creationId="{B7B12D6D-7FE7-F592-1BAE-7C1751D18609}"/>
          </ac:spMkLst>
        </pc:spChg>
        <pc:spChg chg="mod">
          <ac:chgData name="elvio rodriguez" userId="1c1449da70e07349" providerId="LiveId" clId="{B6FBDA6B-F2A7-4BBE-A2C3-07D2143358BF}" dt="2026-10-20T20:06:38.572" v="34676" actId="1037"/>
          <ac:spMkLst>
            <pc:docMk/>
            <pc:sldMk cId="1866065811" sldId="294"/>
            <ac:spMk id="10" creationId="{57253AFF-3F1D-D886-5DFB-9318CCE7E616}"/>
          </ac:spMkLst>
        </pc:spChg>
        <pc:spChg chg="mod">
          <ac:chgData name="elvio rodriguez" userId="1c1449da70e07349" providerId="LiveId" clId="{B6FBDA6B-F2A7-4BBE-A2C3-07D2143358BF}" dt="2026-10-20T20:06:38.572" v="34676" actId="1037"/>
          <ac:spMkLst>
            <pc:docMk/>
            <pc:sldMk cId="1866065811" sldId="294"/>
            <ac:spMk id="12" creationId="{547DED2D-1A74-96B6-A153-F9996CB4033B}"/>
          </ac:spMkLst>
        </pc:spChg>
        <pc:spChg chg="mod">
          <ac:chgData name="elvio rodriguez" userId="1c1449da70e07349" providerId="LiveId" clId="{B6FBDA6B-F2A7-4BBE-A2C3-07D2143358BF}" dt="2026-10-20T20:06:38.572" v="34676" actId="1037"/>
          <ac:spMkLst>
            <pc:docMk/>
            <pc:sldMk cId="1866065811" sldId="294"/>
            <ac:spMk id="14" creationId="{5D640E85-FE7A-39EC-86E8-3EEB22841B0C}"/>
          </ac:spMkLst>
        </pc:spChg>
        <pc:spChg chg="mod">
          <ac:chgData name="elvio rodriguez" userId="1c1449da70e07349" providerId="LiveId" clId="{B6FBDA6B-F2A7-4BBE-A2C3-07D2143358BF}" dt="2026-10-20T20:06:38.572" v="34676" actId="1037"/>
          <ac:spMkLst>
            <pc:docMk/>
            <pc:sldMk cId="1866065811" sldId="294"/>
            <ac:spMk id="20" creationId="{79E84A18-9572-CAA8-EC55-8C899E161A96}"/>
          </ac:spMkLst>
        </pc:spChg>
        <pc:spChg chg="mod">
          <ac:chgData name="elvio rodriguez" userId="1c1449da70e07349" providerId="LiveId" clId="{B6FBDA6B-F2A7-4BBE-A2C3-07D2143358BF}" dt="2026-10-20T20:06:38.572" v="34676" actId="1037"/>
          <ac:spMkLst>
            <pc:docMk/>
            <pc:sldMk cId="1866065811" sldId="294"/>
            <ac:spMk id="27" creationId="{A0A44B78-8A9F-48A5-A82A-444D163A49A8}"/>
          </ac:spMkLst>
        </pc:spChg>
        <pc:picChg chg="mod">
          <ac:chgData name="elvio rodriguez" userId="1c1449da70e07349" providerId="LiveId" clId="{B6FBDA6B-F2A7-4BBE-A2C3-07D2143358BF}" dt="2026-10-20T20:06:38.572" v="34676" actId="1037"/>
          <ac:picMkLst>
            <pc:docMk/>
            <pc:sldMk cId="1866065811" sldId="294"/>
            <ac:picMk id="6" creationId="{9C19C46A-5898-C7DE-73C2-6B333992A5FA}"/>
          </ac:picMkLst>
        </pc:picChg>
        <pc:picChg chg="mod">
          <ac:chgData name="elvio rodriguez" userId="1c1449da70e07349" providerId="LiveId" clId="{B6FBDA6B-F2A7-4BBE-A2C3-07D2143358BF}" dt="2026-10-20T20:06:38.572" v="34676" actId="1037"/>
          <ac:picMkLst>
            <pc:docMk/>
            <pc:sldMk cId="1866065811" sldId="294"/>
            <ac:picMk id="8" creationId="{9E099440-9650-0C48-2BA6-9F774DC951C8}"/>
          </ac:picMkLst>
        </pc:picChg>
        <pc:picChg chg="mod">
          <ac:chgData name="elvio rodriguez" userId="1c1449da70e07349" providerId="LiveId" clId="{B6FBDA6B-F2A7-4BBE-A2C3-07D2143358BF}" dt="2026-10-20T20:06:38.572" v="34676" actId="1037"/>
          <ac:picMkLst>
            <pc:docMk/>
            <pc:sldMk cId="1866065811" sldId="294"/>
            <ac:picMk id="16" creationId="{FD47800A-F7B8-E7F0-A597-C2E097A90C7F}"/>
          </ac:picMkLst>
        </pc:picChg>
        <pc:picChg chg="mod">
          <ac:chgData name="elvio rodriguez" userId="1c1449da70e07349" providerId="LiveId" clId="{B6FBDA6B-F2A7-4BBE-A2C3-07D2143358BF}" dt="2026-10-20T20:06:38.572" v="34676" actId="1037"/>
          <ac:picMkLst>
            <pc:docMk/>
            <pc:sldMk cId="1866065811" sldId="294"/>
            <ac:picMk id="25" creationId="{E0FA1657-FD7B-8E20-9153-B7E2587CDF13}"/>
          </ac:picMkLst>
        </pc:picChg>
        <pc:picChg chg="mod">
          <ac:chgData name="elvio rodriguez" userId="1c1449da70e07349" providerId="LiveId" clId="{B6FBDA6B-F2A7-4BBE-A2C3-07D2143358BF}" dt="2026-10-20T20:06:38.572" v="34676" actId="1037"/>
          <ac:picMkLst>
            <pc:docMk/>
            <pc:sldMk cId="1866065811" sldId="294"/>
            <ac:picMk id="35" creationId="{4DF2CF8F-1785-B3FB-4F69-DA3F7A601411}"/>
          </ac:picMkLst>
        </pc:picChg>
      </pc:sldChg>
      <pc:sldChg chg="addSp delSp modSp add mod">
        <pc:chgData name="elvio rodriguez" userId="1c1449da70e07349" providerId="LiveId" clId="{B6FBDA6B-F2A7-4BBE-A2C3-07D2143358BF}" dt="2026-10-20T20:02:01.385" v="34584" actId="113"/>
        <pc:sldMkLst>
          <pc:docMk/>
          <pc:sldMk cId="3734260462" sldId="295"/>
        </pc:sldMkLst>
        <pc:spChg chg="mod">
          <ac:chgData name="elvio rodriguez" userId="1c1449da70e07349" providerId="LiveId" clId="{B6FBDA6B-F2A7-4BBE-A2C3-07D2143358BF}" dt="2026-10-20T19:57:26.293" v="34507" actId="20577"/>
          <ac:spMkLst>
            <pc:docMk/>
            <pc:sldMk cId="3734260462" sldId="295"/>
            <ac:spMk id="2" creationId="{6354A1A0-C6AE-7EA5-9F34-ACB415D2D0B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734260462" sldId="295"/>
            <ac:spMk id="5" creationId="{B7C4FF1B-A419-671A-F20F-1DFE8609B484}"/>
          </ac:spMkLst>
        </pc:spChg>
        <pc:spChg chg="add mod ord">
          <ac:chgData name="elvio rodriguez" userId="1c1449da70e07349" providerId="LiveId" clId="{B6FBDA6B-F2A7-4BBE-A2C3-07D2143358BF}" dt="2026-10-11T20:23:05.643" v="26949" actId="790"/>
          <ac:spMkLst>
            <pc:docMk/>
            <pc:sldMk cId="3734260462" sldId="295"/>
            <ac:spMk id="6" creationId="{5400FFCA-EB1F-6E5E-72BC-00017070B0A0}"/>
          </ac:spMkLst>
        </pc:spChg>
        <pc:spChg chg="add mod">
          <ac:chgData name="elvio rodriguez" userId="1c1449da70e07349" providerId="LiveId" clId="{B6FBDA6B-F2A7-4BBE-A2C3-07D2143358BF}" dt="2026-10-20T20:01:24.787" v="34580" actId="1035"/>
          <ac:spMkLst>
            <pc:docMk/>
            <pc:sldMk cId="3734260462" sldId="295"/>
            <ac:spMk id="7" creationId="{613A4347-6E0D-6BAB-36DB-34438F4FD0B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734260462" sldId="295"/>
            <ac:spMk id="9" creationId="{5C0C1380-7B20-18F8-4787-BBD3C503CA0C}"/>
          </ac:spMkLst>
        </pc:spChg>
        <pc:spChg chg="mod">
          <ac:chgData name="elvio rodriguez" userId="1c1449da70e07349" providerId="LiveId" clId="{B6FBDA6B-F2A7-4BBE-A2C3-07D2143358BF}" dt="2026-10-20T19:57:23.812" v="34505" actId="20577"/>
          <ac:spMkLst>
            <pc:docMk/>
            <pc:sldMk cId="3734260462" sldId="295"/>
            <ac:spMk id="11" creationId="{1FFC3AC2-D252-C766-43D9-86FDA047A9D7}"/>
          </ac:spMkLst>
        </pc:spChg>
        <pc:spChg chg="add mod ord">
          <ac:chgData name="elvio rodriguez" userId="1c1449da70e07349" providerId="LiveId" clId="{B6FBDA6B-F2A7-4BBE-A2C3-07D2143358BF}" dt="2026-10-12T14:47:08.553" v="29378" actId="790"/>
          <ac:spMkLst>
            <pc:docMk/>
            <pc:sldMk cId="3734260462" sldId="295"/>
            <ac:spMk id="17" creationId="{AD6C98F4-53D2-4BD5-6D42-2691B54A96B5}"/>
          </ac:spMkLst>
        </pc:spChg>
        <pc:spChg chg="add mod ord">
          <ac:chgData name="elvio rodriguez" userId="1c1449da70e07349" providerId="LiveId" clId="{B6FBDA6B-F2A7-4BBE-A2C3-07D2143358BF}" dt="2026-10-20T20:02:01.385" v="34584" actId="113"/>
          <ac:spMkLst>
            <pc:docMk/>
            <pc:sldMk cId="3734260462" sldId="295"/>
            <ac:spMk id="18" creationId="{179383C6-FD8F-D486-A842-C712C326401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734260462" sldId="295"/>
            <ac:spMk id="20" creationId="{0393874F-0106-1373-8863-6CE89F5AAAC0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734260462" sldId="295"/>
            <ac:spMk id="22" creationId="{F739E599-2AC6-2741-9991-D53790310011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734260462" sldId="295"/>
            <ac:spMk id="23" creationId="{8CE1D589-1D0F-4177-89AB-6620011AFBB8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734260462" sldId="295"/>
            <ac:spMk id="29" creationId="{C0A24E13-827C-E669-5E29-C847C5B342BA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734260462" sldId="295"/>
            <ac:spMk id="32" creationId="{367CE2C9-7857-EED9-82A0-EBDD2401CCF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734260462" sldId="295"/>
            <ac:spMk id="40" creationId="{2E2BC7CF-C6A7-A693-11BF-3E9FB6E3AA55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734260462" sldId="295"/>
            <ac:spMk id="41" creationId="{DF825D0D-99E7-4DE8-4299-035A456B54A2}"/>
          </ac:spMkLst>
        </pc:spChg>
        <pc:picChg chg="add mod">
          <ac:chgData name="elvio rodriguez" userId="1c1449da70e07349" providerId="LiveId" clId="{B6FBDA6B-F2A7-4BBE-A2C3-07D2143358BF}" dt="2026-10-11T14:30:28.587" v="21419" actId="1076"/>
          <ac:picMkLst>
            <pc:docMk/>
            <pc:sldMk cId="3734260462" sldId="295"/>
            <ac:picMk id="8" creationId="{25ED46BB-477B-8C69-EB12-5BE60001E7B9}"/>
          </ac:picMkLst>
        </pc:picChg>
        <pc:picChg chg="add mod ord">
          <ac:chgData name="elvio rodriguez" userId="1c1449da70e07349" providerId="LiveId" clId="{B6FBDA6B-F2A7-4BBE-A2C3-07D2143358BF}" dt="2026-10-11T14:30:22.796" v="21418" actId="1076"/>
          <ac:picMkLst>
            <pc:docMk/>
            <pc:sldMk cId="3734260462" sldId="295"/>
            <ac:picMk id="16" creationId="{88776163-7BEE-2B14-5E54-E4C89A231157}"/>
          </ac:picMkLst>
        </pc:picChg>
        <pc:picChg chg="add mod">
          <ac:chgData name="elvio rodriguez" userId="1c1449da70e07349" providerId="LiveId" clId="{B6FBDA6B-F2A7-4BBE-A2C3-07D2143358BF}" dt="2026-10-11T14:54:39.167" v="21502" actId="1582"/>
          <ac:picMkLst>
            <pc:docMk/>
            <pc:sldMk cId="3734260462" sldId="295"/>
            <ac:picMk id="43" creationId="{F00588C6-A020-9538-1808-8B5A53DCC197}"/>
          </ac:picMkLst>
        </pc:picChg>
        <pc:cxnChg chg="add mod ord">
          <ac:chgData name="elvio rodriguez" userId="1c1449da70e07349" providerId="LiveId" clId="{B6FBDA6B-F2A7-4BBE-A2C3-07D2143358BF}" dt="2026-10-11T14:30:22.796" v="21418" actId="1076"/>
          <ac:cxnSpMkLst>
            <pc:docMk/>
            <pc:sldMk cId="3734260462" sldId="295"/>
            <ac:cxnSpMk id="21" creationId="{C9AE0903-4DC2-F18F-42D2-A0FACE4559D9}"/>
          </ac:cxnSpMkLst>
        </pc:cxnChg>
        <pc:cxnChg chg="add mod ord">
          <ac:chgData name="elvio rodriguez" userId="1c1449da70e07349" providerId="LiveId" clId="{B6FBDA6B-F2A7-4BBE-A2C3-07D2143358BF}" dt="2026-10-11T14:30:22.796" v="21418" actId="1076"/>
          <ac:cxnSpMkLst>
            <pc:docMk/>
            <pc:sldMk cId="3734260462" sldId="295"/>
            <ac:cxnSpMk id="26" creationId="{C7E848C6-91B1-FB76-6B86-ECB87D55AC2B}"/>
          </ac:cxnSpMkLst>
        </pc:cxnChg>
      </pc:sldChg>
      <pc:sldChg chg="modSp add del mod">
        <pc:chgData name="elvio rodriguez" userId="1c1449da70e07349" providerId="LiveId" clId="{B6FBDA6B-F2A7-4BBE-A2C3-07D2143358BF}" dt="2026-10-12T14:47:08.553" v="29378" actId="790"/>
        <pc:sldMkLst>
          <pc:docMk/>
          <pc:sldMk cId="3617595538" sldId="330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617595538" sldId="330"/>
            <ac:spMk id="2" creationId="{C7B76FF3-FE78-FF9B-EEDE-97EAA298057A}"/>
          </ac:spMkLst>
        </pc:spChg>
      </pc:sldChg>
      <pc:sldChg chg="modSp add mod">
        <pc:chgData name="elvio rodriguez" userId="1c1449da70e07349" providerId="LiveId" clId="{B6FBDA6B-F2A7-4BBE-A2C3-07D2143358BF}" dt="2026-10-25T14:07:54.316" v="36267" actId="20577"/>
        <pc:sldMkLst>
          <pc:docMk/>
          <pc:sldMk cId="3345647232" sldId="368"/>
        </pc:sldMkLst>
        <pc:spChg chg="mod">
          <ac:chgData name="elvio rodriguez" userId="1c1449da70e07349" providerId="LiveId" clId="{B6FBDA6B-F2A7-4BBE-A2C3-07D2143358BF}" dt="2026-10-25T14:07:54.316" v="36267" actId="20577"/>
          <ac:spMkLst>
            <pc:docMk/>
            <pc:sldMk cId="3345647232" sldId="368"/>
            <ac:spMk id="2" creationId="{01D75F57-A71E-9A79-28D4-514AAA81949D}"/>
          </ac:spMkLst>
        </pc:spChg>
      </pc:sldChg>
      <pc:sldChg chg="addSp delSp modSp add del mod ord addAnim delAnim modAnim">
        <pc:chgData name="elvio rodriguez" userId="1c1449da70e07349" providerId="LiveId" clId="{B6FBDA6B-F2A7-4BBE-A2C3-07D2143358BF}" dt="2026-10-12T20:15:18.879" v="34262"/>
        <pc:sldMkLst>
          <pc:docMk/>
          <pc:sldMk cId="3214661882" sldId="370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14661882" sldId="370"/>
            <ac:spMk id="2" creationId="{7F4DCC07-5D56-88F2-1217-2A8CCB5D55E0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14661882" sldId="370"/>
            <ac:spMk id="3" creationId="{CFDCB2CF-315F-6234-B5C5-377BF81EDBC9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14661882" sldId="370"/>
            <ac:spMk id="4" creationId="{8F506D2D-5FC2-9387-532C-81B737996616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14661882" sldId="370"/>
            <ac:spMk id="5" creationId="{D159A847-F3A2-60DB-F7C2-3C6C6032AE61}"/>
          </ac:spMkLst>
        </pc:spChg>
        <pc:spChg chg="add mod ord">
          <ac:chgData name="elvio rodriguez" userId="1c1449da70e07349" providerId="LiveId" clId="{B6FBDA6B-F2A7-4BBE-A2C3-07D2143358BF}" dt="2026-10-12T14:47:08.553" v="29378" actId="790"/>
          <ac:spMkLst>
            <pc:docMk/>
            <pc:sldMk cId="3214661882" sldId="370"/>
            <ac:spMk id="7" creationId="{50EF1B0E-E5C0-8FFB-4F47-8A95EE7EC2B2}"/>
          </ac:spMkLst>
        </pc:spChg>
        <pc:spChg chg="add mod">
          <ac:chgData name="elvio rodriguez" userId="1c1449da70e07349" providerId="LiveId" clId="{B6FBDA6B-F2A7-4BBE-A2C3-07D2143358BF}" dt="2026-10-11T02:00:48.308" v="17837" actId="1036"/>
          <ac:spMkLst>
            <pc:docMk/>
            <pc:sldMk cId="3214661882" sldId="370"/>
            <ac:spMk id="9" creationId="{318BF6D5-4505-703B-BE1B-91B3A722AC1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14661882" sldId="370"/>
            <ac:spMk id="10" creationId="{3B815731-E5B7-1181-5250-F0F11D74F043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214661882" sldId="370"/>
            <ac:spMk id="12" creationId="{B1B28AFE-A751-6978-AC03-07B2840BC4F6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214661882" sldId="370"/>
            <ac:spMk id="13" creationId="{17A1F016-5794-ABAA-9E85-AC0EE78C13D5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14661882" sldId="370"/>
            <ac:spMk id="15" creationId="{0E43A133-C6BB-E868-AF52-B9C2A6B32AC1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14661882" sldId="370"/>
            <ac:spMk id="16" creationId="{3A263572-8994-CAEA-0349-4712D2CA308E}"/>
          </ac:spMkLst>
        </pc:spChg>
        <pc:spChg chg="add mod">
          <ac:chgData name="elvio rodriguez" userId="1c1449da70e07349" providerId="LiveId" clId="{B6FBDA6B-F2A7-4BBE-A2C3-07D2143358BF}" dt="2026-10-11T02:00:13.696" v="17814" actId="1036"/>
          <ac:spMkLst>
            <pc:docMk/>
            <pc:sldMk cId="3214661882" sldId="370"/>
            <ac:spMk id="17" creationId="{73FC4BEA-91EF-1ABA-50B1-9B87F4AE6BB0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214661882" sldId="370"/>
            <ac:spMk id="22" creationId="{57E1EAE8-FB0A-2011-FAD3-5A1BEB859A02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214661882" sldId="370"/>
            <ac:spMk id="23" creationId="{FFCA668D-04A6-47E4-95AB-FD5A7C03D43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14661882" sldId="370"/>
            <ac:spMk id="24" creationId="{A67BE604-7639-5EDB-689F-F11C0E254290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214661882" sldId="370"/>
            <ac:spMk id="26" creationId="{E0AE2FC7-7EFD-D802-DA99-8578A3CE4D91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214661882" sldId="370"/>
            <ac:spMk id="27" creationId="{3CF7050D-5FCE-8B01-A895-C8B2150817B2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14661882" sldId="370"/>
            <ac:spMk id="28" creationId="{06F78229-6F30-B296-A2EE-5CB7A76F4B36}"/>
          </ac:spMkLst>
        </pc:spChg>
        <pc:picChg chg="mod">
          <ac:chgData name="elvio rodriguez" userId="1c1449da70e07349" providerId="LiveId" clId="{B6FBDA6B-F2A7-4BBE-A2C3-07D2143358BF}" dt="2026-10-11T01:50:08.629" v="17539" actId="1076"/>
          <ac:picMkLst>
            <pc:docMk/>
            <pc:sldMk cId="3214661882" sldId="370"/>
            <ac:picMk id="21" creationId="{4C7D284B-E7CB-F609-E1D6-19632FB01087}"/>
          </ac:picMkLst>
        </pc:picChg>
        <pc:cxnChg chg="add mod">
          <ac:chgData name="elvio rodriguez" userId="1c1449da70e07349" providerId="LiveId" clId="{B6FBDA6B-F2A7-4BBE-A2C3-07D2143358BF}" dt="2026-10-11T01:59:25.745" v="17783" actId="208"/>
          <ac:cxnSpMkLst>
            <pc:docMk/>
            <pc:sldMk cId="3214661882" sldId="370"/>
            <ac:cxnSpMk id="14" creationId="{627F49A9-D707-6C28-AA35-3038D1FDF58C}"/>
          </ac:cxnSpMkLst>
        </pc:cxnChg>
        <pc:cxnChg chg="add del mod ord">
          <ac:chgData name="elvio rodriguez" userId="1c1449da70e07349" providerId="LiveId" clId="{B6FBDA6B-F2A7-4BBE-A2C3-07D2143358BF}" dt="2026-10-11T01:58:15.876" v="17760" actId="166"/>
          <ac:cxnSpMkLst>
            <pc:docMk/>
            <pc:sldMk cId="3214661882" sldId="370"/>
            <ac:cxnSpMk id="18" creationId="{74B876E2-93A4-7A13-1C11-8F6E56F0F538}"/>
          </ac:cxnSpMkLst>
        </pc:cxnChg>
      </pc:sldChg>
      <pc:sldChg chg="addSp modSp add mod modTransition addAnim delAnim modAnim">
        <pc:chgData name="elvio rodriguez" userId="1c1449da70e07349" providerId="LiveId" clId="{B6FBDA6B-F2A7-4BBE-A2C3-07D2143358BF}" dt="2026-10-25T12:43:38.243" v="35315"/>
        <pc:sldMkLst>
          <pc:docMk/>
          <pc:sldMk cId="2724683442" sldId="378"/>
        </pc:sldMkLst>
        <pc:spChg chg="mod">
          <ac:chgData name="elvio rodriguez" userId="1c1449da70e07349" providerId="LiveId" clId="{B6FBDA6B-F2A7-4BBE-A2C3-07D2143358BF}" dt="2026-10-25T12:40:38.848" v="35188" actId="20577"/>
          <ac:spMkLst>
            <pc:docMk/>
            <pc:sldMk cId="2724683442" sldId="378"/>
            <ac:spMk id="2" creationId="{04381CCB-F938-F8FB-C92F-E242F0BF03EC}"/>
          </ac:spMkLst>
        </pc:spChg>
        <pc:spChg chg="mod">
          <ac:chgData name="elvio rodriguez" userId="1c1449da70e07349" providerId="LiveId" clId="{B6FBDA6B-F2A7-4BBE-A2C3-07D2143358BF}" dt="2026-10-25T12:42:50.919" v="35283" actId="12"/>
          <ac:spMkLst>
            <pc:docMk/>
            <pc:sldMk cId="2724683442" sldId="378"/>
            <ac:spMk id="3" creationId="{C4A87057-66EC-472B-07C7-0D35BBF8353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724683442" sldId="378"/>
            <ac:spMk id="16" creationId="{35E9D9DE-D2F2-F554-59D3-53D8026BF45B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724683442" sldId="378"/>
            <ac:spMk id="18" creationId="{C9EB5E49-53F0-6683-70EF-98911AB9DE69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724683442" sldId="378"/>
            <ac:spMk id="21" creationId="{CF7BF06D-6429-75D1-691E-5C5FB035E53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724683442" sldId="378"/>
            <ac:spMk id="22" creationId="{F767B787-ADC3-52A5-7CD2-A24A483731F5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724683442" sldId="378"/>
            <ac:spMk id="23" creationId="{F5864AA5-AF51-B5EB-526F-C6FE40368A3F}"/>
          </ac:spMkLst>
        </pc:spChg>
        <pc:spChg chg="mod">
          <ac:chgData name="elvio rodriguez" userId="1c1449da70e07349" providerId="LiveId" clId="{B6FBDA6B-F2A7-4BBE-A2C3-07D2143358BF}" dt="2026-10-07T15:34:09.646" v="5943" actId="404"/>
          <ac:spMkLst>
            <pc:docMk/>
            <pc:sldMk cId="2724683442" sldId="378"/>
            <ac:spMk id="28" creationId="{8F6C4D59-8210-1FFF-49AE-9B9833C2CF5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724683442" sldId="378"/>
            <ac:spMk id="30" creationId="{CC38CE12-63C5-DEDB-12BE-B4D9DE349DB7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724683442" sldId="378"/>
            <ac:spMk id="31" creationId="{5D524F63-556F-14F2-0C90-72B885C01BDF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724683442" sldId="378"/>
            <ac:spMk id="32" creationId="{400F28CA-F6B7-1DAF-DA6F-AFCA495C9AC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724683442" sldId="378"/>
            <ac:spMk id="33" creationId="{850B51B5-294A-E6D0-C6A4-2B13AB5455A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724683442" sldId="378"/>
            <ac:spMk id="35" creationId="{E3152DF6-4121-E91E-A0BE-B88BCDB622D8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724683442" sldId="378"/>
            <ac:spMk id="36" creationId="{974F1736-32AC-0E36-50FE-9766C4D5C24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724683442" sldId="378"/>
            <ac:spMk id="37" creationId="{2C010691-23F4-F3D1-30C1-1178138D6DB3}"/>
          </ac:spMkLst>
        </pc:spChg>
        <pc:spChg chg="add mod">
          <ac:chgData name="elvio rodriguez" userId="1c1449da70e07349" providerId="LiveId" clId="{B6FBDA6B-F2A7-4BBE-A2C3-07D2143358BF}" dt="2026-10-25T12:43:09.348" v="35303" actId="1038"/>
          <ac:spMkLst>
            <pc:docMk/>
            <pc:sldMk cId="2724683442" sldId="378"/>
            <ac:spMk id="42" creationId="{245D69E7-C966-CFA8-0603-3471C8683897}"/>
          </ac:spMkLst>
        </pc:spChg>
        <pc:spChg chg="add mod">
          <ac:chgData name="elvio rodriguez" userId="1c1449da70e07349" providerId="LiveId" clId="{B6FBDA6B-F2A7-4BBE-A2C3-07D2143358BF}" dt="2026-10-25T12:43:12.679" v="35313" actId="1038"/>
          <ac:spMkLst>
            <pc:docMk/>
            <pc:sldMk cId="2724683442" sldId="378"/>
            <ac:spMk id="43" creationId="{02FBD820-BA56-F475-2B72-BF5EFF0320BC}"/>
          </ac:spMkLst>
        </pc:spChg>
        <pc:grpChg chg="add mod">
          <ac:chgData name="elvio rodriguez" userId="1c1449da70e07349" providerId="LiveId" clId="{B6FBDA6B-F2A7-4BBE-A2C3-07D2143358BF}" dt="2026-10-25T12:43:09.348" v="35303" actId="1038"/>
          <ac:grpSpMkLst>
            <pc:docMk/>
            <pc:sldMk cId="2724683442" sldId="378"/>
            <ac:grpSpMk id="15" creationId="{C8AC2281-60AA-7D90-D321-20126484FFD0}"/>
          </ac:grpSpMkLst>
        </pc:grpChg>
        <pc:grpChg chg="add mod">
          <ac:chgData name="elvio rodriguez" userId="1c1449da70e07349" providerId="LiveId" clId="{B6FBDA6B-F2A7-4BBE-A2C3-07D2143358BF}" dt="2026-10-25T12:43:12.679" v="35313" actId="1038"/>
          <ac:grpSpMkLst>
            <pc:docMk/>
            <pc:sldMk cId="2724683442" sldId="378"/>
            <ac:grpSpMk id="26" creationId="{6915EB10-B71D-410B-2535-72798C6ED4E5}"/>
          </ac:grpSpMkLst>
        </pc:grpChg>
        <pc:grpChg chg="mod">
          <ac:chgData name="elvio rodriguez" userId="1c1449da70e07349" providerId="LiveId" clId="{B6FBDA6B-F2A7-4BBE-A2C3-07D2143358BF}" dt="2026-10-07T15:33:43.021" v="5934"/>
          <ac:grpSpMkLst>
            <pc:docMk/>
            <pc:sldMk cId="2724683442" sldId="378"/>
            <ac:grpSpMk id="27" creationId="{976017FF-12D0-17DC-FBE4-1208C4428002}"/>
          </ac:grpSpMkLst>
        </pc:grpChg>
        <pc:cxnChg chg="mod">
          <ac:chgData name="elvio rodriguez" userId="1c1449da70e07349" providerId="LiveId" clId="{B6FBDA6B-F2A7-4BBE-A2C3-07D2143358BF}" dt="2026-10-07T15:32:52.085" v="5912"/>
          <ac:cxnSpMkLst>
            <pc:docMk/>
            <pc:sldMk cId="2724683442" sldId="378"/>
            <ac:cxnSpMk id="17" creationId="{F63069C5-D247-E7FC-E760-16CD6B7B9693}"/>
          </ac:cxnSpMkLst>
        </pc:cxnChg>
        <pc:cxnChg chg="mod">
          <ac:chgData name="elvio rodriguez" userId="1c1449da70e07349" providerId="LiveId" clId="{B6FBDA6B-F2A7-4BBE-A2C3-07D2143358BF}" dt="2026-10-07T15:32:52.085" v="5912"/>
          <ac:cxnSpMkLst>
            <pc:docMk/>
            <pc:sldMk cId="2724683442" sldId="378"/>
            <ac:cxnSpMk id="19" creationId="{E60A3F1C-8632-4AD3-2E84-86B3E27E62DB}"/>
          </ac:cxnSpMkLst>
        </pc:cxnChg>
        <pc:cxnChg chg="mod">
          <ac:chgData name="elvio rodriguez" userId="1c1449da70e07349" providerId="LiveId" clId="{B6FBDA6B-F2A7-4BBE-A2C3-07D2143358BF}" dt="2026-10-07T15:32:52.085" v="5912"/>
          <ac:cxnSpMkLst>
            <pc:docMk/>
            <pc:sldMk cId="2724683442" sldId="378"/>
            <ac:cxnSpMk id="24" creationId="{B8B4D8DD-D70D-BB86-2B84-5B5B52ADAB98}"/>
          </ac:cxnSpMkLst>
        </pc:cxnChg>
        <pc:cxnChg chg="mod">
          <ac:chgData name="elvio rodriguez" userId="1c1449da70e07349" providerId="LiveId" clId="{B6FBDA6B-F2A7-4BBE-A2C3-07D2143358BF}" dt="2026-10-07T15:32:52.085" v="5912"/>
          <ac:cxnSpMkLst>
            <pc:docMk/>
            <pc:sldMk cId="2724683442" sldId="378"/>
            <ac:cxnSpMk id="25" creationId="{687B8001-2514-6723-7DA7-84BB0CF8A42A}"/>
          </ac:cxnSpMkLst>
        </pc:cxnChg>
      </pc:sldChg>
      <pc:sldChg chg="addSp delSp modSp add mod ord modClrScheme modAnim modShow chgLayout">
        <pc:chgData name="elvio rodriguez" userId="1c1449da70e07349" providerId="LiveId" clId="{B6FBDA6B-F2A7-4BBE-A2C3-07D2143358BF}" dt="2026-10-12T20:10:35.566" v="34257" actId="729"/>
        <pc:sldMkLst>
          <pc:docMk/>
          <pc:sldMk cId="1597981390" sldId="379"/>
        </pc:sldMkLst>
        <pc:spChg chg="mod ord">
          <ac:chgData name="elvio rodriguez" userId="1c1449da70e07349" providerId="LiveId" clId="{B6FBDA6B-F2A7-4BBE-A2C3-07D2143358BF}" dt="2026-10-12T14:47:08.553" v="29378" actId="790"/>
          <ac:spMkLst>
            <pc:docMk/>
            <pc:sldMk cId="1597981390" sldId="379"/>
            <ac:spMk id="2" creationId="{7CEDFC35-E19B-58E1-716C-BC78C4C18B25}"/>
          </ac:spMkLst>
        </pc:spChg>
        <pc:spChg chg="add mod ord">
          <ac:chgData name="elvio rodriguez" userId="1c1449da70e07349" providerId="LiveId" clId="{B6FBDA6B-F2A7-4BBE-A2C3-07D2143358BF}" dt="2026-10-12T14:47:08.553" v="29378" actId="790"/>
          <ac:spMkLst>
            <pc:docMk/>
            <pc:sldMk cId="1597981390" sldId="379"/>
            <ac:spMk id="5" creationId="{418EDF1A-A27A-CF12-6C27-FD3F86197E68}"/>
          </ac:spMkLst>
        </pc:spChg>
        <pc:spChg chg="add mod ord">
          <ac:chgData name="elvio rodriguez" userId="1c1449da70e07349" providerId="LiveId" clId="{B6FBDA6B-F2A7-4BBE-A2C3-07D2143358BF}" dt="2026-10-12T14:47:08.553" v="29378" actId="790"/>
          <ac:spMkLst>
            <pc:docMk/>
            <pc:sldMk cId="1597981390" sldId="379"/>
            <ac:spMk id="6" creationId="{094B2163-D64F-54AD-FC49-5377D396A921}"/>
          </ac:spMkLst>
        </pc:spChg>
        <pc:spChg chg="add mod ord">
          <ac:chgData name="elvio rodriguez" userId="1c1449da70e07349" providerId="LiveId" clId="{B6FBDA6B-F2A7-4BBE-A2C3-07D2143358BF}" dt="2026-10-12T14:47:08.553" v="29378" actId="790"/>
          <ac:spMkLst>
            <pc:docMk/>
            <pc:sldMk cId="1597981390" sldId="379"/>
            <ac:spMk id="7" creationId="{DC45430D-709B-C764-3DAD-6BA288B8E5E2}"/>
          </ac:spMkLst>
        </pc:spChg>
        <pc:spChg chg="add mod ord">
          <ac:chgData name="elvio rodriguez" userId="1c1449da70e07349" providerId="LiveId" clId="{B6FBDA6B-F2A7-4BBE-A2C3-07D2143358BF}" dt="2026-10-12T14:47:08.553" v="29378" actId="790"/>
          <ac:spMkLst>
            <pc:docMk/>
            <pc:sldMk cId="1597981390" sldId="379"/>
            <ac:spMk id="8" creationId="{849AE579-ADA3-A455-63D6-032674377ADE}"/>
          </ac:spMkLst>
        </pc:spChg>
      </pc:sldChg>
      <pc:sldChg chg="addSp delSp modSp add mod modTransition addAnim delAnim modAnim">
        <pc:chgData name="elvio rodriguez" userId="1c1449da70e07349" providerId="LiveId" clId="{B6FBDA6B-F2A7-4BBE-A2C3-07D2143358BF}" dt="2026-10-25T12:53:33.312" v="35736" actId="12"/>
        <pc:sldMkLst>
          <pc:docMk/>
          <pc:sldMk cId="1049834868" sldId="381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049834868" sldId="381"/>
            <ac:spMk id="2" creationId="{2CA62B8F-D3A9-CAFC-01B1-218B9AA82776}"/>
          </ac:spMkLst>
        </pc:spChg>
        <pc:spChg chg="mod">
          <ac:chgData name="elvio rodriguez" userId="1c1449da70e07349" providerId="LiveId" clId="{B6FBDA6B-F2A7-4BBE-A2C3-07D2143358BF}" dt="2026-10-25T12:53:33.312" v="35736" actId="12"/>
          <ac:spMkLst>
            <pc:docMk/>
            <pc:sldMk cId="1049834868" sldId="381"/>
            <ac:spMk id="3" creationId="{957F177E-67D2-C110-0A5E-229AB6B5E672}"/>
          </ac:spMkLst>
        </pc:spChg>
        <pc:spChg chg="add mod">
          <ac:chgData name="elvio rodriguez" userId="1c1449da70e07349" providerId="LiveId" clId="{B6FBDA6B-F2A7-4BBE-A2C3-07D2143358BF}" dt="2026-10-25T12:52:48.394" v="35663" actId="1035"/>
          <ac:spMkLst>
            <pc:docMk/>
            <pc:sldMk cId="1049834868" sldId="381"/>
            <ac:spMk id="4" creationId="{7711647D-284F-851E-6F28-7EF20266E1E5}"/>
          </ac:spMkLst>
        </pc:spChg>
        <pc:spChg chg="add mod">
          <ac:chgData name="elvio rodriguez" userId="1c1449da70e07349" providerId="LiveId" clId="{B6FBDA6B-F2A7-4BBE-A2C3-07D2143358BF}" dt="2026-10-25T12:52:48.394" v="35663" actId="1035"/>
          <ac:spMkLst>
            <pc:docMk/>
            <pc:sldMk cId="1049834868" sldId="381"/>
            <ac:spMk id="5" creationId="{E005AE22-4FF1-CAF3-59E6-9E786D353702}"/>
          </ac:spMkLst>
        </pc:spChg>
        <pc:spChg chg="add del mod">
          <ac:chgData name="elvio rodriguez" userId="1c1449da70e07349" providerId="LiveId" clId="{B6FBDA6B-F2A7-4BBE-A2C3-07D2143358BF}" dt="2026-10-24T15:00:59.940" v="34904"/>
          <ac:spMkLst>
            <pc:docMk/>
            <pc:sldMk cId="1049834868" sldId="381"/>
            <ac:spMk id="6" creationId="{F9DBA5B6-372C-C642-29C6-553625463AED}"/>
          </ac:spMkLst>
        </pc:spChg>
      </pc:sldChg>
      <pc:sldChg chg="addSp delSp modSp add mod ord modTransition delAnim modAnim">
        <pc:chgData name="elvio rodriguez" userId="1c1449da70e07349" providerId="LiveId" clId="{B6FBDA6B-F2A7-4BBE-A2C3-07D2143358BF}" dt="2026-10-25T12:58:19.402" v="35795"/>
        <pc:sldMkLst>
          <pc:docMk/>
          <pc:sldMk cId="3500836723" sldId="382"/>
        </pc:sldMkLst>
        <pc:spChg chg="mod">
          <ac:chgData name="elvio rodriguez" userId="1c1449da70e07349" providerId="LiveId" clId="{B6FBDA6B-F2A7-4BBE-A2C3-07D2143358BF}" dt="2026-10-20T20:10:24.067" v="34734" actId="113"/>
          <ac:spMkLst>
            <pc:docMk/>
            <pc:sldMk cId="3500836723" sldId="382"/>
            <ac:spMk id="2" creationId="{8B873043-0D90-B090-0FA4-3F5297086C2A}"/>
          </ac:spMkLst>
        </pc:spChg>
        <pc:spChg chg="add mod">
          <ac:chgData name="elvio rodriguez" userId="1c1449da70e07349" providerId="LiveId" clId="{B6FBDA6B-F2A7-4BBE-A2C3-07D2143358BF}" dt="2026-10-25T12:58:13.151" v="35793" actId="1076"/>
          <ac:spMkLst>
            <pc:docMk/>
            <pc:sldMk cId="3500836723" sldId="382"/>
            <ac:spMk id="4" creationId="{B7BC42A9-23E6-2607-C8CA-C5D0D69CD27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00836723" sldId="382"/>
            <ac:spMk id="5" creationId="{8A38818B-8811-16EF-6C08-6D26BBC15121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00836723" sldId="382"/>
            <ac:spMk id="10" creationId="{8E6A7D30-7CC0-205F-DE30-D908C6FEA673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00836723" sldId="382"/>
            <ac:spMk id="11" creationId="{535E3307-E3B3-AB81-11D8-F5BE883BF83B}"/>
          </ac:spMkLst>
        </pc:spChg>
        <pc:picChg chg="add mod">
          <ac:chgData name="elvio rodriguez" userId="1c1449da70e07349" providerId="LiveId" clId="{B6FBDA6B-F2A7-4BBE-A2C3-07D2143358BF}" dt="2026-10-07T17:10:08.321" v="7983" actId="1076"/>
          <ac:picMkLst>
            <pc:docMk/>
            <pc:sldMk cId="3500836723" sldId="382"/>
            <ac:picMk id="15" creationId="{D54B0ED8-3649-7DAE-ABEE-D03A94B8B2AF}"/>
          </ac:picMkLst>
        </pc:picChg>
      </pc:sldChg>
      <pc:sldChg chg="addSp delSp modSp add mod ord addAnim delAnim modAnim">
        <pc:chgData name="elvio rodriguez" userId="1c1449da70e07349" providerId="LiveId" clId="{B6FBDA6B-F2A7-4BBE-A2C3-07D2143358BF}" dt="2026-10-24T15:04:23.381" v="35005" actId="20577"/>
        <pc:sldMkLst>
          <pc:docMk/>
          <pc:sldMk cId="1434344830" sldId="383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434344830" sldId="383"/>
            <ac:spMk id="2" creationId="{68F3CCD8-1D6A-9AD7-F1A4-43E3A0AC331D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434344830" sldId="383"/>
            <ac:spMk id="4" creationId="{62D4CB26-922E-3E9D-8D0F-35655CA261F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434344830" sldId="383"/>
            <ac:spMk id="5" creationId="{BBFC4D8E-89B3-5B2E-2C73-4F918CAD37F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434344830" sldId="383"/>
            <ac:spMk id="8" creationId="{2DD9A18E-4465-0B09-24AE-CF1F492FEFE8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434344830" sldId="383"/>
            <ac:spMk id="9" creationId="{81AFAFA0-2C81-3562-EFBA-9F7058C2C37B}"/>
          </ac:spMkLst>
        </pc:spChg>
        <pc:spChg chg="add mod">
          <ac:chgData name="elvio rodriguez" userId="1c1449da70e07349" providerId="LiveId" clId="{B6FBDA6B-F2A7-4BBE-A2C3-07D2143358BF}" dt="2026-10-24T15:04:23.381" v="35005" actId="20577"/>
          <ac:spMkLst>
            <pc:docMk/>
            <pc:sldMk cId="1434344830" sldId="383"/>
            <ac:spMk id="14" creationId="{551B669E-6402-0796-8313-EBFB9F1D5BA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434344830" sldId="383"/>
            <ac:spMk id="22" creationId="{37C6B4C7-F171-C5FC-740F-C9B9CEB354B2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434344830" sldId="383"/>
            <ac:spMk id="26" creationId="{7C410E5F-9AB5-A489-48B2-DD21BEBBD360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1434344830" sldId="383"/>
            <ac:spMk id="27" creationId="{31C88F33-320D-E2C4-9519-9046CC2EB195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434344830" sldId="383"/>
            <ac:spMk id="35" creationId="{DC6B67A0-067D-96E5-20E7-F99F38172B7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434344830" sldId="383"/>
            <ac:spMk id="37" creationId="{1E98B8AE-1FB7-082C-DA56-EFD5BA479883}"/>
          </ac:spMkLst>
        </pc:spChg>
        <pc:cxnChg chg="add mod">
          <ac:chgData name="elvio rodriguez" userId="1c1449da70e07349" providerId="LiveId" clId="{B6FBDA6B-F2A7-4BBE-A2C3-07D2143358BF}" dt="2026-10-08T00:21:15.317" v="8653" actId="1076"/>
          <ac:cxnSpMkLst>
            <pc:docMk/>
            <pc:sldMk cId="1434344830" sldId="383"/>
            <ac:cxnSpMk id="7" creationId="{BC5423D0-32BE-D70C-6D13-840945E662C5}"/>
          </ac:cxnSpMkLst>
        </pc:cxnChg>
        <pc:cxnChg chg="add mod">
          <ac:chgData name="elvio rodriguez" userId="1c1449da70e07349" providerId="LiveId" clId="{B6FBDA6B-F2A7-4BBE-A2C3-07D2143358BF}" dt="2026-10-08T00:21:15.317" v="8653" actId="1076"/>
          <ac:cxnSpMkLst>
            <pc:docMk/>
            <pc:sldMk cId="1434344830" sldId="383"/>
            <ac:cxnSpMk id="21" creationId="{27A506AD-DC16-AC29-4E77-EBA36DEA9865}"/>
          </ac:cxnSpMkLst>
        </pc:cxnChg>
        <pc:cxnChg chg="add mod">
          <ac:chgData name="elvio rodriguez" userId="1c1449da70e07349" providerId="LiveId" clId="{B6FBDA6B-F2A7-4BBE-A2C3-07D2143358BF}" dt="2026-10-08T00:19:42.915" v="8588" actId="208"/>
          <ac:cxnSpMkLst>
            <pc:docMk/>
            <pc:sldMk cId="1434344830" sldId="383"/>
            <ac:cxnSpMk id="23" creationId="{A7338908-8DF3-69DB-147C-C14865771493}"/>
          </ac:cxnSpMkLst>
        </pc:cxnChg>
        <pc:cxnChg chg="add mod">
          <ac:chgData name="elvio rodriguez" userId="1c1449da70e07349" providerId="LiveId" clId="{B6FBDA6B-F2A7-4BBE-A2C3-07D2143358BF}" dt="2026-10-08T00:27:13.895" v="8902" actId="14100"/>
          <ac:cxnSpMkLst>
            <pc:docMk/>
            <pc:sldMk cId="1434344830" sldId="383"/>
            <ac:cxnSpMk id="30" creationId="{42827124-4A37-9338-71E9-CEA7A51217C2}"/>
          </ac:cxnSpMkLst>
        </pc:cxnChg>
        <pc:cxnChg chg="add mod">
          <ac:chgData name="elvio rodriguez" userId="1c1449da70e07349" providerId="LiveId" clId="{B6FBDA6B-F2A7-4BBE-A2C3-07D2143358BF}" dt="2026-10-08T00:34:12.668" v="9044"/>
          <ac:cxnSpMkLst>
            <pc:docMk/>
            <pc:sldMk cId="1434344830" sldId="383"/>
            <ac:cxnSpMk id="44" creationId="{E1FE9E5B-47E4-FAD1-0152-1B1A9693F362}"/>
          </ac:cxnSpMkLst>
        </pc:cxnChg>
      </pc:sldChg>
      <pc:sldChg chg="addSp delSp modSp add mod ord modAnim">
        <pc:chgData name="elvio rodriguez" userId="1c1449da70e07349" providerId="LiveId" clId="{B6FBDA6B-F2A7-4BBE-A2C3-07D2143358BF}" dt="2026-10-25T12:54:26.022" v="35763" actId="14100"/>
        <pc:sldMkLst>
          <pc:docMk/>
          <pc:sldMk cId="1737950358" sldId="384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737950358" sldId="384"/>
            <ac:spMk id="2" creationId="{ABB7A639-063F-AB80-A0D0-9C4F6740BA93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737950358" sldId="384"/>
            <ac:spMk id="7" creationId="{CD240A25-84EF-6370-AD83-113B163479EE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737950358" sldId="384"/>
            <ac:spMk id="8" creationId="{F517DA56-7BFB-7702-7B7E-D1FD82896081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737950358" sldId="384"/>
            <ac:spMk id="9" creationId="{C1C75934-3B43-0216-8B96-AE9880F093E6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737950358" sldId="384"/>
            <ac:spMk id="10" creationId="{4B53C1EA-AE6F-1D97-6E05-B30B15D11C09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737950358" sldId="384"/>
            <ac:spMk id="13" creationId="{DFEC06BC-0E49-48C1-B2CE-64F7C50DEE21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1737950358" sldId="384"/>
            <ac:spMk id="14" creationId="{4F48854B-5577-7287-4C0F-913F320A6BFA}"/>
          </ac:spMkLst>
        </pc:spChg>
        <pc:spChg chg="add mod">
          <ac:chgData name="elvio rodriguez" userId="1c1449da70e07349" providerId="LiveId" clId="{B6FBDA6B-F2A7-4BBE-A2C3-07D2143358BF}" dt="2026-10-25T12:54:08.131" v="35762" actId="20577"/>
          <ac:spMkLst>
            <pc:docMk/>
            <pc:sldMk cId="1737950358" sldId="384"/>
            <ac:spMk id="16" creationId="{8CE0AEF6-D004-7EF1-A5DA-5F54CF31C108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737950358" sldId="384"/>
            <ac:spMk id="18" creationId="{78BB1B8F-E8E8-BB82-8DCB-637EC16FE8CD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737950358" sldId="384"/>
            <ac:spMk id="28" creationId="{E4AFB95C-2F82-9436-D8C4-EB5A0CF93D30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1737950358" sldId="384"/>
            <ac:spMk id="31" creationId="{4D5A3107-836C-184F-1E69-50EA3FE25C7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737950358" sldId="384"/>
            <ac:spMk id="32" creationId="{B342EA35-01CC-D401-8992-9A145F218521}"/>
          </ac:spMkLst>
        </pc:spChg>
        <pc:grpChg chg="add mod">
          <ac:chgData name="elvio rodriguez" userId="1c1449da70e07349" providerId="LiveId" clId="{B6FBDA6B-F2A7-4BBE-A2C3-07D2143358BF}" dt="2026-10-07T17:07:22.108" v="7880" actId="20577"/>
          <ac:grpSpMkLst>
            <pc:docMk/>
            <pc:sldMk cId="1737950358" sldId="384"/>
            <ac:grpSpMk id="15" creationId="{166D4179-4A94-F002-8753-1636742B63A7}"/>
          </ac:grpSpMkLst>
        </pc:grpChg>
        <pc:cxnChg chg="add mod">
          <ac:chgData name="elvio rodriguez" userId="1c1449da70e07349" providerId="LiveId" clId="{B6FBDA6B-F2A7-4BBE-A2C3-07D2143358BF}" dt="2026-10-25T12:54:08.131" v="35762" actId="20577"/>
          <ac:cxnSpMkLst>
            <pc:docMk/>
            <pc:sldMk cId="1737950358" sldId="384"/>
            <ac:cxnSpMk id="20" creationId="{12582219-062B-FF01-A9C0-DA92AAE84072}"/>
          </ac:cxnSpMkLst>
        </pc:cxnChg>
        <pc:cxnChg chg="add mod">
          <ac:chgData name="elvio rodriguez" userId="1c1449da70e07349" providerId="LiveId" clId="{B6FBDA6B-F2A7-4BBE-A2C3-07D2143358BF}" dt="2026-10-07T16:15:48.725" v="7216" actId="1035"/>
          <ac:cxnSpMkLst>
            <pc:docMk/>
            <pc:sldMk cId="1737950358" sldId="384"/>
            <ac:cxnSpMk id="22" creationId="{B378CA27-B9FA-C90F-CA43-22758AA46F66}"/>
          </ac:cxnSpMkLst>
        </pc:cxnChg>
        <pc:cxnChg chg="add mod">
          <ac:chgData name="elvio rodriguez" userId="1c1449da70e07349" providerId="LiveId" clId="{B6FBDA6B-F2A7-4BBE-A2C3-07D2143358BF}" dt="2026-10-07T16:12:04.969" v="7093" actId="1036"/>
          <ac:cxnSpMkLst>
            <pc:docMk/>
            <pc:sldMk cId="1737950358" sldId="384"/>
            <ac:cxnSpMk id="34" creationId="{31B05E52-CFE7-5E9F-2D93-CFC43157400D}"/>
          </ac:cxnSpMkLst>
        </pc:cxnChg>
        <pc:cxnChg chg="add mod">
          <ac:chgData name="elvio rodriguez" userId="1c1449da70e07349" providerId="LiveId" clId="{B6FBDA6B-F2A7-4BBE-A2C3-07D2143358BF}" dt="2026-10-07T16:15:48.725" v="7216" actId="1035"/>
          <ac:cxnSpMkLst>
            <pc:docMk/>
            <pc:sldMk cId="1737950358" sldId="384"/>
            <ac:cxnSpMk id="39" creationId="{27FB3D11-44F1-8E88-7F83-C6798097A858}"/>
          </ac:cxnSpMkLst>
        </pc:cxnChg>
        <pc:cxnChg chg="add mod">
          <ac:chgData name="elvio rodriguez" userId="1c1449da70e07349" providerId="LiveId" clId="{B6FBDA6B-F2A7-4BBE-A2C3-07D2143358BF}" dt="2026-10-25T12:54:26.022" v="35763" actId="14100"/>
          <ac:cxnSpMkLst>
            <pc:docMk/>
            <pc:sldMk cId="1737950358" sldId="384"/>
            <ac:cxnSpMk id="43" creationId="{32F06202-90D4-B8F7-FDD9-3DE20A15105B}"/>
          </ac:cxnSpMkLst>
        </pc:cxnChg>
      </pc:sldChg>
      <pc:sldChg chg="addSp delSp modSp add mod">
        <pc:chgData name="elvio rodriguez" userId="1c1449da70e07349" providerId="LiveId" clId="{B6FBDA6B-F2A7-4BBE-A2C3-07D2143358BF}" dt="2026-10-20T20:11:36.417" v="34748" actId="20577"/>
        <pc:sldMkLst>
          <pc:docMk/>
          <pc:sldMk cId="1110594589" sldId="385"/>
        </pc:sldMkLst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110594589" sldId="385"/>
            <ac:spMk id="3" creationId="{F7BC4959-0851-0B30-D812-B4F1D6863620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110594589" sldId="385"/>
            <ac:spMk id="4" creationId="{B6B0CA90-9A1C-4D99-E494-1FD9194D85DD}"/>
          </ac:spMkLst>
        </pc:spChg>
        <pc:spChg chg="mod">
          <ac:chgData name="elvio rodriguez" userId="1c1449da70e07349" providerId="LiveId" clId="{B6FBDA6B-F2A7-4BBE-A2C3-07D2143358BF}" dt="2026-10-20T20:09:48.859" v="34731" actId="20577"/>
          <ac:spMkLst>
            <pc:docMk/>
            <pc:sldMk cId="1110594589" sldId="385"/>
            <ac:spMk id="6" creationId="{A0091F9D-99C9-14F6-4F2B-B2F9927FB6A1}"/>
          </ac:spMkLst>
        </pc:spChg>
        <pc:spChg chg="mod">
          <ac:chgData name="elvio rodriguez" userId="1c1449da70e07349" providerId="LiveId" clId="{B6FBDA6B-F2A7-4BBE-A2C3-07D2143358BF}" dt="2026-10-20T20:11:36.417" v="34748" actId="20577"/>
          <ac:spMkLst>
            <pc:docMk/>
            <pc:sldMk cId="1110594589" sldId="385"/>
            <ac:spMk id="10" creationId="{F78F83C0-AB8E-D597-14BA-E712C7E2DD6B}"/>
          </ac:spMkLst>
        </pc:spChg>
      </pc:sldChg>
      <pc:sldChg chg="addSp delSp modSp add mod addAnim delAnim modAnim modNotesTx">
        <pc:chgData name="elvio rodriguez" userId="1c1449da70e07349" providerId="LiveId" clId="{B6FBDA6B-F2A7-4BBE-A2C3-07D2143358BF}" dt="2026-10-25T12:58:31.419" v="35798"/>
        <pc:sldMkLst>
          <pc:docMk/>
          <pc:sldMk cId="2148337662" sldId="386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148337662" sldId="386"/>
            <ac:spMk id="2" creationId="{B8B26764-A7CD-BA8B-1C35-C00772912286}"/>
          </ac:spMkLst>
        </pc:spChg>
        <pc:spChg chg="add mod">
          <ac:chgData name="elvio rodriguez" userId="1c1449da70e07349" providerId="LiveId" clId="{B6FBDA6B-F2A7-4BBE-A2C3-07D2143358BF}" dt="2026-10-25T12:58:30.238" v="35797" actId="1076"/>
          <ac:spMkLst>
            <pc:docMk/>
            <pc:sldMk cId="2148337662" sldId="386"/>
            <ac:spMk id="3" creationId="{89774F07-B960-A860-F82D-CC2ED90E3D28}"/>
          </ac:spMkLst>
        </pc:spChg>
        <pc:picChg chg="add mod">
          <ac:chgData name="elvio rodriguez" userId="1c1449da70e07349" providerId="LiveId" clId="{B6FBDA6B-F2A7-4BBE-A2C3-07D2143358BF}" dt="2026-10-07T17:10:20.091" v="7987" actId="14100"/>
          <ac:picMkLst>
            <pc:docMk/>
            <pc:sldMk cId="2148337662" sldId="386"/>
            <ac:picMk id="4" creationId="{A06EC727-7AB7-6787-4DF7-43FE5C63A84A}"/>
          </ac:picMkLst>
        </pc:picChg>
      </pc:sldChg>
      <pc:sldChg chg="addSp delSp modSp add mod">
        <pc:chgData name="elvio rodriguez" userId="1c1449da70e07349" providerId="LiveId" clId="{B6FBDA6B-F2A7-4BBE-A2C3-07D2143358BF}" dt="2026-10-20T20:15:16.387" v="34766" actId="20577"/>
        <pc:sldMkLst>
          <pc:docMk/>
          <pc:sldMk cId="876657575" sldId="387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876657575" sldId="387"/>
            <ac:spMk id="4" creationId="{B9436AAC-3C7E-F2FE-CA7D-B2C2EAEB764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76657575" sldId="387"/>
            <ac:spMk id="5" creationId="{29E33C20-CF27-D687-81F7-53C5B2011187}"/>
          </ac:spMkLst>
        </pc:spChg>
        <pc:spChg chg="mod">
          <ac:chgData name="elvio rodriguez" userId="1c1449da70e07349" providerId="LiveId" clId="{B6FBDA6B-F2A7-4BBE-A2C3-07D2143358BF}" dt="2026-10-20T20:15:09.635" v="34759"/>
          <ac:spMkLst>
            <pc:docMk/>
            <pc:sldMk cId="876657575" sldId="387"/>
            <ac:spMk id="6" creationId="{D1C39490-3CAA-BC19-BEC7-BE1C687BB7CF}"/>
          </ac:spMkLst>
        </pc:spChg>
        <pc:spChg chg="mod">
          <ac:chgData name="elvio rodriguez" userId="1c1449da70e07349" providerId="LiveId" clId="{B6FBDA6B-F2A7-4BBE-A2C3-07D2143358BF}" dt="2026-10-20T20:15:16.387" v="34766" actId="20577"/>
          <ac:spMkLst>
            <pc:docMk/>
            <pc:sldMk cId="876657575" sldId="387"/>
            <ac:spMk id="10" creationId="{3340044D-35E9-BA80-370A-73E450D47D0B}"/>
          </ac:spMkLst>
        </pc:spChg>
      </pc:sldChg>
      <pc:sldChg chg="addSp delSp modSp add mod delAnim modAnim">
        <pc:chgData name="elvio rodriguez" userId="1c1449da70e07349" providerId="LiveId" clId="{B6FBDA6B-F2A7-4BBE-A2C3-07D2143358BF}" dt="2026-10-12T14:47:08.553" v="29378" actId="790"/>
        <pc:sldMkLst>
          <pc:docMk/>
          <pc:sldMk cId="2550465163" sldId="388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50465163" sldId="388"/>
            <ac:spMk id="2" creationId="{56FE3791-FD7A-C369-6DF7-D3965460D4C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50465163" sldId="388"/>
            <ac:spMk id="5" creationId="{CB3E076A-3ECF-63EF-9DF3-F7E8DFA979C1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550465163" sldId="388"/>
            <ac:spMk id="11" creationId="{F577C293-BFEF-9A7D-873E-0E63F92B5C8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50465163" sldId="388"/>
            <ac:spMk id="27" creationId="{86D16DF5-3F6B-E21E-14A5-F7A177D09B5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50465163" sldId="388"/>
            <ac:spMk id="35" creationId="{D3E9D556-8431-D5C4-DC91-AD79D1F8EC83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50465163" sldId="388"/>
            <ac:spMk id="37" creationId="{5CD4976F-0080-EA93-0792-C0163E8F243A}"/>
          </ac:spMkLst>
        </pc:spChg>
        <pc:cxnChg chg="add mod">
          <ac:chgData name="elvio rodriguez" userId="1c1449da70e07349" providerId="LiveId" clId="{B6FBDA6B-F2A7-4BBE-A2C3-07D2143358BF}" dt="2026-10-08T00:33:16.621" v="9032" actId="14100"/>
          <ac:cxnSpMkLst>
            <pc:docMk/>
            <pc:sldMk cId="2550465163" sldId="388"/>
            <ac:cxnSpMk id="10" creationId="{1C5E95E7-9FCE-30D7-263F-5E559B8F024D}"/>
          </ac:cxnSpMkLst>
        </pc:cxnChg>
        <pc:cxnChg chg="add mod">
          <ac:chgData name="elvio rodriguez" userId="1c1449da70e07349" providerId="LiveId" clId="{B6FBDA6B-F2A7-4BBE-A2C3-07D2143358BF}" dt="2026-10-08T00:34:09.155" v="9042"/>
          <ac:cxnSpMkLst>
            <pc:docMk/>
            <pc:sldMk cId="2550465163" sldId="388"/>
            <ac:cxnSpMk id="18" creationId="{9C6F7D83-40D4-21F2-25CD-F20BD9B12F08}"/>
          </ac:cxnSpMkLst>
        </pc:cxnChg>
      </pc:sldChg>
      <pc:sldChg chg="addSp delSp modSp add mod delAnim modAnim">
        <pc:chgData name="elvio rodriguez" userId="1c1449da70e07349" providerId="LiveId" clId="{B6FBDA6B-F2A7-4BBE-A2C3-07D2143358BF}" dt="2026-10-25T13:02:10.481" v="35834" actId="17032"/>
        <pc:sldMkLst>
          <pc:docMk/>
          <pc:sldMk cId="1688338599" sldId="389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688338599" sldId="389"/>
            <ac:spMk id="2" creationId="{C7D87270-B007-B4D1-D2EE-7B8F5777BEB1}"/>
          </ac:spMkLst>
        </pc:spChg>
        <pc:spChg chg="add mod">
          <ac:chgData name="elvio rodriguez" userId="1c1449da70e07349" providerId="LiveId" clId="{B6FBDA6B-F2A7-4BBE-A2C3-07D2143358BF}" dt="2026-10-25T13:02:10.481" v="35834" actId="17032"/>
          <ac:spMkLst>
            <pc:docMk/>
            <pc:sldMk cId="1688338599" sldId="389"/>
            <ac:spMk id="3" creationId="{3D1498EA-1811-EF2C-6CCB-99FABB8625B5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688338599" sldId="389"/>
            <ac:spMk id="12" creationId="{0A69AE9E-15DC-5BB9-146D-0FAAFCC1CAE5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688338599" sldId="389"/>
            <ac:spMk id="13" creationId="{D2C5FE8D-74A9-F7C4-7085-BE5582385CA2}"/>
          </ac:spMkLst>
        </pc:spChg>
        <pc:spChg chg="add mod">
          <ac:chgData name="elvio rodriguez" userId="1c1449da70e07349" providerId="LiveId" clId="{B6FBDA6B-F2A7-4BBE-A2C3-07D2143358BF}" dt="2026-10-25T13:01:14.828" v="35829" actId="1076"/>
          <ac:spMkLst>
            <pc:docMk/>
            <pc:sldMk cId="1688338599" sldId="389"/>
            <ac:spMk id="15" creationId="{788D4866-5994-299C-9ED5-1EC50C8F8C02}"/>
          </ac:spMkLst>
        </pc:spChg>
        <pc:spChg chg="add mod">
          <ac:chgData name="elvio rodriguez" userId="1c1449da70e07349" providerId="LiveId" clId="{B6FBDA6B-F2A7-4BBE-A2C3-07D2143358BF}" dt="2026-10-25T13:00:39.907" v="35818" actId="115"/>
          <ac:spMkLst>
            <pc:docMk/>
            <pc:sldMk cId="1688338599" sldId="389"/>
            <ac:spMk id="16" creationId="{C37C1622-F109-877A-01BD-47A4164CF0DD}"/>
          </ac:spMkLst>
        </pc:spChg>
        <pc:spChg chg="add mod">
          <ac:chgData name="elvio rodriguez" userId="1c1449da70e07349" providerId="LiveId" clId="{B6FBDA6B-F2A7-4BBE-A2C3-07D2143358BF}" dt="2026-10-25T13:00:34.748" v="35817" actId="115"/>
          <ac:spMkLst>
            <pc:docMk/>
            <pc:sldMk cId="1688338599" sldId="389"/>
            <ac:spMk id="19" creationId="{8A1005A9-4A20-4370-95E8-BF00B224A88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688338599" sldId="389"/>
            <ac:spMk id="21" creationId="{0B830F59-4FAF-88CE-67A9-0E92FEB3417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688338599" sldId="389"/>
            <ac:spMk id="22" creationId="{0AC13FA6-3DF5-5545-13CE-494A351D3738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688338599" sldId="389"/>
            <ac:spMk id="23" creationId="{3C22D674-F008-9412-4726-CC5ECF51EA53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688338599" sldId="389"/>
            <ac:spMk id="24" creationId="{E7D16D5E-A7AC-CE50-093C-BAC8CE777A5D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688338599" sldId="389"/>
            <ac:spMk id="25" creationId="{D7AE0F56-F938-E2EB-A3C1-8E189EFE3D9D}"/>
          </ac:spMkLst>
        </pc:spChg>
        <pc:spChg chg="add mod">
          <ac:chgData name="elvio rodriguez" userId="1c1449da70e07349" providerId="LiveId" clId="{B6FBDA6B-F2A7-4BBE-A2C3-07D2143358BF}" dt="2026-10-08T02:04:20.321" v="9673" actId="20577"/>
          <ac:spMkLst>
            <pc:docMk/>
            <pc:sldMk cId="1688338599" sldId="389"/>
            <ac:spMk id="26" creationId="{F8D444CC-A6E3-2DA2-C191-BD9FB94520D6}"/>
          </ac:spMkLst>
        </pc:spChg>
        <pc:spChg chg="add mod">
          <ac:chgData name="elvio rodriguez" userId="1c1449da70e07349" providerId="LiveId" clId="{B6FBDA6B-F2A7-4BBE-A2C3-07D2143358BF}" dt="2026-10-11T01:45:22.335" v="17538" actId="790"/>
          <ac:spMkLst>
            <pc:docMk/>
            <pc:sldMk cId="1688338599" sldId="389"/>
            <ac:spMk id="30" creationId="{6BAF96A4-4F6B-6D88-FAB9-1105A847EC5B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1688338599" sldId="389"/>
            <ac:spMk id="38" creationId="{4F5C5CBE-5EA3-B651-8D1C-876999BFBBFA}"/>
          </ac:spMkLst>
        </pc:spChg>
        <pc:cxnChg chg="add mod">
          <ac:chgData name="elvio rodriguez" userId="1c1449da70e07349" providerId="LiveId" clId="{B6FBDA6B-F2A7-4BBE-A2C3-07D2143358BF}" dt="2026-10-08T02:01:59.388" v="9647" actId="17032"/>
          <ac:cxnSpMkLst>
            <pc:docMk/>
            <pc:sldMk cId="1688338599" sldId="389"/>
            <ac:cxnSpMk id="34" creationId="{06762A3F-7555-98C8-9B52-333C63F729E5}"/>
          </ac:cxnSpMkLst>
        </pc:cxnChg>
      </pc:sldChg>
      <pc:sldChg chg="addSp delSp modSp add mod delAnim modAnim">
        <pc:chgData name="elvio rodriguez" userId="1c1449da70e07349" providerId="LiveId" clId="{B6FBDA6B-F2A7-4BBE-A2C3-07D2143358BF}" dt="2026-10-24T15:05:45.557" v="35008" actId="20577"/>
        <pc:sldMkLst>
          <pc:docMk/>
          <pc:sldMk cId="784989166" sldId="390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784989166" sldId="390"/>
            <ac:spMk id="2" creationId="{D1CC7340-B363-01AF-9F9E-C70289020E68}"/>
          </ac:spMkLst>
        </pc:spChg>
        <pc:spChg chg="add mod">
          <ac:chgData name="elvio rodriguez" userId="1c1449da70e07349" providerId="LiveId" clId="{B6FBDA6B-F2A7-4BBE-A2C3-07D2143358BF}" dt="2026-10-20T20:13:51.068" v="34753" actId="20577"/>
          <ac:spMkLst>
            <pc:docMk/>
            <pc:sldMk cId="784989166" sldId="390"/>
            <ac:spMk id="5" creationId="{F7B99397-88AA-F93E-E993-5FA5760205C9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784989166" sldId="390"/>
            <ac:spMk id="6" creationId="{ACEF3A33-122C-E502-A83F-4FB53E70662D}"/>
          </ac:spMkLst>
        </pc:spChg>
        <pc:spChg chg="add mod">
          <ac:chgData name="elvio rodriguez" userId="1c1449da70e07349" providerId="LiveId" clId="{B6FBDA6B-F2A7-4BBE-A2C3-07D2143358BF}" dt="2026-10-24T15:05:45.557" v="35008" actId="20577"/>
          <ac:spMkLst>
            <pc:docMk/>
            <pc:sldMk cId="784989166" sldId="390"/>
            <ac:spMk id="8" creationId="{363D83EC-45CE-48C7-E2B1-8AE35ABAC148}"/>
          </ac:spMkLst>
        </pc:spChg>
        <pc:picChg chg="add mod">
          <ac:chgData name="elvio rodriguez" userId="1c1449da70e07349" providerId="LiveId" clId="{B6FBDA6B-F2A7-4BBE-A2C3-07D2143358BF}" dt="2026-10-08T03:23:23.188" v="11182" actId="1036"/>
          <ac:picMkLst>
            <pc:docMk/>
            <pc:sldMk cId="784989166" sldId="390"/>
            <ac:picMk id="4" creationId="{5834D9E4-F82C-17EC-F707-60E59F1594B3}"/>
          </ac:picMkLst>
        </pc:picChg>
      </pc:sldChg>
      <pc:sldChg chg="addSp delSp modSp add mod delAnim modAnim chgLayout">
        <pc:chgData name="elvio rodriguez" userId="1c1449da70e07349" providerId="LiveId" clId="{B6FBDA6B-F2A7-4BBE-A2C3-07D2143358BF}" dt="2026-10-12T14:47:08.553" v="29378" actId="790"/>
        <pc:sldMkLst>
          <pc:docMk/>
          <pc:sldMk cId="3843621022" sldId="391"/>
        </pc:sldMkLst>
        <pc:spChg chg="mod ord">
          <ac:chgData name="elvio rodriguez" userId="1c1449da70e07349" providerId="LiveId" clId="{B6FBDA6B-F2A7-4BBE-A2C3-07D2143358BF}" dt="2026-10-12T14:47:08.553" v="29378" actId="790"/>
          <ac:spMkLst>
            <pc:docMk/>
            <pc:sldMk cId="3843621022" sldId="391"/>
            <ac:spMk id="2" creationId="{586D23E6-60FC-7504-E89E-F0C70C727F91}"/>
          </ac:spMkLst>
        </pc:spChg>
        <pc:spChg chg="add mod ord">
          <ac:chgData name="elvio rodriguez" userId="1c1449da70e07349" providerId="LiveId" clId="{B6FBDA6B-F2A7-4BBE-A2C3-07D2143358BF}" dt="2026-10-12T14:47:08.553" v="29378" actId="790"/>
          <ac:spMkLst>
            <pc:docMk/>
            <pc:sldMk cId="3843621022" sldId="391"/>
            <ac:spMk id="3" creationId="{F18BC0F6-FE88-334F-EB1C-87B37C1684BE}"/>
          </ac:spMkLst>
        </pc:spChg>
      </pc:sldChg>
      <pc:sldChg chg="addSp modSp add mod addAnim delAnim modAnim">
        <pc:chgData name="elvio rodriguez" userId="1c1449da70e07349" providerId="LiveId" clId="{B6FBDA6B-F2A7-4BBE-A2C3-07D2143358BF}" dt="2026-10-12T14:47:08.553" v="29378" actId="790"/>
        <pc:sldMkLst>
          <pc:docMk/>
          <pc:sldMk cId="3691091206" sldId="392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691091206" sldId="392"/>
            <ac:spMk id="2" creationId="{993A908D-D808-0C63-5585-F8C3762F7697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691091206" sldId="392"/>
            <ac:spMk id="3" creationId="{F7F8DDA3-2CDE-6A26-2ECF-E4030826727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691091206" sldId="392"/>
            <ac:spMk id="7" creationId="{37884EC8-AAA3-256C-0619-F78332033095}"/>
          </ac:spMkLst>
        </pc:spChg>
        <pc:cxnChg chg="add mod">
          <ac:chgData name="elvio rodriguez" userId="1c1449da70e07349" providerId="LiveId" clId="{B6FBDA6B-F2A7-4BBE-A2C3-07D2143358BF}" dt="2026-10-08T03:14:28.524" v="11097" actId="17032"/>
          <ac:cxnSpMkLst>
            <pc:docMk/>
            <pc:sldMk cId="3691091206" sldId="392"/>
            <ac:cxnSpMk id="5" creationId="{2924FEEE-DBEE-615D-B513-D0C8370C045F}"/>
          </ac:cxnSpMkLst>
        </pc:cxnChg>
      </pc:sldChg>
      <pc:sldChg chg="addSp delSp modSp add mod delAnim">
        <pc:chgData name="elvio rodriguez" userId="1c1449da70e07349" providerId="LiveId" clId="{B6FBDA6B-F2A7-4BBE-A2C3-07D2143358BF}" dt="2026-10-20T20:14:34.648" v="34757" actId="22"/>
        <pc:sldMkLst>
          <pc:docMk/>
          <pc:sldMk cId="2773004808" sldId="394"/>
        </pc:sldMkLst>
        <pc:spChg chg="add del mod">
          <ac:chgData name="elvio rodriguez" userId="1c1449da70e07349" providerId="LiveId" clId="{B6FBDA6B-F2A7-4BBE-A2C3-07D2143358BF}" dt="2026-10-12T14:47:08.553" v="29378" actId="790"/>
          <ac:spMkLst>
            <pc:docMk/>
            <pc:sldMk cId="2773004808" sldId="394"/>
            <ac:spMk id="2" creationId="{F7048FE5-E6A4-F71C-D20C-3B879097F0F5}"/>
          </ac:spMkLst>
        </pc:spChg>
        <pc:spChg chg="add">
          <ac:chgData name="elvio rodriguez" userId="1c1449da70e07349" providerId="LiveId" clId="{B6FBDA6B-F2A7-4BBE-A2C3-07D2143358BF}" dt="2026-10-20T20:14:34.648" v="34757" actId="22"/>
          <ac:spMkLst>
            <pc:docMk/>
            <pc:sldMk cId="2773004808" sldId="394"/>
            <ac:spMk id="6" creationId="{A610A814-6156-FE88-5B2E-1B23ABD2BA1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773004808" sldId="394"/>
            <ac:spMk id="16" creationId="{AA241E0F-FD66-0590-7F23-3A499134E0D3}"/>
          </ac:spMkLst>
        </pc:spChg>
        <pc:picChg chg="add mod">
          <ac:chgData name="elvio rodriguez" userId="1c1449da70e07349" providerId="LiveId" clId="{B6FBDA6B-F2A7-4BBE-A2C3-07D2143358BF}" dt="2026-10-08T03:22:55.157" v="11178" actId="1037"/>
          <ac:picMkLst>
            <pc:docMk/>
            <pc:sldMk cId="2773004808" sldId="394"/>
            <ac:picMk id="11" creationId="{CB7E4B7B-0202-1AF7-7C75-FD4AAE5C57A5}"/>
          </ac:picMkLst>
        </pc:picChg>
        <pc:picChg chg="add mod">
          <ac:chgData name="elvio rodriguez" userId="1c1449da70e07349" providerId="LiveId" clId="{B6FBDA6B-F2A7-4BBE-A2C3-07D2143358BF}" dt="2026-10-08T03:22:55.157" v="11178" actId="1037"/>
          <ac:picMkLst>
            <pc:docMk/>
            <pc:sldMk cId="2773004808" sldId="394"/>
            <ac:picMk id="13" creationId="{03F4D2F9-9CE0-2195-B57C-3685F044FBE2}"/>
          </ac:picMkLst>
        </pc:picChg>
        <pc:picChg chg="add mod">
          <ac:chgData name="elvio rodriguez" userId="1c1449da70e07349" providerId="LiveId" clId="{B6FBDA6B-F2A7-4BBE-A2C3-07D2143358BF}" dt="2026-10-08T03:22:55.157" v="11178" actId="1037"/>
          <ac:picMkLst>
            <pc:docMk/>
            <pc:sldMk cId="2773004808" sldId="394"/>
            <ac:picMk id="15" creationId="{2E7EC2CB-546B-8F99-FC52-360E8952D64D}"/>
          </ac:picMkLst>
        </pc:picChg>
      </pc:sldChg>
      <pc:sldChg chg="addSp delSp modSp add mod ord addAnim delAnim modAnim">
        <pc:chgData name="elvio rodriguez" userId="1c1449da70e07349" providerId="LiveId" clId="{B6FBDA6B-F2A7-4BBE-A2C3-07D2143358BF}" dt="2026-10-25T12:54:34.398" v="35766" actId="14100"/>
        <pc:sldMkLst>
          <pc:docMk/>
          <pc:sldMk cId="1794719550" sldId="395"/>
        </pc:sldMkLst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794719550" sldId="395"/>
            <ac:spMk id="2" creationId="{95362418-6868-61DB-96EB-7E2DDE209D22}"/>
          </ac:spMkLst>
        </pc:spChg>
        <pc:spChg chg="add mod">
          <ac:chgData name="elvio rodriguez" userId="1c1449da70e07349" providerId="LiveId" clId="{B6FBDA6B-F2A7-4BBE-A2C3-07D2143358BF}" dt="2026-10-11T01:45:22.335" v="17538" actId="790"/>
          <ac:spMkLst>
            <pc:docMk/>
            <pc:sldMk cId="1794719550" sldId="395"/>
            <ac:spMk id="4" creationId="{9B64C1D8-6B50-0D84-F139-2733812A196C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794719550" sldId="395"/>
            <ac:spMk id="5" creationId="{19B56636-D5EB-251E-A8FB-388EADAFEF0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794719550" sldId="395"/>
            <ac:spMk id="6" creationId="{91591053-238D-FEB6-E3E1-1D045050E1B5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794719550" sldId="395"/>
            <ac:spMk id="7" creationId="{8DB417BB-0BBB-7AE7-EDE4-F7720C49664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794719550" sldId="395"/>
            <ac:spMk id="8" creationId="{0538E600-BEC1-B36E-FF07-73B7B0876DB2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794719550" sldId="395"/>
            <ac:spMk id="9" creationId="{2168EC67-491D-8904-D542-1C3B14EC3681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794719550" sldId="395"/>
            <ac:spMk id="10" creationId="{10535B66-658C-55B3-DC50-0F9AE44834ED}"/>
          </ac:spMkLst>
        </pc:spChg>
        <pc:spChg chg="mod">
          <ac:chgData name="elvio rodriguez" userId="1c1449da70e07349" providerId="LiveId" clId="{B6FBDA6B-F2A7-4BBE-A2C3-07D2143358BF}" dt="2026-10-11T02:02:36.663" v="17851"/>
          <ac:spMkLst>
            <pc:docMk/>
            <pc:sldMk cId="1794719550" sldId="395"/>
            <ac:spMk id="11" creationId="{F4D3AE38-5E6F-1485-CEA2-F0CD17C9B669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1794719550" sldId="395"/>
            <ac:spMk id="12" creationId="{4912D6A5-F054-21D2-4512-F20AFFE27DC3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794719550" sldId="395"/>
            <ac:spMk id="13" creationId="{03898DC6-79CD-5816-61AC-7682A6085C33}"/>
          </ac:spMkLst>
        </pc:spChg>
        <pc:spChg chg="mod">
          <ac:chgData name="elvio rodriguez" userId="1c1449da70e07349" providerId="LiveId" clId="{B6FBDA6B-F2A7-4BBE-A2C3-07D2143358BF}" dt="2026-10-11T02:03:12.311" v="17859" actId="12788"/>
          <ac:spMkLst>
            <pc:docMk/>
            <pc:sldMk cId="1794719550" sldId="395"/>
            <ac:spMk id="14" creationId="{C87C0407-46DE-A86A-EB65-F0813EEE672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794719550" sldId="395"/>
            <ac:spMk id="16" creationId="{DD626F60-1F46-5A43-9A9B-03CF7DB574B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794719550" sldId="395"/>
            <ac:spMk id="18" creationId="{99A87271-2BAE-AF2E-49D2-AAA268625867}"/>
          </ac:spMkLst>
        </pc:spChg>
        <pc:spChg chg="mod">
          <ac:chgData name="elvio rodriguez" userId="1c1449da70e07349" providerId="LiveId" clId="{B6FBDA6B-F2A7-4BBE-A2C3-07D2143358BF}" dt="2026-10-11T02:02:36.663" v="17851"/>
          <ac:spMkLst>
            <pc:docMk/>
            <pc:sldMk cId="1794719550" sldId="395"/>
            <ac:spMk id="19" creationId="{A5B897D2-2300-A70A-FE8F-11B51452EE2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794719550" sldId="395"/>
            <ac:spMk id="20" creationId="{06A96CF2-6572-9630-C1A4-304EF2CF32B9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794719550" sldId="395"/>
            <ac:spMk id="21" creationId="{50314238-CDDE-FF7A-8367-E8ECAF528F01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794719550" sldId="395"/>
            <ac:spMk id="23" creationId="{AB991586-B8FB-518F-7C3A-A9B5A9D833E5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794719550" sldId="395"/>
            <ac:spMk id="24" creationId="{D97ED15E-BE50-6043-58C6-74529566788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794719550" sldId="395"/>
            <ac:spMk id="25" creationId="{C2E6A943-6840-BE38-0F15-E14F57E32086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794719550" sldId="395"/>
            <ac:spMk id="26" creationId="{3681C14F-1ADF-88B2-58DA-345C2B84AC3B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794719550" sldId="395"/>
            <ac:spMk id="28" creationId="{B568F7B4-11DC-C128-ECF3-A9568DA8EDBA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794719550" sldId="395"/>
            <ac:spMk id="29" creationId="{CA5F9CA4-395A-FB61-3A50-47392A79BE2C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794719550" sldId="395"/>
            <ac:spMk id="30" creationId="{37E50825-3E48-07FE-B2A8-7D6F0626C0DB}"/>
          </ac:spMkLst>
        </pc:spChg>
        <pc:spChg chg="mod">
          <ac:chgData name="elvio rodriguez" userId="1c1449da70e07349" providerId="LiveId" clId="{B6FBDA6B-F2A7-4BBE-A2C3-07D2143358BF}" dt="2026-10-11T02:02:36.663" v="17851"/>
          <ac:spMkLst>
            <pc:docMk/>
            <pc:sldMk cId="1794719550" sldId="395"/>
            <ac:spMk id="31" creationId="{DAE5CD44-04E9-2B3C-EB3C-7110453CA7B0}"/>
          </ac:spMkLst>
        </pc:spChg>
        <pc:grpChg chg="mod">
          <ac:chgData name="elvio rodriguez" userId="1c1449da70e07349" providerId="LiveId" clId="{B6FBDA6B-F2A7-4BBE-A2C3-07D2143358BF}" dt="2026-10-11T02:03:01.695" v="17857" actId="1076"/>
          <ac:grpSpMkLst>
            <pc:docMk/>
            <pc:sldMk cId="1794719550" sldId="395"/>
            <ac:grpSpMk id="3" creationId="{440C5569-C23F-A4CE-70F2-8DE2B381F00C}"/>
          </ac:grpSpMkLst>
        </pc:grpChg>
        <pc:grpChg chg="mod">
          <ac:chgData name="elvio rodriguez" userId="1c1449da70e07349" providerId="LiveId" clId="{B6FBDA6B-F2A7-4BBE-A2C3-07D2143358BF}" dt="2026-10-25T12:54:31.607" v="35765" actId="1076"/>
          <ac:grpSpMkLst>
            <pc:docMk/>
            <pc:sldMk cId="1794719550" sldId="395"/>
            <ac:grpSpMk id="15" creationId="{0E8901C5-FDD0-35F6-D8BE-0BD602F65BED}"/>
          </ac:grpSpMkLst>
        </pc:grpChg>
        <pc:grpChg chg="mod">
          <ac:chgData name="elvio rodriguez" userId="1c1449da70e07349" providerId="LiveId" clId="{B6FBDA6B-F2A7-4BBE-A2C3-07D2143358BF}" dt="2026-10-11T02:04:48.721" v="17871" actId="1035"/>
          <ac:grpSpMkLst>
            <pc:docMk/>
            <pc:sldMk cId="1794719550" sldId="395"/>
            <ac:grpSpMk id="17" creationId="{FF8119AC-E295-7304-2386-892CB9419DBD}"/>
          </ac:grpSpMkLst>
        </pc:grpChg>
        <pc:grpChg chg="mod">
          <ac:chgData name="elvio rodriguez" userId="1c1449da70e07349" providerId="LiveId" clId="{B6FBDA6B-F2A7-4BBE-A2C3-07D2143358BF}" dt="2026-10-11T02:04:40.724" v="17861" actId="1076"/>
          <ac:grpSpMkLst>
            <pc:docMk/>
            <pc:sldMk cId="1794719550" sldId="395"/>
            <ac:grpSpMk id="22" creationId="{5E588834-C0D2-5638-CB1F-8AD07BB3FAAE}"/>
          </ac:grpSpMkLst>
        </pc:grpChg>
        <pc:grpChg chg="mod">
          <ac:chgData name="elvio rodriguez" userId="1c1449da70e07349" providerId="LiveId" clId="{B6FBDA6B-F2A7-4BBE-A2C3-07D2143358BF}" dt="2026-10-11T02:03:01.695" v="17857" actId="1076"/>
          <ac:grpSpMkLst>
            <pc:docMk/>
            <pc:sldMk cId="1794719550" sldId="395"/>
            <ac:grpSpMk id="27" creationId="{64E94EA5-23B4-8CD9-ED66-7F83134F61D3}"/>
          </ac:grpSpMkLst>
        </pc:grpChg>
        <pc:cxnChg chg="add del mod">
          <ac:chgData name="elvio rodriguez" userId="1c1449da70e07349" providerId="LiveId" clId="{B6FBDA6B-F2A7-4BBE-A2C3-07D2143358BF}" dt="2026-10-25T12:54:34.398" v="35766" actId="14100"/>
          <ac:cxnSpMkLst>
            <pc:docMk/>
            <pc:sldMk cId="1794719550" sldId="395"/>
            <ac:cxnSpMk id="43" creationId="{37BA493E-07BF-76B0-78DA-DD35B839894F}"/>
          </ac:cxnSpMkLst>
        </pc:cxnChg>
      </pc:sldChg>
      <pc:sldChg chg="addSp delSp modSp add mod ord modAnim">
        <pc:chgData name="elvio rodriguez" userId="1c1449da70e07349" providerId="LiveId" clId="{B6FBDA6B-F2A7-4BBE-A2C3-07D2143358BF}" dt="2026-10-25T13:06:12.868" v="35843" actId="20577"/>
        <pc:sldMkLst>
          <pc:docMk/>
          <pc:sldMk cId="1840771209" sldId="396"/>
        </pc:sldMkLst>
        <pc:spChg chg="mod">
          <ac:chgData name="elvio rodriguez" userId="1c1449da70e07349" providerId="LiveId" clId="{B6FBDA6B-F2A7-4BBE-A2C3-07D2143358BF}" dt="2026-10-09T17:07:23.432" v="12937" actId="1036"/>
          <ac:spMkLst>
            <pc:docMk/>
            <pc:sldMk cId="1840771209" sldId="396"/>
            <ac:spMk id="4" creationId="{EB1178B8-327C-89BC-E359-DFA7199715F4}"/>
          </ac:spMkLst>
        </pc:spChg>
        <pc:spChg chg="mod">
          <ac:chgData name="elvio rodriguez" userId="1c1449da70e07349" providerId="LiveId" clId="{B6FBDA6B-F2A7-4BBE-A2C3-07D2143358BF}" dt="2026-10-09T14:21:46.332" v="12369" actId="790"/>
          <ac:spMkLst>
            <pc:docMk/>
            <pc:sldMk cId="1840771209" sldId="396"/>
            <ac:spMk id="6" creationId="{26B011B0-23B1-7189-F9FF-AC22492AECBC}"/>
          </ac:spMkLst>
        </pc:spChg>
        <pc:spChg chg="mod">
          <ac:chgData name="elvio rodriguez" userId="1c1449da70e07349" providerId="LiveId" clId="{B6FBDA6B-F2A7-4BBE-A2C3-07D2143358BF}" dt="2026-10-25T13:06:12.868" v="35843" actId="20577"/>
          <ac:spMkLst>
            <pc:docMk/>
            <pc:sldMk cId="1840771209" sldId="396"/>
            <ac:spMk id="10" creationId="{9A6C5F0F-A597-C43A-4AFB-BF30A6AAFBA6}"/>
          </ac:spMkLst>
        </pc:spChg>
        <pc:spChg chg="mod">
          <ac:chgData name="elvio rodriguez" userId="1c1449da70e07349" providerId="LiveId" clId="{B6FBDA6B-F2A7-4BBE-A2C3-07D2143358BF}" dt="2026-10-09T17:06:49.334" v="12927" actId="790"/>
          <ac:spMkLst>
            <pc:docMk/>
            <pc:sldMk cId="1840771209" sldId="396"/>
            <ac:spMk id="12" creationId="{4D71A0E9-7E6C-6574-7D4A-464973CE3D1C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840771209" sldId="396"/>
            <ac:spMk id="17" creationId="{2CB3266A-D0BD-7164-C332-BFBF81024750}"/>
          </ac:spMkLst>
        </pc:spChg>
        <pc:spChg chg="mod">
          <ac:chgData name="elvio rodriguez" userId="1c1449da70e07349" providerId="LiveId" clId="{B6FBDA6B-F2A7-4BBE-A2C3-07D2143358BF}" dt="2026-10-10T14:39:41.259" v="13147" actId="408"/>
          <ac:spMkLst>
            <pc:docMk/>
            <pc:sldMk cId="1840771209" sldId="396"/>
            <ac:spMk id="20" creationId="{1DF9CB7B-B52C-2DAF-548E-8610010E78F8}"/>
          </ac:spMkLst>
        </pc:spChg>
        <pc:spChg chg="mod">
          <ac:chgData name="elvio rodriguez" userId="1c1449da70e07349" providerId="LiveId" clId="{B6FBDA6B-F2A7-4BBE-A2C3-07D2143358BF}" dt="2026-10-09T16:59:51.755" v="12644" actId="1036"/>
          <ac:spMkLst>
            <pc:docMk/>
            <pc:sldMk cId="1840771209" sldId="396"/>
            <ac:spMk id="21" creationId="{E0F7967F-3FAA-F3BC-29C2-C10CB3C0D93C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840771209" sldId="396"/>
            <ac:spMk id="22" creationId="{8D0581D3-8F07-4173-B420-981A70FD2267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840771209" sldId="396"/>
            <ac:spMk id="24" creationId="{B2198A12-CFDC-6D35-B2A1-7B0B9B56197F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840771209" sldId="396"/>
            <ac:spMk id="25" creationId="{3A2941A6-B048-3A88-D3E8-AF9CD30C5ACB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840771209" sldId="396"/>
            <ac:spMk id="27" creationId="{02EB212C-29B5-4E43-371A-98F482A510DB}"/>
          </ac:spMkLst>
        </pc:spChg>
        <pc:spChg chg="mod">
          <ac:chgData name="elvio rodriguez" userId="1c1449da70e07349" providerId="LiveId" clId="{B6FBDA6B-F2A7-4BBE-A2C3-07D2143358BF}" dt="2026-10-09T17:06:49.334" v="12927" actId="790"/>
          <ac:spMkLst>
            <pc:docMk/>
            <pc:sldMk cId="1840771209" sldId="396"/>
            <ac:spMk id="33" creationId="{6C4F08BD-4C9F-49A5-04C1-B7209E926044}"/>
          </ac:spMkLst>
        </pc:spChg>
        <pc:spChg chg="mod">
          <ac:chgData name="elvio rodriguez" userId="1c1449da70e07349" providerId="LiveId" clId="{B6FBDA6B-F2A7-4BBE-A2C3-07D2143358BF}" dt="2026-10-09T17:06:49.334" v="12927" actId="790"/>
          <ac:spMkLst>
            <pc:docMk/>
            <pc:sldMk cId="1840771209" sldId="396"/>
            <ac:spMk id="41" creationId="{2C78B2B8-91DA-EA8B-AF80-CAE67C0EBD35}"/>
          </ac:spMkLst>
        </pc:spChg>
        <pc:spChg chg="mod">
          <ac:chgData name="elvio rodriguez" userId="1c1449da70e07349" providerId="LiveId" clId="{B6FBDA6B-F2A7-4BBE-A2C3-07D2143358BF}" dt="2026-10-09T17:06:49.334" v="12927" actId="790"/>
          <ac:spMkLst>
            <pc:docMk/>
            <pc:sldMk cId="1840771209" sldId="396"/>
            <ac:spMk id="42" creationId="{CBDE468B-3566-1131-AD92-2B4990375702}"/>
          </ac:spMkLst>
        </pc:spChg>
        <pc:spChg chg="mod">
          <ac:chgData name="elvio rodriguez" userId="1c1449da70e07349" providerId="LiveId" clId="{B6FBDA6B-F2A7-4BBE-A2C3-07D2143358BF}" dt="2026-10-09T17:06:49.334" v="12927" actId="790"/>
          <ac:spMkLst>
            <pc:docMk/>
            <pc:sldMk cId="1840771209" sldId="396"/>
            <ac:spMk id="47" creationId="{C0AF4E35-D6D1-7FA5-12C3-D8A8784F613D}"/>
          </ac:spMkLst>
        </pc:spChg>
        <pc:spChg chg="mod">
          <ac:chgData name="elvio rodriguez" userId="1c1449da70e07349" providerId="LiveId" clId="{B6FBDA6B-F2A7-4BBE-A2C3-07D2143358BF}" dt="2026-10-09T17:06:49.334" v="12927" actId="790"/>
          <ac:spMkLst>
            <pc:docMk/>
            <pc:sldMk cId="1840771209" sldId="396"/>
            <ac:spMk id="48" creationId="{F5DB7B82-73EC-F258-C11E-26A90ABEE426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840771209" sldId="396"/>
            <ac:spMk id="52" creationId="{7818A41E-6088-18D4-EEA9-DA60164A2B9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840771209" sldId="396"/>
            <ac:spMk id="58" creationId="{C06CAB82-7BBF-BEA7-2169-706308404A3E}"/>
          </ac:spMkLst>
        </pc:spChg>
        <pc:spChg chg="mod">
          <ac:chgData name="elvio rodriguez" userId="1c1449da70e07349" providerId="LiveId" clId="{B6FBDA6B-F2A7-4BBE-A2C3-07D2143358BF}" dt="2026-10-10T14:39:41.259" v="13147" actId="408"/>
          <ac:spMkLst>
            <pc:docMk/>
            <pc:sldMk cId="1840771209" sldId="396"/>
            <ac:spMk id="59" creationId="{4E54775C-43AC-85ED-2D85-E8DD258A9A62}"/>
          </ac:spMkLst>
        </pc:spChg>
        <pc:spChg chg="mod">
          <ac:chgData name="elvio rodriguez" userId="1c1449da70e07349" providerId="LiveId" clId="{B6FBDA6B-F2A7-4BBE-A2C3-07D2143358BF}" dt="2026-10-10T14:39:41.259" v="13147" actId="408"/>
          <ac:spMkLst>
            <pc:docMk/>
            <pc:sldMk cId="1840771209" sldId="396"/>
            <ac:spMk id="60" creationId="{35A45AC8-093D-0F5A-FA7A-6163B5CA2EE6}"/>
          </ac:spMkLst>
        </pc:spChg>
        <pc:spChg chg="mod">
          <ac:chgData name="elvio rodriguez" userId="1c1449da70e07349" providerId="LiveId" clId="{B6FBDA6B-F2A7-4BBE-A2C3-07D2143358BF}" dt="2026-10-09T16:57:11.787" v="12598"/>
          <ac:spMkLst>
            <pc:docMk/>
            <pc:sldMk cId="1840771209" sldId="396"/>
            <ac:spMk id="62" creationId="{049C9BAA-E8F7-3801-E757-9F7951AA3CE0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840771209" sldId="396"/>
            <ac:spMk id="71" creationId="{24C08EE6-3503-8374-D7F8-CC43F276C695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840771209" sldId="396"/>
            <ac:spMk id="80" creationId="{0E387B7D-5729-CA1D-7910-00297A2176EB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840771209" sldId="396"/>
            <ac:spMk id="81" creationId="{649C8945-157D-F354-E643-E4C03B0D9523}"/>
          </ac:spMkLst>
        </pc:spChg>
        <pc:spChg chg="mod">
          <ac:chgData name="elvio rodriguez" userId="1c1449da70e07349" providerId="LiveId" clId="{B6FBDA6B-F2A7-4BBE-A2C3-07D2143358BF}" dt="2026-10-09T16:57:11.787" v="12598"/>
          <ac:spMkLst>
            <pc:docMk/>
            <pc:sldMk cId="1840771209" sldId="396"/>
            <ac:spMk id="83" creationId="{BA18DAF2-832F-4D78-DBD4-F835D2FB84FB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840771209" sldId="396"/>
            <ac:spMk id="97" creationId="{0855BC24-72F7-EA97-5FC7-9401ED5B21A3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840771209" sldId="396"/>
            <ac:spMk id="99" creationId="{01543700-652E-CC24-B005-7D94B545D3C1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840771209" sldId="396"/>
            <ac:spMk id="107" creationId="{D1F62340-D211-799D-103B-93F4507E74FE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840771209" sldId="396"/>
            <ac:spMk id="109" creationId="{EE7EB309-7BC0-AFB3-50BD-0B317FC88511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840771209" sldId="396"/>
            <ac:spMk id="115" creationId="{18C5D153-8CF7-2CCA-26AE-D12F9EAC49A8}"/>
          </ac:spMkLst>
        </pc:spChg>
        <pc:spChg chg="add mod">
          <ac:chgData name="elvio rodriguez" userId="1c1449da70e07349" providerId="LiveId" clId="{B6FBDA6B-F2A7-4BBE-A2C3-07D2143358BF}" dt="2026-10-10T14:39:41.259" v="13147" actId="408"/>
          <ac:spMkLst>
            <pc:docMk/>
            <pc:sldMk cId="1840771209" sldId="396"/>
            <ac:spMk id="125" creationId="{2D1B6954-DE43-41E1-D986-5829D29492EC}"/>
          </ac:spMkLst>
        </pc:spChg>
        <pc:spChg chg="mod">
          <ac:chgData name="elvio rodriguez" userId="1c1449da70e07349" providerId="LiveId" clId="{B6FBDA6B-F2A7-4BBE-A2C3-07D2143358BF}" dt="2026-10-10T14:39:41.259" v="13147" actId="408"/>
          <ac:spMkLst>
            <pc:docMk/>
            <pc:sldMk cId="1840771209" sldId="396"/>
            <ac:spMk id="126" creationId="{016A8C72-3A2B-8345-4A7F-26D44503ADB3}"/>
          </ac:spMkLst>
        </pc:spChg>
        <pc:spChg chg="mod">
          <ac:chgData name="elvio rodriguez" userId="1c1449da70e07349" providerId="LiveId" clId="{B6FBDA6B-F2A7-4BBE-A2C3-07D2143358BF}" dt="2026-10-10T14:39:41.259" v="13147" actId="408"/>
          <ac:spMkLst>
            <pc:docMk/>
            <pc:sldMk cId="1840771209" sldId="396"/>
            <ac:spMk id="127" creationId="{F560A206-061B-4118-E270-7C991BF3F2A4}"/>
          </ac:spMkLst>
        </pc:spChg>
        <pc:spChg chg="mod">
          <ac:chgData name="elvio rodriguez" userId="1c1449da70e07349" providerId="LiveId" clId="{B6FBDA6B-F2A7-4BBE-A2C3-07D2143358BF}" dt="2026-10-09T16:57:11.787" v="12598"/>
          <ac:spMkLst>
            <pc:docMk/>
            <pc:sldMk cId="1840771209" sldId="396"/>
            <ac:spMk id="141" creationId="{86BCF625-37C5-B141-4214-685F24B93C1C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840771209" sldId="396"/>
            <ac:spMk id="143" creationId="{D7131416-2571-FEED-6234-BE8B5AD28B1B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840771209" sldId="396"/>
            <ac:spMk id="151" creationId="{0B86D2A9-9C72-AC28-7A19-D40C96C71847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840771209" sldId="396"/>
            <ac:spMk id="152" creationId="{366DF5B9-658E-9CF1-C85C-C0638E74127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840771209" sldId="396"/>
            <ac:spMk id="156" creationId="{B1AA2EB5-DBE7-C1ED-41EB-F0E3E0582086}"/>
          </ac:spMkLst>
        </pc:spChg>
        <pc:spChg chg="mod">
          <ac:chgData name="elvio rodriguez" userId="1c1449da70e07349" providerId="LiveId" clId="{B6FBDA6B-F2A7-4BBE-A2C3-07D2143358BF}" dt="2026-10-10T14:39:41.259" v="13147" actId="408"/>
          <ac:spMkLst>
            <pc:docMk/>
            <pc:sldMk cId="1840771209" sldId="396"/>
            <ac:spMk id="158" creationId="{1C01D60C-3D26-B853-9AEA-B56F59561CFD}"/>
          </ac:spMkLst>
        </pc:spChg>
        <pc:spChg chg="mod">
          <ac:chgData name="elvio rodriguez" userId="1c1449da70e07349" providerId="LiveId" clId="{B6FBDA6B-F2A7-4BBE-A2C3-07D2143358BF}" dt="2026-10-10T14:39:41.259" v="13147" actId="408"/>
          <ac:spMkLst>
            <pc:docMk/>
            <pc:sldMk cId="1840771209" sldId="396"/>
            <ac:spMk id="159" creationId="{A4E91A68-2B8A-381A-E236-E6E3272510E3}"/>
          </ac:spMkLst>
        </pc:spChg>
        <pc:spChg chg="mod">
          <ac:chgData name="elvio rodriguez" userId="1c1449da70e07349" providerId="LiveId" clId="{B6FBDA6B-F2A7-4BBE-A2C3-07D2143358BF}" dt="2026-10-09T16:59:51.755" v="12644" actId="1036"/>
          <ac:spMkLst>
            <pc:docMk/>
            <pc:sldMk cId="1840771209" sldId="396"/>
            <ac:spMk id="160" creationId="{B1421390-4499-9A5D-4792-C2BA381B913D}"/>
          </ac:spMkLst>
        </pc:spChg>
        <pc:spChg chg="mod">
          <ac:chgData name="elvio rodriguez" userId="1c1449da70e07349" providerId="LiveId" clId="{B6FBDA6B-F2A7-4BBE-A2C3-07D2143358BF}" dt="2026-10-09T16:57:11.787" v="12598"/>
          <ac:spMkLst>
            <pc:docMk/>
            <pc:sldMk cId="1840771209" sldId="396"/>
            <ac:spMk id="165" creationId="{3247132A-4E75-DB6A-7C2F-54F1E077F465}"/>
          </ac:spMkLst>
        </pc:spChg>
        <pc:spChg chg="mod">
          <ac:chgData name="elvio rodriguez" userId="1c1449da70e07349" providerId="LiveId" clId="{B6FBDA6B-F2A7-4BBE-A2C3-07D2143358BF}" dt="2026-10-09T16:57:11.787" v="12598"/>
          <ac:spMkLst>
            <pc:docMk/>
            <pc:sldMk cId="1840771209" sldId="396"/>
            <ac:spMk id="166" creationId="{303775A4-6737-AB93-20B0-7AEACCD08E77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840771209" sldId="396"/>
            <ac:spMk id="171" creationId="{4A8BA45F-522E-6C5A-E5A1-93872248719E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840771209" sldId="396"/>
            <ac:spMk id="176" creationId="{A1C9BE14-F0ED-9229-6852-B4DAD87F1A27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840771209" sldId="396"/>
            <ac:spMk id="179" creationId="{03398BC0-8A98-6A72-9758-33D907198E56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840771209" sldId="396"/>
            <ac:spMk id="186" creationId="{E2BFD3A0-B85E-E421-EFE6-E52EA8F59B42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840771209" sldId="396"/>
            <ac:spMk id="191" creationId="{E82A50A7-0D57-258D-31AE-5D095A0DB1F9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840771209" sldId="396"/>
            <ac:spMk id="194" creationId="{A3ED853D-A927-9065-9C51-81FAD85A560B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840771209" sldId="396"/>
            <ac:spMk id="195" creationId="{621BDEF2-CC09-E6AA-206F-08E5E982927A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840771209" sldId="396"/>
            <ac:spMk id="197" creationId="{C4A10837-F30F-7A4B-1E45-38C414CC5C15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840771209" sldId="396"/>
            <ac:spMk id="205" creationId="{5274D99C-171A-773F-6D27-14A497FC084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840771209" sldId="396"/>
            <ac:spMk id="207" creationId="{3B63DF31-191D-C442-1092-E66D31E75EDF}"/>
          </ac:spMkLst>
        </pc:spChg>
        <pc:spChg chg="mod">
          <ac:chgData name="elvio rodriguez" userId="1c1449da70e07349" providerId="LiveId" clId="{B6FBDA6B-F2A7-4BBE-A2C3-07D2143358BF}" dt="2026-10-09T16:57:11.787" v="12598"/>
          <ac:spMkLst>
            <pc:docMk/>
            <pc:sldMk cId="1840771209" sldId="396"/>
            <ac:spMk id="208" creationId="{D5D663FD-E035-A470-696F-CFB48485E165}"/>
          </ac:spMkLst>
        </pc:spChg>
        <pc:spChg chg="mod">
          <ac:chgData name="elvio rodriguez" userId="1c1449da70e07349" providerId="LiveId" clId="{B6FBDA6B-F2A7-4BBE-A2C3-07D2143358BF}" dt="2026-10-09T16:57:11.787" v="12598"/>
          <ac:spMkLst>
            <pc:docMk/>
            <pc:sldMk cId="1840771209" sldId="396"/>
            <ac:spMk id="209" creationId="{E6706AE0-2A88-BCE1-9630-9B1B7745E4E8}"/>
          </ac:spMkLst>
        </pc:spChg>
        <pc:spChg chg="add mod">
          <ac:chgData name="elvio rodriguez" userId="1c1449da70e07349" providerId="LiveId" clId="{B6FBDA6B-F2A7-4BBE-A2C3-07D2143358BF}" dt="2026-10-20T20:15:44.995" v="34767" actId="313"/>
          <ac:spMkLst>
            <pc:docMk/>
            <pc:sldMk cId="1840771209" sldId="396"/>
            <ac:spMk id="216" creationId="{AB97554C-50D5-F4B9-E12D-1ACB64F452EA}"/>
          </ac:spMkLst>
        </pc:spChg>
        <pc:grpChg chg="mod">
          <ac:chgData name="elvio rodriguez" userId="1c1449da70e07349" providerId="LiveId" clId="{B6FBDA6B-F2A7-4BBE-A2C3-07D2143358BF}" dt="2026-10-09T16:57:40.057" v="12605" actId="688"/>
          <ac:grpSpMkLst>
            <pc:docMk/>
            <pc:sldMk cId="1840771209" sldId="396"/>
            <ac:grpSpMk id="2" creationId="{5594AA1B-74BC-AB17-EF14-B78C0EDC3FC3}"/>
          </ac:grpSpMkLst>
        </pc:grpChg>
        <pc:grpChg chg="mod">
          <ac:chgData name="elvio rodriguez" userId="1c1449da70e07349" providerId="LiveId" clId="{B6FBDA6B-F2A7-4BBE-A2C3-07D2143358BF}" dt="2026-10-09T16:57:37.238" v="12604" actId="688"/>
          <ac:grpSpMkLst>
            <pc:docMk/>
            <pc:sldMk cId="1840771209" sldId="396"/>
            <ac:grpSpMk id="44" creationId="{6AA11063-AD7F-9D93-37C7-6463BABAD4A9}"/>
          </ac:grpSpMkLst>
        </pc:grpChg>
        <pc:grpChg chg="mod">
          <ac:chgData name="elvio rodriguez" userId="1c1449da70e07349" providerId="LiveId" clId="{B6FBDA6B-F2A7-4BBE-A2C3-07D2143358BF}" dt="2026-10-09T16:57:45.851" v="12607" actId="688"/>
          <ac:grpSpMkLst>
            <pc:docMk/>
            <pc:sldMk cId="1840771209" sldId="396"/>
            <ac:grpSpMk id="54" creationId="{F74C7DF4-5964-7F4D-4BFA-78718222562C}"/>
          </ac:grpSpMkLst>
        </pc:grpChg>
        <pc:grpChg chg="mod">
          <ac:chgData name="elvio rodriguez" userId="1c1449da70e07349" providerId="LiveId" clId="{B6FBDA6B-F2A7-4BBE-A2C3-07D2143358BF}" dt="2026-10-09T16:58:41.371" v="12625" actId="688"/>
          <ac:grpSpMkLst>
            <pc:docMk/>
            <pc:sldMk cId="1840771209" sldId="396"/>
            <ac:grpSpMk id="64" creationId="{AC4F2F56-941A-A92A-07A4-FDCA9C9D46FD}"/>
          </ac:grpSpMkLst>
        </pc:grpChg>
        <pc:grpChg chg="mod">
          <ac:chgData name="elvio rodriguez" userId="1c1449da70e07349" providerId="LiveId" clId="{B6FBDA6B-F2A7-4BBE-A2C3-07D2143358BF}" dt="2026-10-09T16:58:25.127" v="12624" actId="688"/>
          <ac:grpSpMkLst>
            <pc:docMk/>
            <pc:sldMk cId="1840771209" sldId="396"/>
            <ac:grpSpMk id="78" creationId="{AE6173DA-0C3A-94BA-642C-8D400D3A05AF}"/>
          </ac:grpSpMkLst>
        </pc:grpChg>
        <pc:grpChg chg="mod">
          <ac:chgData name="elvio rodriguez" userId="1c1449da70e07349" providerId="LiveId" clId="{B6FBDA6B-F2A7-4BBE-A2C3-07D2143358BF}" dt="2026-10-09T16:58:45.629" v="12626" actId="688"/>
          <ac:grpSpMkLst>
            <pc:docMk/>
            <pc:sldMk cId="1840771209" sldId="396"/>
            <ac:grpSpMk id="92" creationId="{1EB6CBE2-D389-8DFC-4D37-D4F8AB3F331F}"/>
          </ac:grpSpMkLst>
        </pc:grpChg>
        <pc:grpChg chg="add del mod">
          <ac:chgData name="elvio rodriguez" userId="1c1449da70e07349" providerId="LiveId" clId="{B6FBDA6B-F2A7-4BBE-A2C3-07D2143358BF}" dt="2026-10-10T14:39:23.083" v="13143" actId="478"/>
          <ac:grpSpMkLst>
            <pc:docMk/>
            <pc:sldMk cId="1840771209" sldId="396"/>
            <ac:grpSpMk id="96" creationId="{A947E134-8124-6BE3-C7FD-A1A68480297F}"/>
          </ac:grpSpMkLst>
        </pc:grpChg>
        <pc:grpChg chg="mod">
          <ac:chgData name="elvio rodriguez" userId="1c1449da70e07349" providerId="LiveId" clId="{B6FBDA6B-F2A7-4BBE-A2C3-07D2143358BF}" dt="2026-10-09T16:58:13.618" v="12620" actId="688"/>
          <ac:grpSpMkLst>
            <pc:docMk/>
            <pc:sldMk cId="1840771209" sldId="396"/>
            <ac:grpSpMk id="101" creationId="{8986075F-97EA-2D55-347C-AA6A9667839D}"/>
          </ac:grpSpMkLst>
        </pc:grpChg>
        <pc:grpChg chg="mod">
          <ac:chgData name="elvio rodriguez" userId="1c1449da70e07349" providerId="LiveId" clId="{B6FBDA6B-F2A7-4BBE-A2C3-07D2143358BF}" dt="2026-10-09T16:57:50.653" v="12609" actId="688"/>
          <ac:grpSpMkLst>
            <pc:docMk/>
            <pc:sldMk cId="1840771209" sldId="396"/>
            <ac:grpSpMk id="116" creationId="{007AFDC8-FC02-2AB1-B253-1CA84CD266DE}"/>
          </ac:grpSpMkLst>
        </pc:grpChg>
        <pc:grpChg chg="mod">
          <ac:chgData name="elvio rodriguez" userId="1c1449da70e07349" providerId="LiveId" clId="{B6FBDA6B-F2A7-4BBE-A2C3-07D2143358BF}" dt="2026-10-10T14:39:29.222" v="13145" actId="1076"/>
          <ac:grpSpMkLst>
            <pc:docMk/>
            <pc:sldMk cId="1840771209" sldId="396"/>
            <ac:grpSpMk id="121" creationId="{9EEEF37B-6FFD-2FCC-D132-CA34CCED55B4}"/>
          </ac:grpSpMkLst>
        </pc:grpChg>
        <pc:grpChg chg="mod">
          <ac:chgData name="elvio rodriguez" userId="1c1449da70e07349" providerId="LiveId" clId="{B6FBDA6B-F2A7-4BBE-A2C3-07D2143358BF}" dt="2026-10-09T16:58:54.057" v="12628" actId="688"/>
          <ac:grpSpMkLst>
            <pc:docMk/>
            <pc:sldMk cId="1840771209" sldId="396"/>
            <ac:grpSpMk id="131" creationId="{6F3DAB08-09DD-29AF-4A33-E22F9B15E108}"/>
          </ac:grpSpMkLst>
        </pc:grpChg>
        <pc:grpChg chg="mod">
          <ac:chgData name="elvio rodriguez" userId="1c1449da70e07349" providerId="LiveId" clId="{B6FBDA6B-F2A7-4BBE-A2C3-07D2143358BF}" dt="2026-10-09T16:58:18.694" v="12622" actId="688"/>
          <ac:grpSpMkLst>
            <pc:docMk/>
            <pc:sldMk cId="1840771209" sldId="396"/>
            <ac:grpSpMk id="140" creationId="{591B6510-7C08-6E9A-2937-C0D3B4AFE60E}"/>
          </ac:grpSpMkLst>
        </pc:grpChg>
        <pc:grpChg chg="mod">
          <ac:chgData name="elvio rodriguez" userId="1c1449da70e07349" providerId="LiveId" clId="{B6FBDA6B-F2A7-4BBE-A2C3-07D2143358BF}" dt="2026-10-09T16:59:12.666" v="12633" actId="688"/>
          <ac:grpSpMkLst>
            <pc:docMk/>
            <pc:sldMk cId="1840771209" sldId="396"/>
            <ac:grpSpMk id="145" creationId="{BF094981-234D-37EC-8B0E-A7BD9EEEE3EA}"/>
          </ac:grpSpMkLst>
        </pc:grpChg>
        <pc:grpChg chg="mod">
          <ac:chgData name="elvio rodriguez" userId="1c1449da70e07349" providerId="LiveId" clId="{B6FBDA6B-F2A7-4BBE-A2C3-07D2143358BF}" dt="2026-10-09T16:58:56.475" v="12629" actId="688"/>
          <ac:grpSpMkLst>
            <pc:docMk/>
            <pc:sldMk cId="1840771209" sldId="396"/>
            <ac:grpSpMk id="154" creationId="{9AAAB9FE-EDE9-69D8-98AC-8597D6967FCB}"/>
          </ac:grpSpMkLst>
        </pc:grpChg>
        <pc:grpChg chg="mod">
          <ac:chgData name="elvio rodriguez" userId="1c1449da70e07349" providerId="LiveId" clId="{B6FBDA6B-F2A7-4BBE-A2C3-07D2143358BF}" dt="2026-10-09T16:58:16.726" v="12621" actId="688"/>
          <ac:grpSpMkLst>
            <pc:docMk/>
            <pc:sldMk cId="1840771209" sldId="396"/>
            <ac:grpSpMk id="164" creationId="{8DB0E781-1E2A-2703-6795-1F56AF932FCE}"/>
          </ac:grpSpMkLst>
        </pc:grpChg>
        <pc:grpChg chg="mod">
          <ac:chgData name="elvio rodriguez" userId="1c1449da70e07349" providerId="LiveId" clId="{B6FBDA6B-F2A7-4BBE-A2C3-07D2143358BF}" dt="2026-10-09T16:59:08.813" v="12632" actId="688"/>
          <ac:grpSpMkLst>
            <pc:docMk/>
            <pc:sldMk cId="1840771209" sldId="396"/>
            <ac:grpSpMk id="168" creationId="{F8B4306D-6DD9-CADD-69CA-39008EDEC75B}"/>
          </ac:grpSpMkLst>
        </pc:grpChg>
        <pc:grpChg chg="mod">
          <ac:chgData name="elvio rodriguez" userId="1c1449da70e07349" providerId="LiveId" clId="{B6FBDA6B-F2A7-4BBE-A2C3-07D2143358BF}" dt="2026-10-09T16:58:04.374" v="12616" actId="688"/>
          <ac:grpSpMkLst>
            <pc:docMk/>
            <pc:sldMk cId="1840771209" sldId="396"/>
            <ac:grpSpMk id="178" creationId="{4B7D495C-0823-9733-1B65-7E99EA8D0560}"/>
          </ac:grpSpMkLst>
        </pc:grpChg>
        <pc:grpChg chg="mod">
          <ac:chgData name="elvio rodriguez" userId="1c1449da70e07349" providerId="LiveId" clId="{B6FBDA6B-F2A7-4BBE-A2C3-07D2143358BF}" dt="2026-10-09T16:58:48.954" v="12627" actId="688"/>
          <ac:grpSpMkLst>
            <pc:docMk/>
            <pc:sldMk cId="1840771209" sldId="396"/>
            <ac:grpSpMk id="182" creationId="{1A45B9AA-7E01-7AE7-AC12-75065E7A2CDC}"/>
          </ac:grpSpMkLst>
        </pc:grpChg>
        <pc:grpChg chg="mod">
          <ac:chgData name="elvio rodriguez" userId="1c1449da70e07349" providerId="LiveId" clId="{B6FBDA6B-F2A7-4BBE-A2C3-07D2143358BF}" dt="2026-10-09T16:58:11.216" v="12619" actId="688"/>
          <ac:grpSpMkLst>
            <pc:docMk/>
            <pc:sldMk cId="1840771209" sldId="396"/>
            <ac:grpSpMk id="187" creationId="{E711CAC5-342A-78E6-DE3E-7E37F0AE8611}"/>
          </ac:grpSpMkLst>
        </pc:grpChg>
        <pc:grpChg chg="mod">
          <ac:chgData name="elvio rodriguez" userId="1c1449da70e07349" providerId="LiveId" clId="{B6FBDA6B-F2A7-4BBE-A2C3-07D2143358BF}" dt="2026-10-09T16:58:07.768" v="12618" actId="1076"/>
          <ac:grpSpMkLst>
            <pc:docMk/>
            <pc:sldMk cId="1840771209" sldId="396"/>
            <ac:grpSpMk id="196" creationId="{D93219CB-104A-4E98-EEA1-8E03E90A8856}"/>
          </ac:grpSpMkLst>
        </pc:grpChg>
        <pc:grpChg chg="mod">
          <ac:chgData name="elvio rodriguez" userId="1c1449da70e07349" providerId="LiveId" clId="{B6FBDA6B-F2A7-4BBE-A2C3-07D2143358BF}" dt="2026-10-09T16:59:14.743" v="12634" actId="688"/>
          <ac:grpSpMkLst>
            <pc:docMk/>
            <pc:sldMk cId="1840771209" sldId="396"/>
            <ac:grpSpMk id="201" creationId="{F1FBC244-958C-F9D2-CD91-27549DE05B6D}"/>
          </ac:grpSpMkLst>
        </pc:grpChg>
        <pc:grpChg chg="mod">
          <ac:chgData name="elvio rodriguez" userId="1c1449da70e07349" providerId="LiveId" clId="{B6FBDA6B-F2A7-4BBE-A2C3-07D2143358BF}" dt="2026-10-09T16:57:53.750" v="12610" actId="688"/>
          <ac:grpSpMkLst>
            <pc:docMk/>
            <pc:sldMk cId="1840771209" sldId="396"/>
            <ac:grpSpMk id="206" creationId="{8505F1DD-73C4-C381-9D77-A037AB2089E4}"/>
          </ac:grpSpMkLst>
        </pc:grpChg>
      </pc:sldChg>
      <pc:sldChg chg="addSp delSp modSp add mod delAnim modAnim">
        <pc:chgData name="elvio rodriguez" userId="1c1449da70e07349" providerId="LiveId" clId="{B6FBDA6B-F2A7-4BBE-A2C3-07D2143358BF}" dt="2026-10-25T13:06:00.764" v="35835" actId="20577"/>
        <pc:sldMkLst>
          <pc:docMk/>
          <pc:sldMk cId="908276535" sldId="397"/>
        </pc:sldMkLst>
        <pc:spChg chg="add mod">
          <ac:chgData name="elvio rodriguez" userId="1c1449da70e07349" providerId="LiveId" clId="{B6FBDA6B-F2A7-4BBE-A2C3-07D2143358BF}" dt="2026-10-25T13:06:00.764" v="35835" actId="20577"/>
          <ac:spMkLst>
            <pc:docMk/>
            <pc:sldMk cId="908276535" sldId="397"/>
            <ac:spMk id="2" creationId="{2FD75E72-5606-758F-B5EB-5B414B6DDAAF}"/>
          </ac:spMkLst>
        </pc:spChg>
        <pc:spChg chg="add mod">
          <ac:chgData name="elvio rodriguez" userId="1c1449da70e07349" providerId="LiveId" clId="{B6FBDA6B-F2A7-4BBE-A2C3-07D2143358BF}" dt="2026-10-09T16:55:55.378" v="12564" actId="1037"/>
          <ac:spMkLst>
            <pc:docMk/>
            <pc:sldMk cId="908276535" sldId="397"/>
            <ac:spMk id="3" creationId="{25074643-4F1A-6B75-3F3A-DAC3D3F1E514}"/>
          </ac:spMkLst>
        </pc:spChg>
        <pc:spChg chg="add mod">
          <ac:chgData name="elvio rodriguez" userId="1c1449da70e07349" providerId="LiveId" clId="{B6FBDA6B-F2A7-4BBE-A2C3-07D2143358BF}" dt="2026-10-09T14:27:37.165" v="12551" actId="1037"/>
          <ac:spMkLst>
            <pc:docMk/>
            <pc:sldMk cId="908276535" sldId="397"/>
            <ac:spMk id="4" creationId="{F9510A73-46EE-B0E0-3E7E-0FFACD0D9DD2}"/>
          </ac:spMkLst>
        </pc:spChg>
        <pc:spChg chg="mod">
          <ac:chgData name="elvio rodriguez" userId="1c1449da70e07349" providerId="LiveId" clId="{B6FBDA6B-F2A7-4BBE-A2C3-07D2143358BF}" dt="2026-10-09T14:26:25.130" v="12519" actId="790"/>
          <ac:spMkLst>
            <pc:docMk/>
            <pc:sldMk cId="908276535" sldId="397"/>
            <ac:spMk id="6" creationId="{FB2397A3-D5BF-DE7E-F944-B94D967B8C40}"/>
          </ac:spMkLst>
        </pc:spChg>
        <pc:spChg chg="mod">
          <ac:chgData name="elvio rodriguez" userId="1c1449da70e07349" providerId="LiveId" clId="{B6FBDA6B-F2A7-4BBE-A2C3-07D2143358BF}" dt="2026-10-08T04:19:27.505" v="11671" actId="164"/>
          <ac:spMkLst>
            <pc:docMk/>
            <pc:sldMk cId="908276535" sldId="397"/>
            <ac:spMk id="90" creationId="{AB134734-D5C1-4848-BB35-5A8E8C843A6C}"/>
          </ac:spMkLst>
        </pc:spChg>
        <pc:spChg chg="mod">
          <ac:chgData name="elvio rodriguez" userId="1c1449da70e07349" providerId="LiveId" clId="{B6FBDA6B-F2A7-4BBE-A2C3-07D2143358BF}" dt="2026-10-08T04:19:41.438" v="11672" actId="164"/>
          <ac:spMkLst>
            <pc:docMk/>
            <pc:sldMk cId="908276535" sldId="397"/>
            <ac:spMk id="96" creationId="{04321587-A4AF-7FC6-0085-9FACFF68A2A0}"/>
          </ac:spMkLst>
        </pc:spChg>
        <pc:spChg chg="mod">
          <ac:chgData name="elvio rodriguez" userId="1c1449da70e07349" providerId="LiveId" clId="{B6FBDA6B-F2A7-4BBE-A2C3-07D2143358BF}" dt="2026-10-08T04:18:09.818" v="11650" actId="164"/>
          <ac:spMkLst>
            <pc:docMk/>
            <pc:sldMk cId="908276535" sldId="397"/>
            <ac:spMk id="102" creationId="{BF2539F2-F410-4C65-2399-20465EDA8D07}"/>
          </ac:spMkLst>
        </pc:spChg>
        <pc:spChg chg="mod">
          <ac:chgData name="elvio rodriguez" userId="1c1449da70e07349" providerId="LiveId" clId="{B6FBDA6B-F2A7-4BBE-A2C3-07D2143358BF}" dt="2026-10-08T04:18:59.050" v="11664" actId="164"/>
          <ac:spMkLst>
            <pc:docMk/>
            <pc:sldMk cId="908276535" sldId="397"/>
            <ac:spMk id="114" creationId="{0BD456A3-0D57-5D83-A1E4-FE6466DBBED6}"/>
          </ac:spMkLst>
        </pc:spChg>
        <pc:spChg chg="add mod">
          <ac:chgData name="elvio rodriguez" userId="1c1449da70e07349" providerId="LiveId" clId="{B6FBDA6B-F2A7-4BBE-A2C3-07D2143358BF}" dt="2026-10-08T04:19:41.438" v="11672" actId="164"/>
          <ac:spMkLst>
            <pc:docMk/>
            <pc:sldMk cId="908276535" sldId="397"/>
            <ac:spMk id="115" creationId="{9B00618D-4C84-BCA8-C6D9-AEB70B456B31}"/>
          </ac:spMkLst>
        </pc:spChg>
        <pc:spChg chg="mod">
          <ac:chgData name="elvio rodriguez" userId="1c1449da70e07349" providerId="LiveId" clId="{B6FBDA6B-F2A7-4BBE-A2C3-07D2143358BF}" dt="2026-10-08T04:18:09.818" v="11650" actId="164"/>
          <ac:spMkLst>
            <pc:docMk/>
            <pc:sldMk cId="908276535" sldId="397"/>
            <ac:spMk id="116" creationId="{A1F63957-014D-06C6-9262-9577D1250085}"/>
          </ac:spMkLst>
        </pc:spChg>
        <pc:spChg chg="mod">
          <ac:chgData name="elvio rodriguez" userId="1c1449da70e07349" providerId="LiveId" clId="{B6FBDA6B-F2A7-4BBE-A2C3-07D2143358BF}" dt="2026-10-08T04:18:09.818" v="11650" actId="164"/>
          <ac:spMkLst>
            <pc:docMk/>
            <pc:sldMk cId="908276535" sldId="397"/>
            <ac:spMk id="117" creationId="{5CB41118-CD7B-978B-0F38-55E610836CBC}"/>
          </ac:spMkLst>
        </pc:spChg>
        <pc:spChg chg="mod">
          <ac:chgData name="elvio rodriguez" userId="1c1449da70e07349" providerId="LiveId" clId="{B6FBDA6B-F2A7-4BBE-A2C3-07D2143358BF}" dt="2026-10-08T04:18:09.818" v="11650" actId="164"/>
          <ac:spMkLst>
            <pc:docMk/>
            <pc:sldMk cId="908276535" sldId="397"/>
            <ac:spMk id="118" creationId="{8950D801-0C10-A2D1-089D-A3CEEAA52249}"/>
          </ac:spMkLst>
        </pc:spChg>
        <pc:spChg chg="mod">
          <ac:chgData name="elvio rodriguez" userId="1c1449da70e07349" providerId="LiveId" clId="{B6FBDA6B-F2A7-4BBE-A2C3-07D2143358BF}" dt="2026-10-08T04:19:41.438" v="11672" actId="164"/>
          <ac:spMkLst>
            <pc:docMk/>
            <pc:sldMk cId="908276535" sldId="397"/>
            <ac:spMk id="119" creationId="{636F5D8A-F4D3-9F78-DCA7-E3EFF252B99A}"/>
          </ac:spMkLst>
        </pc:spChg>
        <pc:spChg chg="mod">
          <ac:chgData name="elvio rodriguez" userId="1c1449da70e07349" providerId="LiveId" clId="{B6FBDA6B-F2A7-4BBE-A2C3-07D2143358BF}" dt="2026-10-08T04:19:27.505" v="11671" actId="164"/>
          <ac:spMkLst>
            <pc:docMk/>
            <pc:sldMk cId="908276535" sldId="397"/>
            <ac:spMk id="120" creationId="{CBD41B0F-2380-BFD3-8462-1949532CB5F6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908276535" sldId="397"/>
            <ac:spMk id="121" creationId="{7F43094E-DB74-B69E-A242-B7ACF9743595}"/>
          </ac:spMkLst>
        </pc:spChg>
        <pc:spChg chg="mod">
          <ac:chgData name="elvio rodriguez" userId="1c1449da70e07349" providerId="LiveId" clId="{B6FBDA6B-F2A7-4BBE-A2C3-07D2143358BF}" dt="2026-10-08T04:19:27.505" v="11671" actId="164"/>
          <ac:spMkLst>
            <pc:docMk/>
            <pc:sldMk cId="908276535" sldId="397"/>
            <ac:spMk id="122" creationId="{6E50CAFB-5A63-D23C-D6F8-31DA09C99EAF}"/>
          </ac:spMkLst>
        </pc:spChg>
        <pc:spChg chg="mod">
          <ac:chgData name="elvio rodriguez" userId="1c1449da70e07349" providerId="LiveId" clId="{B6FBDA6B-F2A7-4BBE-A2C3-07D2143358BF}" dt="2026-10-08T04:18:04.952" v="11649" actId="164"/>
          <ac:spMkLst>
            <pc:docMk/>
            <pc:sldMk cId="908276535" sldId="397"/>
            <ac:spMk id="123" creationId="{DD371632-8E0C-2E55-6DEA-F15E7EF5615A}"/>
          </ac:spMkLst>
        </pc:spChg>
        <pc:spChg chg="mod">
          <ac:chgData name="elvio rodriguez" userId="1c1449da70e07349" providerId="LiveId" clId="{B6FBDA6B-F2A7-4BBE-A2C3-07D2143358BF}" dt="2026-10-08T04:19:46.299" v="11673" actId="164"/>
          <ac:spMkLst>
            <pc:docMk/>
            <pc:sldMk cId="908276535" sldId="397"/>
            <ac:spMk id="129" creationId="{4753B16D-6DAD-E2B9-94F9-F74C27F9C7BC}"/>
          </ac:spMkLst>
        </pc:spChg>
        <pc:spChg chg="mod">
          <ac:chgData name="elvio rodriguez" userId="1c1449da70e07349" providerId="LiveId" clId="{B6FBDA6B-F2A7-4BBE-A2C3-07D2143358BF}" dt="2026-10-08T04:31:36.905" v="11931" actId="1035"/>
          <ac:spMkLst>
            <pc:docMk/>
            <pc:sldMk cId="908276535" sldId="397"/>
            <ac:spMk id="135" creationId="{3D362E7F-7C01-F1F3-5805-B72605793381}"/>
          </ac:spMkLst>
        </pc:spChg>
        <pc:spChg chg="mod">
          <ac:chgData name="elvio rodriguez" userId="1c1449da70e07349" providerId="LiveId" clId="{B6FBDA6B-F2A7-4BBE-A2C3-07D2143358BF}" dt="2026-10-08T04:19:07.768" v="11665" actId="164"/>
          <ac:spMkLst>
            <pc:docMk/>
            <pc:sldMk cId="908276535" sldId="397"/>
            <ac:spMk id="147" creationId="{2CFE887D-FF69-CC9A-550F-E04537EA24CC}"/>
          </ac:spMkLst>
        </pc:spChg>
        <pc:spChg chg="add mod">
          <ac:chgData name="elvio rodriguez" userId="1c1449da70e07349" providerId="LiveId" clId="{B6FBDA6B-F2A7-4BBE-A2C3-07D2143358BF}" dt="2026-10-09T14:16:22.892" v="12098" actId="122"/>
          <ac:spMkLst>
            <pc:docMk/>
            <pc:sldMk cId="908276535" sldId="397"/>
            <ac:spMk id="153" creationId="{71FC403B-2B2E-9778-A91A-A159629CF278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908276535" sldId="397"/>
            <ac:spMk id="154" creationId="{D821414E-9FDC-9C70-CD24-7981EF2B0B32}"/>
          </ac:spMkLst>
        </pc:spChg>
        <pc:spChg chg="mod">
          <ac:chgData name="elvio rodriguez" userId="1c1449da70e07349" providerId="LiveId" clId="{B6FBDA6B-F2A7-4BBE-A2C3-07D2143358BF}" dt="2026-10-08T04:16:36.132" v="11613" actId="1037"/>
          <ac:spMkLst>
            <pc:docMk/>
            <pc:sldMk cId="908276535" sldId="397"/>
            <ac:spMk id="155" creationId="{F749AE6B-289E-253F-D874-8C67F010925A}"/>
          </ac:spMkLst>
        </pc:spChg>
        <pc:spChg chg="mod">
          <ac:chgData name="elvio rodriguez" userId="1c1449da70e07349" providerId="LiveId" clId="{B6FBDA6B-F2A7-4BBE-A2C3-07D2143358BF}" dt="2026-10-08T04:16:30.996" v="11609" actId="164"/>
          <ac:spMkLst>
            <pc:docMk/>
            <pc:sldMk cId="908276535" sldId="397"/>
            <ac:spMk id="156" creationId="{EB68CD5F-35AE-FAD7-866B-C5D6F95469D8}"/>
          </ac:spMkLst>
        </pc:spChg>
        <pc:spChg chg="mod">
          <ac:chgData name="elvio rodriguez" userId="1c1449da70e07349" providerId="LiveId" clId="{B6FBDA6B-F2A7-4BBE-A2C3-07D2143358BF}" dt="2026-10-08T04:16:37.558" v="11616" actId="1035"/>
          <ac:spMkLst>
            <pc:docMk/>
            <pc:sldMk cId="908276535" sldId="397"/>
            <ac:spMk id="157" creationId="{BA769224-BF01-6847-4926-F1AFF0C7ED81}"/>
          </ac:spMkLst>
        </pc:spChg>
        <pc:spChg chg="mod">
          <ac:chgData name="elvio rodriguez" userId="1c1449da70e07349" providerId="LiveId" clId="{B6FBDA6B-F2A7-4BBE-A2C3-07D2143358BF}" dt="2026-10-09T14:16:22.892" v="12098" actId="122"/>
          <ac:spMkLst>
            <pc:docMk/>
            <pc:sldMk cId="908276535" sldId="397"/>
            <ac:spMk id="158" creationId="{81784135-05F1-4FB9-BF43-CF533E2A5BDE}"/>
          </ac:spMkLst>
        </pc:spChg>
        <pc:spChg chg="mod">
          <ac:chgData name="elvio rodriguez" userId="1c1449da70e07349" providerId="LiveId" clId="{B6FBDA6B-F2A7-4BBE-A2C3-07D2143358BF}" dt="2026-10-09T14:16:22.892" v="12098" actId="122"/>
          <ac:spMkLst>
            <pc:docMk/>
            <pc:sldMk cId="908276535" sldId="397"/>
            <ac:spMk id="159" creationId="{538B7C7A-CEE2-3180-F544-00337A5371A8}"/>
          </ac:spMkLst>
        </pc:spChg>
        <pc:spChg chg="mod">
          <ac:chgData name="elvio rodriguez" userId="1c1449da70e07349" providerId="LiveId" clId="{B6FBDA6B-F2A7-4BBE-A2C3-07D2143358BF}" dt="2026-10-08T04:19:07.768" v="11665" actId="164"/>
          <ac:spMkLst>
            <pc:docMk/>
            <pc:sldMk cId="908276535" sldId="397"/>
            <ac:spMk id="160" creationId="{40F7187A-13C0-8E9C-2683-CBCAB5E2FB71}"/>
          </ac:spMkLst>
        </pc:spChg>
        <pc:spChg chg="mod">
          <ac:chgData name="elvio rodriguez" userId="1c1449da70e07349" providerId="LiveId" clId="{B6FBDA6B-F2A7-4BBE-A2C3-07D2143358BF}" dt="2026-10-08T04:19:46.299" v="11673" actId="164"/>
          <ac:spMkLst>
            <pc:docMk/>
            <pc:sldMk cId="908276535" sldId="397"/>
            <ac:spMk id="161" creationId="{3078A98E-2440-DCF0-3674-3E574C4727EE}"/>
          </ac:spMkLst>
        </pc:spChg>
        <pc:spChg chg="mod">
          <ac:chgData name="elvio rodriguez" userId="1c1449da70e07349" providerId="LiveId" clId="{B6FBDA6B-F2A7-4BBE-A2C3-07D2143358BF}" dt="2026-10-08T04:16:30.996" v="11609" actId="164"/>
          <ac:spMkLst>
            <pc:docMk/>
            <pc:sldMk cId="908276535" sldId="397"/>
            <ac:spMk id="168" creationId="{6EB3D9BB-7CD1-BAC3-00DC-BADB395D3403}"/>
          </ac:spMkLst>
        </pc:spChg>
        <pc:spChg chg="add mod">
          <ac:chgData name="elvio rodriguez" userId="1c1449da70e07349" providerId="LiveId" clId="{B6FBDA6B-F2A7-4BBE-A2C3-07D2143358BF}" dt="2026-10-08T04:18:04.952" v="11649" actId="164"/>
          <ac:spMkLst>
            <pc:docMk/>
            <pc:sldMk cId="908276535" sldId="397"/>
            <ac:spMk id="170" creationId="{CBCD63FC-B5C6-B732-25E8-FF00BDA55BB3}"/>
          </ac:spMkLst>
        </pc:spChg>
        <pc:spChg chg="add mod">
          <ac:chgData name="elvio rodriguez" userId="1c1449da70e07349" providerId="LiveId" clId="{B6FBDA6B-F2A7-4BBE-A2C3-07D2143358BF}" dt="2026-10-08T04:19:41.438" v="11672" actId="164"/>
          <ac:spMkLst>
            <pc:docMk/>
            <pc:sldMk cId="908276535" sldId="397"/>
            <ac:spMk id="171" creationId="{71984FBF-3468-915B-F70A-19D82B1397C9}"/>
          </ac:spMkLst>
        </pc:spChg>
        <pc:spChg chg="add mod">
          <ac:chgData name="elvio rodriguez" userId="1c1449da70e07349" providerId="LiveId" clId="{B6FBDA6B-F2A7-4BBE-A2C3-07D2143358BF}" dt="2026-10-08T04:19:46.299" v="11673" actId="164"/>
          <ac:spMkLst>
            <pc:docMk/>
            <pc:sldMk cId="908276535" sldId="397"/>
            <ac:spMk id="172" creationId="{BB831C30-CFB8-ABAB-A7DF-7EFB1E5F2886}"/>
          </ac:spMkLst>
        </pc:spChg>
        <pc:spChg chg="add mod">
          <ac:chgData name="elvio rodriguez" userId="1c1449da70e07349" providerId="LiveId" clId="{B6FBDA6B-F2A7-4BBE-A2C3-07D2143358BF}" dt="2026-10-08T04:19:52.368" v="11676" actId="164"/>
          <ac:spMkLst>
            <pc:docMk/>
            <pc:sldMk cId="908276535" sldId="397"/>
            <ac:spMk id="173" creationId="{D4BA907A-E3A3-4579-B454-CDA9E3ADCB82}"/>
          </ac:spMkLst>
        </pc:spChg>
        <pc:spChg chg="mod ord">
          <ac:chgData name="elvio rodriguez" userId="1c1449da70e07349" providerId="LiveId" clId="{B6FBDA6B-F2A7-4BBE-A2C3-07D2143358BF}" dt="2026-10-08T04:19:52.368" v="11676" actId="164"/>
          <ac:spMkLst>
            <pc:docMk/>
            <pc:sldMk cId="908276535" sldId="397"/>
            <ac:spMk id="175" creationId="{0AF72904-167A-B23F-27F1-7D5B3BDF05CA}"/>
          </ac:spMkLst>
        </pc:spChg>
        <pc:spChg chg="mod ord">
          <ac:chgData name="elvio rodriguez" userId="1c1449da70e07349" providerId="LiveId" clId="{B6FBDA6B-F2A7-4BBE-A2C3-07D2143358BF}" dt="2026-10-12T14:47:08.553" v="29378" actId="790"/>
          <ac:spMkLst>
            <pc:docMk/>
            <pc:sldMk cId="908276535" sldId="397"/>
            <ac:spMk id="179" creationId="{573728FE-14A3-73B6-0B7B-FE8FFBED2FF4}"/>
          </ac:spMkLst>
        </pc:spChg>
        <pc:spChg chg="add mod">
          <ac:chgData name="elvio rodriguez" userId="1c1449da70e07349" providerId="LiveId" clId="{B6FBDA6B-F2A7-4BBE-A2C3-07D2143358BF}" dt="2026-10-09T14:26:25.130" v="12519" actId="790"/>
          <ac:spMkLst>
            <pc:docMk/>
            <pc:sldMk cId="908276535" sldId="397"/>
            <ac:spMk id="180" creationId="{82F1F188-1853-EF89-C23B-C8EB9D1AA210}"/>
          </ac:spMkLst>
        </pc:spChg>
        <pc:spChg chg="add mod">
          <ac:chgData name="elvio rodriguez" userId="1c1449da70e07349" providerId="LiveId" clId="{B6FBDA6B-F2A7-4BBE-A2C3-07D2143358BF}" dt="2026-10-08T04:18:59.050" v="11664" actId="164"/>
          <ac:spMkLst>
            <pc:docMk/>
            <pc:sldMk cId="908276535" sldId="397"/>
            <ac:spMk id="181" creationId="{BEC86CC3-10A7-78BF-B8EE-E7AE4A221230}"/>
          </ac:spMkLst>
        </pc:spChg>
        <pc:spChg chg="mod">
          <ac:chgData name="elvio rodriguez" userId="1c1449da70e07349" providerId="LiveId" clId="{B6FBDA6B-F2A7-4BBE-A2C3-07D2143358BF}" dt="2026-10-08T04:20:00.517" v="11679" actId="571"/>
          <ac:spMkLst>
            <pc:docMk/>
            <pc:sldMk cId="908276535" sldId="397"/>
            <ac:spMk id="191" creationId="{A9E8786A-6730-49C2-7D12-E6C23B4A1583}"/>
          </ac:spMkLst>
        </pc:spChg>
        <pc:spChg chg="mod">
          <ac:chgData name="elvio rodriguez" userId="1c1449da70e07349" providerId="LiveId" clId="{B6FBDA6B-F2A7-4BBE-A2C3-07D2143358BF}" dt="2026-10-08T04:20:00.517" v="11679" actId="571"/>
          <ac:spMkLst>
            <pc:docMk/>
            <pc:sldMk cId="908276535" sldId="397"/>
            <ac:spMk id="192" creationId="{D37280BB-5F05-F341-21AB-A2F071B86E5B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908276535" sldId="397"/>
            <ac:spMk id="193" creationId="{1D6AF49F-B294-530D-6F92-9370665EE148}"/>
          </ac:spMkLst>
        </pc:spChg>
        <pc:spChg chg="mod">
          <ac:chgData name="elvio rodriguez" userId="1c1449da70e07349" providerId="LiveId" clId="{B6FBDA6B-F2A7-4BBE-A2C3-07D2143358BF}" dt="2026-10-08T04:20:03.674" v="11680" actId="571"/>
          <ac:spMkLst>
            <pc:docMk/>
            <pc:sldMk cId="908276535" sldId="397"/>
            <ac:spMk id="195" creationId="{BABE0103-2FC6-B482-6D8F-0150EBBE8CD8}"/>
          </ac:spMkLst>
        </pc:spChg>
        <pc:spChg chg="mod">
          <ac:chgData name="elvio rodriguez" userId="1c1449da70e07349" providerId="LiveId" clId="{B6FBDA6B-F2A7-4BBE-A2C3-07D2143358BF}" dt="2026-10-08T04:20:03.674" v="11680" actId="571"/>
          <ac:spMkLst>
            <pc:docMk/>
            <pc:sldMk cId="908276535" sldId="397"/>
            <ac:spMk id="196" creationId="{CA65E4DA-6FC5-3699-607F-F69C6212C13E}"/>
          </ac:spMkLst>
        </pc:spChg>
        <pc:spChg chg="mod">
          <ac:chgData name="elvio rodriguez" userId="1c1449da70e07349" providerId="LiveId" clId="{B6FBDA6B-F2A7-4BBE-A2C3-07D2143358BF}" dt="2026-10-08T04:20:03.674" v="11680" actId="571"/>
          <ac:spMkLst>
            <pc:docMk/>
            <pc:sldMk cId="908276535" sldId="397"/>
            <ac:spMk id="197" creationId="{3F406935-4CD0-E7C9-6B07-B085064B7BB9}"/>
          </ac:spMkLst>
        </pc:spChg>
        <pc:spChg chg="mod">
          <ac:chgData name="elvio rodriguez" userId="1c1449da70e07349" providerId="LiveId" clId="{B6FBDA6B-F2A7-4BBE-A2C3-07D2143358BF}" dt="2026-10-08T04:20:03.674" v="11680" actId="571"/>
          <ac:spMkLst>
            <pc:docMk/>
            <pc:sldMk cId="908276535" sldId="397"/>
            <ac:spMk id="198" creationId="{1C7821F9-A3BC-92C1-1C39-07F26C299431}"/>
          </ac:spMkLst>
        </pc:spChg>
        <pc:spChg chg="mod">
          <ac:chgData name="elvio rodriguez" userId="1c1449da70e07349" providerId="LiveId" clId="{B6FBDA6B-F2A7-4BBE-A2C3-07D2143358BF}" dt="2026-10-08T04:20:03.674" v="11680" actId="571"/>
          <ac:spMkLst>
            <pc:docMk/>
            <pc:sldMk cId="908276535" sldId="397"/>
            <ac:spMk id="200" creationId="{F43B99A4-ECEA-755C-AAA4-44B70E23A82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908276535" sldId="397"/>
            <ac:spMk id="201" creationId="{AFA543B8-198F-B245-3B92-24F449E7300C}"/>
          </ac:spMkLst>
        </pc:spChg>
        <pc:spChg chg="mod">
          <ac:chgData name="elvio rodriguez" userId="1c1449da70e07349" providerId="LiveId" clId="{B6FBDA6B-F2A7-4BBE-A2C3-07D2143358BF}" dt="2026-10-08T04:20:03.674" v="11680" actId="571"/>
          <ac:spMkLst>
            <pc:docMk/>
            <pc:sldMk cId="908276535" sldId="397"/>
            <ac:spMk id="202" creationId="{899D76B4-E423-CAFE-704F-A63758B25722}"/>
          </ac:spMkLst>
        </pc:spChg>
        <pc:spChg chg="mod">
          <ac:chgData name="elvio rodriguez" userId="1c1449da70e07349" providerId="LiveId" clId="{B6FBDA6B-F2A7-4BBE-A2C3-07D2143358BF}" dt="2026-10-08T04:20:09.052" v="11683" actId="571"/>
          <ac:spMkLst>
            <pc:docMk/>
            <pc:sldMk cId="908276535" sldId="397"/>
            <ac:spMk id="209" creationId="{D7D08AF7-4582-5317-24E8-DD68360E6128}"/>
          </ac:spMkLst>
        </pc:spChg>
        <pc:spChg chg="mod">
          <ac:chgData name="elvio rodriguez" userId="1c1449da70e07349" providerId="LiveId" clId="{B6FBDA6B-F2A7-4BBE-A2C3-07D2143358BF}" dt="2026-10-08T04:20:09.052" v="11683" actId="571"/>
          <ac:spMkLst>
            <pc:docMk/>
            <pc:sldMk cId="908276535" sldId="397"/>
            <ac:spMk id="210" creationId="{ACF91663-6669-AAED-98B9-B19ED72414F7}"/>
          </ac:spMkLst>
        </pc:spChg>
        <pc:spChg chg="mod">
          <ac:chgData name="elvio rodriguez" userId="1c1449da70e07349" providerId="LiveId" clId="{B6FBDA6B-F2A7-4BBE-A2C3-07D2143358BF}" dt="2026-10-08T04:20:09.052" v="11683" actId="571"/>
          <ac:spMkLst>
            <pc:docMk/>
            <pc:sldMk cId="908276535" sldId="397"/>
            <ac:spMk id="211" creationId="{3B659B51-85A8-08EC-4D24-145D9BFAC56E}"/>
          </ac:spMkLst>
        </pc:spChg>
        <pc:spChg chg="mod">
          <ac:chgData name="elvio rodriguez" userId="1c1449da70e07349" providerId="LiveId" clId="{B6FBDA6B-F2A7-4BBE-A2C3-07D2143358BF}" dt="2026-10-08T04:20:09.052" v="11683" actId="571"/>
          <ac:spMkLst>
            <pc:docMk/>
            <pc:sldMk cId="908276535" sldId="397"/>
            <ac:spMk id="212" creationId="{DE2DFC6B-620C-30F6-EAB7-1503C87DAC8C}"/>
          </ac:spMkLst>
        </pc:spChg>
        <pc:spChg chg="mod">
          <ac:chgData name="elvio rodriguez" userId="1c1449da70e07349" providerId="LiveId" clId="{B6FBDA6B-F2A7-4BBE-A2C3-07D2143358BF}" dt="2026-10-08T04:20:13.580" v="11686" actId="571"/>
          <ac:spMkLst>
            <pc:docMk/>
            <pc:sldMk cId="908276535" sldId="397"/>
            <ac:spMk id="219" creationId="{EBE21F81-9A04-83C3-55C8-BAB8D7BF2E4E}"/>
          </ac:spMkLst>
        </pc:spChg>
        <pc:spChg chg="mod">
          <ac:chgData name="elvio rodriguez" userId="1c1449da70e07349" providerId="LiveId" clId="{B6FBDA6B-F2A7-4BBE-A2C3-07D2143358BF}" dt="2026-10-08T04:20:13.580" v="11686" actId="571"/>
          <ac:spMkLst>
            <pc:docMk/>
            <pc:sldMk cId="908276535" sldId="397"/>
            <ac:spMk id="220" creationId="{D0C596DC-E36B-1201-A01F-D9D9606046F5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908276535" sldId="397"/>
            <ac:spMk id="221" creationId="{C145B43B-8147-A0C7-814E-2B3BD6FC6550}"/>
          </ac:spMkLst>
        </pc:spChg>
        <pc:spChg chg="mod">
          <ac:chgData name="elvio rodriguez" userId="1c1449da70e07349" providerId="LiveId" clId="{B6FBDA6B-F2A7-4BBE-A2C3-07D2143358BF}" dt="2026-10-09T14:26:25.130" v="12519" actId="790"/>
          <ac:spMkLst>
            <pc:docMk/>
            <pc:sldMk cId="908276535" sldId="397"/>
            <ac:spMk id="222" creationId="{DE7D175E-F055-72F0-D490-C142594D8C8D}"/>
          </ac:spMkLst>
        </pc:spChg>
        <pc:spChg chg="mod">
          <ac:chgData name="elvio rodriguez" userId="1c1449da70e07349" providerId="LiveId" clId="{B6FBDA6B-F2A7-4BBE-A2C3-07D2143358BF}" dt="2026-10-08T04:20:37.462" v="11693" actId="571"/>
          <ac:spMkLst>
            <pc:docMk/>
            <pc:sldMk cId="908276535" sldId="397"/>
            <ac:spMk id="224" creationId="{6CE5A657-F729-2875-868E-014AE6DF8F61}"/>
          </ac:spMkLst>
        </pc:spChg>
        <pc:spChg chg="mod">
          <ac:chgData name="elvio rodriguez" userId="1c1449da70e07349" providerId="LiveId" clId="{B6FBDA6B-F2A7-4BBE-A2C3-07D2143358BF}" dt="2026-10-08T04:20:37.462" v="11693" actId="571"/>
          <ac:spMkLst>
            <pc:docMk/>
            <pc:sldMk cId="908276535" sldId="397"/>
            <ac:spMk id="225" creationId="{6B09315A-224D-1F70-A11B-DE823037DDB0}"/>
          </ac:spMkLst>
        </pc:spChg>
        <pc:spChg chg="mod">
          <ac:chgData name="elvio rodriguez" userId="1c1449da70e07349" providerId="LiveId" clId="{B6FBDA6B-F2A7-4BBE-A2C3-07D2143358BF}" dt="2026-10-09T14:16:22.892" v="12098" actId="122"/>
          <ac:spMkLst>
            <pc:docMk/>
            <pc:sldMk cId="908276535" sldId="397"/>
            <ac:spMk id="227" creationId="{EBE6B1F8-F5C0-A6B9-B556-BBFD20422155}"/>
          </ac:spMkLst>
        </pc:spChg>
        <pc:spChg chg="mod">
          <ac:chgData name="elvio rodriguez" userId="1c1449da70e07349" providerId="LiveId" clId="{B6FBDA6B-F2A7-4BBE-A2C3-07D2143358BF}" dt="2026-10-08T04:20:37.462" v="11693" actId="571"/>
          <ac:spMkLst>
            <pc:docMk/>
            <pc:sldMk cId="908276535" sldId="397"/>
            <ac:spMk id="229" creationId="{CFDB1A68-05BA-A5BE-5FC4-4DDFB350071F}"/>
          </ac:spMkLst>
        </pc:spChg>
        <pc:spChg chg="mod">
          <ac:chgData name="elvio rodriguez" userId="1c1449da70e07349" providerId="LiveId" clId="{B6FBDA6B-F2A7-4BBE-A2C3-07D2143358BF}" dt="2026-10-08T04:31:36.905" v="11931" actId="1035"/>
          <ac:spMkLst>
            <pc:docMk/>
            <pc:sldMk cId="908276535" sldId="397"/>
            <ac:spMk id="233" creationId="{F0C7C8B2-DCC9-0AAB-E596-F9409834F589}"/>
          </ac:spMkLst>
        </pc:spChg>
        <pc:spChg chg="mod">
          <ac:chgData name="elvio rodriguez" userId="1c1449da70e07349" providerId="LiveId" clId="{B6FBDA6B-F2A7-4BBE-A2C3-07D2143358BF}" dt="2026-10-09T16:55:55.378" v="12564" actId="1037"/>
          <ac:spMkLst>
            <pc:docMk/>
            <pc:sldMk cId="908276535" sldId="397"/>
            <ac:spMk id="234" creationId="{BE78FF64-FBB6-F395-1170-25F9961D9614}"/>
          </ac:spMkLst>
        </pc:spChg>
        <pc:spChg chg="mod">
          <ac:chgData name="elvio rodriguez" userId="1c1449da70e07349" providerId="LiveId" clId="{B6FBDA6B-F2A7-4BBE-A2C3-07D2143358BF}" dt="2026-10-08T04:20:37.462" v="11693" actId="571"/>
          <ac:spMkLst>
            <pc:docMk/>
            <pc:sldMk cId="908276535" sldId="397"/>
            <ac:spMk id="239" creationId="{2DD5182F-3678-5A20-9743-AF59CE832841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908276535" sldId="397"/>
            <ac:spMk id="240" creationId="{BE6960BF-B7CB-AA3F-D775-AD26F51D6812}"/>
          </ac:spMkLst>
        </pc:spChg>
        <pc:spChg chg="mod">
          <ac:chgData name="elvio rodriguez" userId="1c1449da70e07349" providerId="LiveId" clId="{B6FBDA6B-F2A7-4BBE-A2C3-07D2143358BF}" dt="2026-10-08T04:20:37.462" v="11693" actId="571"/>
          <ac:spMkLst>
            <pc:docMk/>
            <pc:sldMk cId="908276535" sldId="397"/>
            <ac:spMk id="244" creationId="{D3BE53A0-4346-4022-1B30-6430E886C089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908276535" sldId="397"/>
            <ac:spMk id="246" creationId="{FB7BE730-EBC0-CA02-1FD2-E0594B0E6D7F}"/>
          </ac:spMkLst>
        </pc:spChg>
        <pc:spChg chg="mod">
          <ac:chgData name="elvio rodriguez" userId="1c1449da70e07349" providerId="LiveId" clId="{B6FBDA6B-F2A7-4BBE-A2C3-07D2143358BF}" dt="2026-10-08T04:20:37.462" v="11693" actId="571"/>
          <ac:spMkLst>
            <pc:docMk/>
            <pc:sldMk cId="908276535" sldId="397"/>
            <ac:spMk id="249" creationId="{F9AA2F4C-51DF-7CB5-1E95-0B706BB609E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908276535" sldId="397"/>
            <ac:spMk id="250" creationId="{21AFC22B-74B4-149A-C2F8-DCE86858C372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908276535" sldId="397"/>
            <ac:spMk id="253" creationId="{12F34986-7EA1-B419-F523-40289F1F3868}"/>
          </ac:spMkLst>
        </pc:spChg>
        <pc:spChg chg="mod">
          <ac:chgData name="elvio rodriguez" userId="1c1449da70e07349" providerId="LiveId" clId="{B6FBDA6B-F2A7-4BBE-A2C3-07D2143358BF}" dt="2026-10-08T04:20:37.462" v="11693" actId="571"/>
          <ac:spMkLst>
            <pc:docMk/>
            <pc:sldMk cId="908276535" sldId="397"/>
            <ac:spMk id="254" creationId="{860D7A8B-FC17-5451-9A36-CA4BF2F8211E}"/>
          </ac:spMkLst>
        </pc:spChg>
        <pc:spChg chg="mod">
          <ac:chgData name="elvio rodriguez" userId="1c1449da70e07349" providerId="LiveId" clId="{B6FBDA6B-F2A7-4BBE-A2C3-07D2143358BF}" dt="2026-10-08T04:20:37.462" v="11693" actId="571"/>
          <ac:spMkLst>
            <pc:docMk/>
            <pc:sldMk cId="908276535" sldId="397"/>
            <ac:spMk id="255" creationId="{E7FC674A-8CA2-4BA9-FCDC-79FD1F4C6861}"/>
          </ac:spMkLst>
        </pc:spChg>
        <pc:spChg chg="mod">
          <ac:chgData name="elvio rodriguez" userId="1c1449da70e07349" providerId="LiveId" clId="{B6FBDA6B-F2A7-4BBE-A2C3-07D2143358BF}" dt="2026-10-09T14:26:25.130" v="12519" actId="790"/>
          <ac:spMkLst>
            <pc:docMk/>
            <pc:sldMk cId="908276535" sldId="397"/>
            <ac:spMk id="258" creationId="{A614A9F8-A659-DA90-5583-70E3F4FBE008}"/>
          </ac:spMkLst>
        </pc:spChg>
        <pc:spChg chg="mod">
          <ac:chgData name="elvio rodriguez" userId="1c1449da70e07349" providerId="LiveId" clId="{B6FBDA6B-F2A7-4BBE-A2C3-07D2143358BF}" dt="2026-10-09T14:16:22.892" v="12098" actId="122"/>
          <ac:spMkLst>
            <pc:docMk/>
            <pc:sldMk cId="908276535" sldId="397"/>
            <ac:spMk id="259" creationId="{8B96908A-6DF9-B552-9322-0F80A97B3E2A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908276535" sldId="397"/>
            <ac:spMk id="262" creationId="{4B84210A-69C3-3785-C89E-E21411D6A96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908276535" sldId="397"/>
            <ac:spMk id="264" creationId="{E4DBE549-AF82-DA4A-8096-6C3AE7BB051D}"/>
          </ac:spMkLst>
        </pc:spChg>
        <pc:spChg chg="mod">
          <ac:chgData name="elvio rodriguez" userId="1c1449da70e07349" providerId="LiveId" clId="{B6FBDA6B-F2A7-4BBE-A2C3-07D2143358BF}" dt="2026-10-09T14:16:22.892" v="12098" actId="122"/>
          <ac:spMkLst>
            <pc:docMk/>
            <pc:sldMk cId="908276535" sldId="397"/>
            <ac:spMk id="265" creationId="{B5DFF43F-D5C8-C0FC-C965-D16B4F80F48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908276535" sldId="397"/>
            <ac:spMk id="268" creationId="{F3C79D52-ACBF-686C-D805-C778A5C13DB9}"/>
          </ac:spMkLst>
        </pc:spChg>
        <pc:spChg chg="mod">
          <ac:chgData name="elvio rodriguez" userId="1c1449da70e07349" providerId="LiveId" clId="{B6FBDA6B-F2A7-4BBE-A2C3-07D2143358BF}" dt="2026-10-08T04:20:44.080" v="11694" actId="571"/>
          <ac:spMkLst>
            <pc:docMk/>
            <pc:sldMk cId="908276535" sldId="397"/>
            <ac:spMk id="269" creationId="{27535E83-1789-17ED-31EF-6996FA05696F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908276535" sldId="397"/>
            <ac:spMk id="271" creationId="{5AC5F94A-3AFB-0FF1-A678-9CB2CDC7C278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908276535" sldId="397"/>
            <ac:spMk id="272" creationId="{7DC9FA2D-17FE-DF63-46A4-B98D75CD6971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908276535" sldId="397"/>
            <ac:spMk id="273" creationId="{60D1B634-8F04-9CB6-D106-B9D83CF38809}"/>
          </ac:spMkLst>
        </pc:spChg>
        <pc:spChg chg="mod">
          <ac:chgData name="elvio rodriguez" userId="1c1449da70e07349" providerId="LiveId" clId="{B6FBDA6B-F2A7-4BBE-A2C3-07D2143358BF}" dt="2026-10-08T04:20:44.080" v="11694" actId="571"/>
          <ac:spMkLst>
            <pc:docMk/>
            <pc:sldMk cId="908276535" sldId="397"/>
            <ac:spMk id="274" creationId="{18B001A6-C3BF-BC59-718C-0B880B1A9600}"/>
          </ac:spMkLst>
        </pc:spChg>
        <pc:spChg chg="mod">
          <ac:chgData name="elvio rodriguez" userId="1c1449da70e07349" providerId="LiveId" clId="{B6FBDA6B-F2A7-4BBE-A2C3-07D2143358BF}" dt="2026-10-08T04:20:44.080" v="11694" actId="571"/>
          <ac:spMkLst>
            <pc:docMk/>
            <pc:sldMk cId="908276535" sldId="397"/>
            <ac:spMk id="276" creationId="{FB807517-6806-521A-AD69-FDCF2A8B1769}"/>
          </ac:spMkLst>
        </pc:spChg>
        <pc:spChg chg="mod">
          <ac:chgData name="elvio rodriguez" userId="1c1449da70e07349" providerId="LiveId" clId="{B6FBDA6B-F2A7-4BBE-A2C3-07D2143358BF}" dt="2026-10-08T04:20:44.080" v="11694" actId="571"/>
          <ac:spMkLst>
            <pc:docMk/>
            <pc:sldMk cId="908276535" sldId="397"/>
            <ac:spMk id="278" creationId="{D51BC1F0-49DF-9E57-B8C2-FE1D41A940F6}"/>
          </ac:spMkLst>
        </pc:spChg>
        <pc:spChg chg="mod">
          <ac:chgData name="elvio rodriguez" userId="1c1449da70e07349" providerId="LiveId" clId="{B6FBDA6B-F2A7-4BBE-A2C3-07D2143358BF}" dt="2026-10-08T04:20:44.080" v="11694" actId="571"/>
          <ac:spMkLst>
            <pc:docMk/>
            <pc:sldMk cId="908276535" sldId="397"/>
            <ac:spMk id="279" creationId="{8E05CA2D-2979-F1DD-3124-2BACD39EB5EE}"/>
          </ac:spMkLst>
        </pc:spChg>
        <pc:spChg chg="mod">
          <ac:chgData name="elvio rodriguez" userId="1c1449da70e07349" providerId="LiveId" clId="{B6FBDA6B-F2A7-4BBE-A2C3-07D2143358BF}" dt="2026-10-08T04:20:57.137" v="11698" actId="571"/>
          <ac:spMkLst>
            <pc:docMk/>
            <pc:sldMk cId="908276535" sldId="397"/>
            <ac:spMk id="281" creationId="{E96F7BCA-BB78-8751-5739-9DEB1AE910DD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908276535" sldId="397"/>
            <ac:spMk id="282" creationId="{1D194EEE-AA9F-A295-D883-49CC83994A07}"/>
          </ac:spMkLst>
        </pc:spChg>
        <pc:spChg chg="mod">
          <ac:chgData name="elvio rodriguez" userId="1c1449da70e07349" providerId="LiveId" clId="{B6FBDA6B-F2A7-4BBE-A2C3-07D2143358BF}" dt="2026-10-08T04:20:57.137" v="11698" actId="571"/>
          <ac:spMkLst>
            <pc:docMk/>
            <pc:sldMk cId="908276535" sldId="397"/>
            <ac:spMk id="283" creationId="{15E66193-C3DD-4F23-672C-3D6461EBDA29}"/>
          </ac:spMkLst>
        </pc:spChg>
        <pc:spChg chg="mod">
          <ac:chgData name="elvio rodriguez" userId="1c1449da70e07349" providerId="LiveId" clId="{B6FBDA6B-F2A7-4BBE-A2C3-07D2143358BF}" dt="2026-10-08T04:20:57.137" v="11698" actId="571"/>
          <ac:spMkLst>
            <pc:docMk/>
            <pc:sldMk cId="908276535" sldId="397"/>
            <ac:spMk id="284" creationId="{4D9A5B07-D298-5541-CDCD-FA71333B793C}"/>
          </ac:spMkLst>
        </pc:spChg>
        <pc:spChg chg="mod">
          <ac:chgData name="elvio rodriguez" userId="1c1449da70e07349" providerId="LiveId" clId="{B6FBDA6B-F2A7-4BBE-A2C3-07D2143358BF}" dt="2026-10-08T04:20:59.799" v="11699" actId="571"/>
          <ac:spMkLst>
            <pc:docMk/>
            <pc:sldMk cId="908276535" sldId="397"/>
            <ac:spMk id="286" creationId="{DC1F62D0-DC6B-2C1A-88BE-3BD2532C7019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908276535" sldId="397"/>
            <ac:spMk id="287" creationId="{67ED54E6-0910-0F10-687C-AF21EA786C11}"/>
          </ac:spMkLst>
        </pc:spChg>
        <pc:spChg chg="mod">
          <ac:chgData name="elvio rodriguez" userId="1c1449da70e07349" providerId="LiveId" clId="{B6FBDA6B-F2A7-4BBE-A2C3-07D2143358BF}" dt="2026-10-08T04:20:59.799" v="11699" actId="571"/>
          <ac:spMkLst>
            <pc:docMk/>
            <pc:sldMk cId="908276535" sldId="397"/>
            <ac:spMk id="288" creationId="{EB6EBCE1-D45D-C88B-186B-E680F1A1A31E}"/>
          </ac:spMkLst>
        </pc:spChg>
        <pc:spChg chg="mod">
          <ac:chgData name="elvio rodriguez" userId="1c1449da70e07349" providerId="LiveId" clId="{B6FBDA6B-F2A7-4BBE-A2C3-07D2143358BF}" dt="2026-10-08T04:20:59.799" v="11699" actId="571"/>
          <ac:spMkLst>
            <pc:docMk/>
            <pc:sldMk cId="908276535" sldId="397"/>
            <ac:spMk id="289" creationId="{3EA41029-F337-53DF-85EE-8634C9C6C03E}"/>
          </ac:spMkLst>
        </pc:spChg>
        <pc:spChg chg="add mod">
          <ac:chgData name="elvio rodriguez" userId="1c1449da70e07349" providerId="LiveId" clId="{B6FBDA6B-F2A7-4BBE-A2C3-07D2143358BF}" dt="2026-10-11T01:45:22.335" v="17538" actId="790"/>
          <ac:spMkLst>
            <pc:docMk/>
            <pc:sldMk cId="908276535" sldId="397"/>
            <ac:spMk id="299" creationId="{77251C3A-7C13-86B4-C387-D70C92B6671C}"/>
          </ac:spMkLst>
        </pc:spChg>
        <pc:spChg chg="mod">
          <ac:chgData name="elvio rodriguez" userId="1c1449da70e07349" providerId="LiveId" clId="{B6FBDA6B-F2A7-4BBE-A2C3-07D2143358BF}" dt="2026-10-09T16:55:55.378" v="12564" actId="1037"/>
          <ac:spMkLst>
            <pc:docMk/>
            <pc:sldMk cId="908276535" sldId="397"/>
            <ac:spMk id="300" creationId="{012B82C6-4B6D-7095-E1FA-DC642C3FBE21}"/>
          </ac:spMkLst>
        </pc:spChg>
        <pc:spChg chg="add mod">
          <ac:chgData name="elvio rodriguez" userId="1c1449da70e07349" providerId="LiveId" clId="{B6FBDA6B-F2A7-4BBE-A2C3-07D2143358BF}" dt="2026-10-09T16:55:55.378" v="12564" actId="1037"/>
          <ac:spMkLst>
            <pc:docMk/>
            <pc:sldMk cId="908276535" sldId="397"/>
            <ac:spMk id="301" creationId="{623567B5-1151-C2DB-F00A-4EE54FF4B240}"/>
          </ac:spMkLst>
        </pc:spChg>
        <pc:spChg chg="mod">
          <ac:chgData name="elvio rodriguez" userId="1c1449da70e07349" providerId="LiveId" clId="{B6FBDA6B-F2A7-4BBE-A2C3-07D2143358BF}" dt="2026-10-08T04:21:05.586" v="11700" actId="571"/>
          <ac:spMkLst>
            <pc:docMk/>
            <pc:sldMk cId="908276535" sldId="397"/>
            <ac:spMk id="303" creationId="{95EF81B4-3B51-AE61-6182-EE01D65C8E63}"/>
          </ac:spMkLst>
        </pc:spChg>
        <pc:spChg chg="mod">
          <ac:chgData name="elvio rodriguez" userId="1c1449da70e07349" providerId="LiveId" clId="{B6FBDA6B-F2A7-4BBE-A2C3-07D2143358BF}" dt="2026-10-09T14:26:25.130" v="12519" actId="790"/>
          <ac:spMkLst>
            <pc:docMk/>
            <pc:sldMk cId="908276535" sldId="397"/>
            <ac:spMk id="312" creationId="{EE6A1693-34DB-1AFB-B2B6-C8953527FB98}"/>
          </ac:spMkLst>
        </pc:spChg>
        <pc:spChg chg="mod">
          <ac:chgData name="elvio rodriguez" userId="1c1449da70e07349" providerId="LiveId" clId="{B6FBDA6B-F2A7-4BBE-A2C3-07D2143358BF}" dt="2026-10-08T04:21:05.586" v="11700" actId="571"/>
          <ac:spMkLst>
            <pc:docMk/>
            <pc:sldMk cId="908276535" sldId="397"/>
            <ac:spMk id="315" creationId="{717E7CC8-E870-A7AA-4EFB-A890C4F35650}"/>
          </ac:spMkLst>
        </pc:spChg>
        <pc:spChg chg="mod">
          <ac:chgData name="elvio rodriguez" userId="1c1449da70e07349" providerId="LiveId" clId="{B6FBDA6B-F2A7-4BBE-A2C3-07D2143358BF}" dt="2026-10-09T14:26:25.130" v="12519" actId="790"/>
          <ac:spMkLst>
            <pc:docMk/>
            <pc:sldMk cId="908276535" sldId="397"/>
            <ac:spMk id="317" creationId="{A549D050-B349-A443-31F6-82D84D48BA12}"/>
          </ac:spMkLst>
        </pc:spChg>
        <pc:spChg chg="mod">
          <ac:chgData name="elvio rodriguez" userId="1c1449da70e07349" providerId="LiveId" clId="{B6FBDA6B-F2A7-4BBE-A2C3-07D2143358BF}" dt="2026-10-08T04:29:58.877" v="11906" actId="1076"/>
          <ac:spMkLst>
            <pc:docMk/>
            <pc:sldMk cId="908276535" sldId="397"/>
            <ac:spMk id="324" creationId="{7E1D7DF1-F3AE-38F1-8688-F241E10EDE49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908276535" sldId="397"/>
            <ac:spMk id="325" creationId="{F9843DCF-7FBF-C73E-2BAB-1C4F92C7670D}"/>
          </ac:spMkLst>
        </pc:spChg>
        <pc:spChg chg="mod">
          <ac:chgData name="elvio rodriguez" userId="1c1449da70e07349" providerId="LiveId" clId="{B6FBDA6B-F2A7-4BBE-A2C3-07D2143358BF}" dt="2026-10-09T14:16:22.892" v="12098" actId="122"/>
          <ac:spMkLst>
            <pc:docMk/>
            <pc:sldMk cId="908276535" sldId="397"/>
            <ac:spMk id="326" creationId="{0F52F2A4-8BE6-3910-23C6-1332BB1E9F5A}"/>
          </ac:spMkLst>
        </pc:spChg>
        <pc:spChg chg="mod">
          <ac:chgData name="elvio rodriguez" userId="1c1449da70e07349" providerId="LiveId" clId="{B6FBDA6B-F2A7-4BBE-A2C3-07D2143358BF}" dt="2026-10-08T04:21:05.586" v="11700" actId="571"/>
          <ac:spMkLst>
            <pc:docMk/>
            <pc:sldMk cId="908276535" sldId="397"/>
            <ac:spMk id="329" creationId="{68A7A24A-6412-DFE3-CA38-B38EA75B9CC2}"/>
          </ac:spMkLst>
        </pc:spChg>
        <pc:spChg chg="mod">
          <ac:chgData name="elvio rodriguez" userId="1c1449da70e07349" providerId="LiveId" clId="{B6FBDA6B-F2A7-4BBE-A2C3-07D2143358BF}" dt="2026-10-09T16:55:55.378" v="12564" actId="1037"/>
          <ac:spMkLst>
            <pc:docMk/>
            <pc:sldMk cId="908276535" sldId="397"/>
            <ac:spMk id="337" creationId="{E801392B-7C09-F5BF-7327-7DC8406B18E2}"/>
          </ac:spMkLst>
        </pc:spChg>
        <pc:spChg chg="mod">
          <ac:chgData name="elvio rodriguez" userId="1c1449da70e07349" providerId="LiveId" clId="{B6FBDA6B-F2A7-4BBE-A2C3-07D2143358BF}" dt="2026-10-09T16:55:55.378" v="12564" actId="1037"/>
          <ac:spMkLst>
            <pc:docMk/>
            <pc:sldMk cId="908276535" sldId="397"/>
            <ac:spMk id="338" creationId="{F6FD31D6-3BF0-BA37-B36D-27DF411901DC}"/>
          </ac:spMkLst>
        </pc:spChg>
        <pc:spChg chg="mod">
          <ac:chgData name="elvio rodriguez" userId="1c1449da70e07349" providerId="LiveId" clId="{B6FBDA6B-F2A7-4BBE-A2C3-07D2143358BF}" dt="2026-10-08T04:31:36.905" v="11931" actId="1035"/>
          <ac:spMkLst>
            <pc:docMk/>
            <pc:sldMk cId="908276535" sldId="397"/>
            <ac:spMk id="339" creationId="{FDA4EA79-F7D0-C669-2683-B85BCC1B333F}"/>
          </ac:spMkLst>
        </pc:spChg>
        <pc:spChg chg="mod">
          <ac:chgData name="elvio rodriguez" userId="1c1449da70e07349" providerId="LiveId" clId="{B6FBDA6B-F2A7-4BBE-A2C3-07D2143358BF}" dt="2026-10-08T04:21:05.586" v="11700" actId="571"/>
          <ac:spMkLst>
            <pc:docMk/>
            <pc:sldMk cId="908276535" sldId="397"/>
            <ac:spMk id="341" creationId="{AD9F18ED-49F6-1426-66A5-B0062BA9761F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908276535" sldId="397"/>
            <ac:spMk id="350" creationId="{69CB985C-0B28-3605-E509-6ED5EC6A28E1}"/>
          </ac:spMkLst>
        </pc:spChg>
        <pc:spChg chg="mod">
          <ac:chgData name="elvio rodriguez" userId="1c1449da70e07349" providerId="LiveId" clId="{B6FBDA6B-F2A7-4BBE-A2C3-07D2143358BF}" dt="2026-10-08T04:21:05.586" v="11700" actId="571"/>
          <ac:spMkLst>
            <pc:docMk/>
            <pc:sldMk cId="908276535" sldId="397"/>
            <ac:spMk id="355" creationId="{20E5561E-D78F-61FF-6A11-FDDC070B1852}"/>
          </ac:spMkLst>
        </pc:spChg>
        <pc:spChg chg="mod">
          <ac:chgData name="elvio rodriguez" userId="1c1449da70e07349" providerId="LiveId" clId="{B6FBDA6B-F2A7-4BBE-A2C3-07D2143358BF}" dt="2026-10-08T04:21:05.586" v="11700" actId="571"/>
          <ac:spMkLst>
            <pc:docMk/>
            <pc:sldMk cId="908276535" sldId="397"/>
            <ac:spMk id="356" creationId="{FAC202D8-C08C-4E2B-4706-A774D3F31E10}"/>
          </ac:spMkLst>
        </pc:spChg>
        <pc:spChg chg="mod">
          <ac:chgData name="elvio rodriguez" userId="1c1449da70e07349" providerId="LiveId" clId="{B6FBDA6B-F2A7-4BBE-A2C3-07D2143358BF}" dt="2026-10-08T04:21:05.586" v="11700" actId="571"/>
          <ac:spMkLst>
            <pc:docMk/>
            <pc:sldMk cId="908276535" sldId="397"/>
            <ac:spMk id="362" creationId="{FC0B02FF-D1FE-6318-F5D3-42D8FEE4D7B4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908276535" sldId="397"/>
            <ac:spMk id="367" creationId="{6C91D3A0-8420-1922-D80A-422F2D2A72D1}"/>
          </ac:spMkLst>
        </pc:spChg>
        <pc:spChg chg="mod">
          <ac:chgData name="elvio rodriguez" userId="1c1449da70e07349" providerId="LiveId" clId="{B6FBDA6B-F2A7-4BBE-A2C3-07D2143358BF}" dt="2026-10-09T14:16:22.892" v="12098" actId="122"/>
          <ac:spMkLst>
            <pc:docMk/>
            <pc:sldMk cId="908276535" sldId="397"/>
            <ac:spMk id="370" creationId="{09736843-EBA0-FE43-871E-388C39C7B4E8}"/>
          </ac:spMkLst>
        </pc:spChg>
        <pc:spChg chg="mod">
          <ac:chgData name="elvio rodriguez" userId="1c1449da70e07349" providerId="LiveId" clId="{B6FBDA6B-F2A7-4BBE-A2C3-07D2143358BF}" dt="2026-10-09T14:26:25.130" v="12519" actId="790"/>
          <ac:spMkLst>
            <pc:docMk/>
            <pc:sldMk cId="908276535" sldId="397"/>
            <ac:spMk id="373" creationId="{4263A349-9AC0-EA59-E9EB-A4213DF50B53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908276535" sldId="397"/>
            <ac:spMk id="378" creationId="{2D66FEEF-0576-5350-0DF2-3286E2A88B61}"/>
          </ac:spMkLst>
        </pc:spChg>
        <pc:spChg chg="mod">
          <ac:chgData name="elvio rodriguez" userId="1c1449da70e07349" providerId="LiveId" clId="{B6FBDA6B-F2A7-4BBE-A2C3-07D2143358BF}" dt="2026-10-09T14:26:25.130" v="12519" actId="790"/>
          <ac:spMkLst>
            <pc:docMk/>
            <pc:sldMk cId="908276535" sldId="397"/>
            <ac:spMk id="381" creationId="{8C0F4ED0-2A6C-C964-5F64-5E32E90671E0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908276535" sldId="397"/>
            <ac:spMk id="382" creationId="{39C6938D-9B04-9086-68D8-B76B618DF559}"/>
          </ac:spMkLst>
        </pc:spChg>
        <pc:spChg chg="add mod">
          <ac:chgData name="elvio rodriguez" userId="1c1449da70e07349" providerId="LiveId" clId="{B6FBDA6B-F2A7-4BBE-A2C3-07D2143358BF}" dt="2026-10-09T14:15:58.817" v="12075" actId="20577"/>
          <ac:spMkLst>
            <pc:docMk/>
            <pc:sldMk cId="908276535" sldId="397"/>
            <ac:spMk id="395" creationId="{442ABAA5-65F1-20AF-BBB9-A5B3DFAD3738}"/>
          </ac:spMkLst>
        </pc:spChg>
        <pc:spChg chg="add mod">
          <ac:chgData name="elvio rodriguez" userId="1c1449da70e07349" providerId="LiveId" clId="{B6FBDA6B-F2A7-4BBE-A2C3-07D2143358BF}" dt="2026-10-09T16:55:55.378" v="12564" actId="1037"/>
          <ac:spMkLst>
            <pc:docMk/>
            <pc:sldMk cId="908276535" sldId="397"/>
            <ac:spMk id="396" creationId="{455FEF0E-1B0F-78EB-A8D6-1A58EE7AD679}"/>
          </ac:spMkLst>
        </pc:spChg>
        <pc:spChg chg="add mod">
          <ac:chgData name="elvio rodriguez" userId="1c1449da70e07349" providerId="LiveId" clId="{B6FBDA6B-F2A7-4BBE-A2C3-07D2143358BF}" dt="2026-10-09T16:55:55.378" v="12564" actId="1037"/>
          <ac:spMkLst>
            <pc:docMk/>
            <pc:sldMk cId="908276535" sldId="397"/>
            <ac:spMk id="397" creationId="{8659C793-FC9F-FF4E-6308-BFFFCCC3866A}"/>
          </ac:spMkLst>
        </pc:spChg>
        <pc:spChg chg="add del mod">
          <ac:chgData name="elvio rodriguez" userId="1c1449da70e07349" providerId="LiveId" clId="{B6FBDA6B-F2A7-4BBE-A2C3-07D2143358BF}" dt="2026-10-09T14:14:06.608" v="11953" actId="1076"/>
          <ac:spMkLst>
            <pc:docMk/>
            <pc:sldMk cId="908276535" sldId="397"/>
            <ac:spMk id="407" creationId="{CCEFADD4-A4CC-2C5D-96EE-9D36C7FB34A5}"/>
          </ac:spMkLst>
        </pc:spChg>
        <pc:spChg chg="add mod">
          <ac:chgData name="elvio rodriguez" userId="1c1449da70e07349" providerId="LiveId" clId="{B6FBDA6B-F2A7-4BBE-A2C3-07D2143358BF}" dt="2026-10-08T04:28:42.210" v="11861" actId="1076"/>
          <ac:spMkLst>
            <pc:docMk/>
            <pc:sldMk cId="908276535" sldId="397"/>
            <ac:spMk id="410" creationId="{E7A6CCCA-F33E-4C7E-FC40-8E50254BE6F1}"/>
          </ac:spMkLst>
        </pc:spChg>
        <pc:spChg chg="add mod">
          <ac:chgData name="elvio rodriguez" userId="1c1449da70e07349" providerId="LiveId" clId="{B6FBDA6B-F2A7-4BBE-A2C3-07D2143358BF}" dt="2026-10-09T14:25:45.312" v="12484" actId="20577"/>
          <ac:spMkLst>
            <pc:docMk/>
            <pc:sldMk cId="908276535" sldId="397"/>
            <ac:spMk id="411" creationId="{BBEEBE6D-9DD3-7AEB-FB03-13B827A318A3}"/>
          </ac:spMkLst>
        </pc:spChg>
        <pc:spChg chg="mod">
          <ac:chgData name="elvio rodriguez" userId="1c1449da70e07349" providerId="LiveId" clId="{B6FBDA6B-F2A7-4BBE-A2C3-07D2143358BF}" dt="2026-10-08T04:26:55.076" v="11832" actId="571"/>
          <ac:spMkLst>
            <pc:docMk/>
            <pc:sldMk cId="908276535" sldId="397"/>
            <ac:spMk id="413" creationId="{7E39251D-E6EC-2D7F-D816-962A5280AC77}"/>
          </ac:spMkLst>
        </pc:spChg>
        <pc:spChg chg="mod">
          <ac:chgData name="elvio rodriguez" userId="1c1449da70e07349" providerId="LiveId" clId="{B6FBDA6B-F2A7-4BBE-A2C3-07D2143358BF}" dt="2026-10-08T04:26:55.076" v="11832" actId="571"/>
          <ac:spMkLst>
            <pc:docMk/>
            <pc:sldMk cId="908276535" sldId="397"/>
            <ac:spMk id="416" creationId="{52A820C3-C55B-CA73-909B-4C2D44921D6E}"/>
          </ac:spMkLst>
        </pc:spChg>
        <pc:spChg chg="mod">
          <ac:chgData name="elvio rodriguez" userId="1c1449da70e07349" providerId="LiveId" clId="{B6FBDA6B-F2A7-4BBE-A2C3-07D2143358BF}" dt="2026-10-08T04:26:55.076" v="11832" actId="571"/>
          <ac:spMkLst>
            <pc:docMk/>
            <pc:sldMk cId="908276535" sldId="397"/>
            <ac:spMk id="418" creationId="{680C65C8-0610-6DF9-C6F8-28893EE9060D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908276535" sldId="397"/>
            <ac:spMk id="420" creationId="{DFACBB49-9D85-9268-F6EE-1D1916E5F4D4}"/>
          </ac:spMkLst>
        </pc:spChg>
        <pc:spChg chg="mod">
          <ac:chgData name="elvio rodriguez" userId="1c1449da70e07349" providerId="LiveId" clId="{B6FBDA6B-F2A7-4BBE-A2C3-07D2143358BF}" dt="2026-10-08T04:26:55.076" v="11832" actId="571"/>
          <ac:spMkLst>
            <pc:docMk/>
            <pc:sldMk cId="908276535" sldId="397"/>
            <ac:spMk id="425" creationId="{18DE2FA8-2A41-CAB4-7560-A3477591F378}"/>
          </ac:spMkLst>
        </pc:spChg>
        <pc:spChg chg="mod">
          <ac:chgData name="elvio rodriguez" userId="1c1449da70e07349" providerId="LiveId" clId="{B6FBDA6B-F2A7-4BBE-A2C3-07D2143358BF}" dt="2026-10-08T04:26:55.076" v="11832" actId="571"/>
          <ac:spMkLst>
            <pc:docMk/>
            <pc:sldMk cId="908276535" sldId="397"/>
            <ac:spMk id="427" creationId="{A717D12B-5335-9C2E-C590-2246599C087F}"/>
          </ac:spMkLst>
        </pc:spChg>
        <pc:spChg chg="mod">
          <ac:chgData name="elvio rodriguez" userId="1c1449da70e07349" providerId="LiveId" clId="{B6FBDA6B-F2A7-4BBE-A2C3-07D2143358BF}" dt="2026-10-08T04:26:55.076" v="11832" actId="571"/>
          <ac:spMkLst>
            <pc:docMk/>
            <pc:sldMk cId="908276535" sldId="397"/>
            <ac:spMk id="428" creationId="{A66CF5C6-65D2-44F8-A0D4-D42F443A3AB7}"/>
          </ac:spMkLst>
        </pc:spChg>
        <pc:spChg chg="mod">
          <ac:chgData name="elvio rodriguez" userId="1c1449da70e07349" providerId="LiveId" clId="{B6FBDA6B-F2A7-4BBE-A2C3-07D2143358BF}" dt="2026-10-08T04:26:55.076" v="11832" actId="571"/>
          <ac:spMkLst>
            <pc:docMk/>
            <pc:sldMk cId="908276535" sldId="397"/>
            <ac:spMk id="430" creationId="{A2D8A04D-26C5-161D-CB17-85CD1D1BD2FD}"/>
          </ac:spMkLst>
        </pc:spChg>
        <pc:spChg chg="add mod">
          <ac:chgData name="elvio rodriguez" userId="1c1449da70e07349" providerId="LiveId" clId="{B6FBDA6B-F2A7-4BBE-A2C3-07D2143358BF}" dt="2026-10-09T14:25:27.718" v="12483" actId="113"/>
          <ac:spMkLst>
            <pc:docMk/>
            <pc:sldMk cId="908276535" sldId="397"/>
            <ac:spMk id="431" creationId="{698E671C-5C81-ABE9-1CF6-80AAC58EB81B}"/>
          </ac:spMkLst>
        </pc:spChg>
        <pc:spChg chg="add mod">
          <ac:chgData name="elvio rodriguez" userId="1c1449da70e07349" providerId="LiveId" clId="{B6FBDA6B-F2A7-4BBE-A2C3-07D2143358BF}" dt="2026-10-09T16:55:55.378" v="12564" actId="1037"/>
          <ac:spMkLst>
            <pc:docMk/>
            <pc:sldMk cId="908276535" sldId="397"/>
            <ac:spMk id="433" creationId="{D82C1D35-9235-D34A-C8F0-6B2D2B6ED110}"/>
          </ac:spMkLst>
        </pc:spChg>
        <pc:spChg chg="mod">
          <ac:chgData name="elvio rodriguez" userId="1c1449da70e07349" providerId="LiveId" clId="{B6FBDA6B-F2A7-4BBE-A2C3-07D2143358BF}" dt="2026-10-08T04:27:45.743" v="11850" actId="571"/>
          <ac:spMkLst>
            <pc:docMk/>
            <pc:sldMk cId="908276535" sldId="397"/>
            <ac:spMk id="435" creationId="{48DDCFB6-1DE5-DA6D-38BD-6193672BBB0F}"/>
          </ac:spMkLst>
        </pc:spChg>
        <pc:spChg chg="mod">
          <ac:chgData name="elvio rodriguez" userId="1c1449da70e07349" providerId="LiveId" clId="{B6FBDA6B-F2A7-4BBE-A2C3-07D2143358BF}" dt="2026-10-08T04:27:45.743" v="11850" actId="571"/>
          <ac:spMkLst>
            <pc:docMk/>
            <pc:sldMk cId="908276535" sldId="397"/>
            <ac:spMk id="436" creationId="{C1D89F9A-18B8-44EA-42B7-8AF199FFB0C8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908276535" sldId="397"/>
            <ac:spMk id="437" creationId="{A197768C-1371-DF58-0853-3E6FC553FD64}"/>
          </ac:spMkLst>
        </pc:spChg>
        <pc:spChg chg="mod">
          <ac:chgData name="elvio rodriguez" userId="1c1449da70e07349" providerId="LiveId" clId="{B6FBDA6B-F2A7-4BBE-A2C3-07D2143358BF}" dt="2026-10-08T04:27:45.743" v="11850" actId="571"/>
          <ac:spMkLst>
            <pc:docMk/>
            <pc:sldMk cId="908276535" sldId="397"/>
            <ac:spMk id="438" creationId="{C43ECF21-222E-B733-1BF2-80BB175EE667}"/>
          </ac:spMkLst>
        </pc:spChg>
        <pc:spChg chg="mod">
          <ac:chgData name="elvio rodriguez" userId="1c1449da70e07349" providerId="LiveId" clId="{B6FBDA6B-F2A7-4BBE-A2C3-07D2143358BF}" dt="2026-10-08T04:27:54.175" v="11853" actId="571"/>
          <ac:spMkLst>
            <pc:docMk/>
            <pc:sldMk cId="908276535" sldId="397"/>
            <ac:spMk id="444" creationId="{685CE2FA-905F-E1E9-1E68-91263C7DA985}"/>
          </ac:spMkLst>
        </pc:spChg>
        <pc:spChg chg="mod">
          <ac:chgData name="elvio rodriguez" userId="1c1449da70e07349" providerId="LiveId" clId="{B6FBDA6B-F2A7-4BBE-A2C3-07D2143358BF}" dt="2026-10-08T04:27:54.175" v="11853" actId="571"/>
          <ac:spMkLst>
            <pc:docMk/>
            <pc:sldMk cId="908276535" sldId="397"/>
            <ac:spMk id="445" creationId="{10DC8B95-0849-1C1D-D822-32B59959344F}"/>
          </ac:spMkLst>
        </pc:spChg>
        <pc:spChg chg="mod">
          <ac:chgData name="elvio rodriguez" userId="1c1449da70e07349" providerId="LiveId" clId="{B6FBDA6B-F2A7-4BBE-A2C3-07D2143358BF}" dt="2026-10-08T04:28:03.695" v="11854" actId="571"/>
          <ac:spMkLst>
            <pc:docMk/>
            <pc:sldMk cId="908276535" sldId="397"/>
            <ac:spMk id="447" creationId="{BF713508-196E-7600-4B2E-3E67A47D2173}"/>
          </ac:spMkLst>
        </pc:spChg>
        <pc:spChg chg="mod">
          <ac:chgData name="elvio rodriguez" userId="1c1449da70e07349" providerId="LiveId" clId="{B6FBDA6B-F2A7-4BBE-A2C3-07D2143358BF}" dt="2026-10-08T04:28:03.695" v="11854" actId="571"/>
          <ac:spMkLst>
            <pc:docMk/>
            <pc:sldMk cId="908276535" sldId="397"/>
            <ac:spMk id="448" creationId="{939BA559-A360-AABC-FFED-81886D9BF345}"/>
          </ac:spMkLst>
        </pc:spChg>
        <pc:spChg chg="mod">
          <ac:chgData name="elvio rodriguez" userId="1c1449da70e07349" providerId="LiveId" clId="{B6FBDA6B-F2A7-4BBE-A2C3-07D2143358BF}" dt="2026-10-08T04:28:03.695" v="11854" actId="571"/>
          <ac:spMkLst>
            <pc:docMk/>
            <pc:sldMk cId="908276535" sldId="397"/>
            <ac:spMk id="449" creationId="{1B56A86C-EF2C-3989-FC6D-C10D434F6A19}"/>
          </ac:spMkLst>
        </pc:spChg>
        <pc:spChg chg="mod">
          <ac:chgData name="elvio rodriguez" userId="1c1449da70e07349" providerId="LiveId" clId="{B6FBDA6B-F2A7-4BBE-A2C3-07D2143358BF}" dt="2026-10-08T04:28:36.878" v="11860" actId="571"/>
          <ac:spMkLst>
            <pc:docMk/>
            <pc:sldMk cId="908276535" sldId="397"/>
            <ac:spMk id="451" creationId="{A098991C-0F46-7FF2-1DF4-0D152F31A0DD}"/>
          </ac:spMkLst>
        </pc:spChg>
        <pc:spChg chg="mod">
          <ac:chgData name="elvio rodriguez" userId="1c1449da70e07349" providerId="LiveId" clId="{B6FBDA6B-F2A7-4BBE-A2C3-07D2143358BF}" dt="2026-10-08T04:28:36.878" v="11860" actId="571"/>
          <ac:spMkLst>
            <pc:docMk/>
            <pc:sldMk cId="908276535" sldId="397"/>
            <ac:spMk id="452" creationId="{1C43E902-3F09-DFDF-1B0E-6A7F349F272F}"/>
          </ac:spMkLst>
        </pc:spChg>
        <pc:spChg chg="mod">
          <ac:chgData name="elvio rodriguez" userId="1c1449da70e07349" providerId="LiveId" clId="{B6FBDA6B-F2A7-4BBE-A2C3-07D2143358BF}" dt="2026-10-08T04:28:36.878" v="11860" actId="571"/>
          <ac:spMkLst>
            <pc:docMk/>
            <pc:sldMk cId="908276535" sldId="397"/>
            <ac:spMk id="453" creationId="{65B83862-65AF-F96A-2D0D-A539384B4740}"/>
          </ac:spMkLst>
        </pc:spChg>
        <pc:spChg chg="mod">
          <ac:chgData name="elvio rodriguez" userId="1c1449da70e07349" providerId="LiveId" clId="{B6FBDA6B-F2A7-4BBE-A2C3-07D2143358BF}" dt="2026-10-08T04:28:36.878" v="11860" actId="571"/>
          <ac:spMkLst>
            <pc:docMk/>
            <pc:sldMk cId="908276535" sldId="397"/>
            <ac:spMk id="454" creationId="{AAE12BDC-B1FE-4EB8-60EC-0A6509ED621E}"/>
          </ac:spMkLst>
        </pc:spChg>
        <pc:grpChg chg="add mod">
          <ac:chgData name="elvio rodriguez" userId="1c1449da70e07349" providerId="LiveId" clId="{B6FBDA6B-F2A7-4BBE-A2C3-07D2143358BF}" dt="2026-10-08T04:26:25.878" v="11817" actId="1076"/>
          <ac:grpSpMkLst>
            <pc:docMk/>
            <pc:sldMk cId="908276535" sldId="397"/>
            <ac:grpSpMk id="169" creationId="{80CCA909-C475-824A-D65C-5F828791EEF1}"/>
          </ac:grpSpMkLst>
        </pc:grpChg>
        <pc:grpChg chg="add mod">
          <ac:chgData name="elvio rodriguez" userId="1c1449da70e07349" providerId="LiveId" clId="{B6FBDA6B-F2A7-4BBE-A2C3-07D2143358BF}" dt="2026-10-08T04:18:04.952" v="11649" actId="164"/>
          <ac:grpSpMkLst>
            <pc:docMk/>
            <pc:sldMk cId="908276535" sldId="397"/>
            <ac:grpSpMk id="176" creationId="{0F768BC5-EC88-C591-33E2-B513A56BAD03}"/>
          </ac:grpSpMkLst>
        </pc:grpChg>
        <pc:grpChg chg="add mod">
          <ac:chgData name="elvio rodriguez" userId="1c1449da70e07349" providerId="LiveId" clId="{B6FBDA6B-F2A7-4BBE-A2C3-07D2143358BF}" dt="2026-10-08T04:18:09.818" v="11650" actId="164"/>
          <ac:grpSpMkLst>
            <pc:docMk/>
            <pc:sldMk cId="908276535" sldId="397"/>
            <ac:grpSpMk id="177" creationId="{B6F3062C-5D91-3A4C-A6F7-4824EECD3015}"/>
          </ac:grpSpMkLst>
        </pc:grpChg>
        <pc:grpChg chg="add mod">
          <ac:chgData name="elvio rodriguez" userId="1c1449da70e07349" providerId="LiveId" clId="{B6FBDA6B-F2A7-4BBE-A2C3-07D2143358BF}" dt="2026-10-08T04:30:24.322" v="11916" actId="688"/>
          <ac:grpSpMkLst>
            <pc:docMk/>
            <pc:sldMk cId="908276535" sldId="397"/>
            <ac:grpSpMk id="182" creationId="{24D4201C-452D-6628-0AD5-61A1028CE25C}"/>
          </ac:grpSpMkLst>
        </pc:grpChg>
        <pc:grpChg chg="add mod">
          <ac:chgData name="elvio rodriguez" userId="1c1449da70e07349" providerId="LiveId" clId="{B6FBDA6B-F2A7-4BBE-A2C3-07D2143358BF}" dt="2026-10-08T04:19:07.768" v="11665" actId="164"/>
          <ac:grpSpMkLst>
            <pc:docMk/>
            <pc:sldMk cId="908276535" sldId="397"/>
            <ac:grpSpMk id="183" creationId="{D28AE814-4E06-FB7B-EABB-C47FBC148A12}"/>
          </ac:grpSpMkLst>
        </pc:grpChg>
        <pc:grpChg chg="add mod">
          <ac:chgData name="elvio rodriguez" userId="1c1449da70e07349" providerId="LiveId" clId="{B6FBDA6B-F2A7-4BBE-A2C3-07D2143358BF}" dt="2026-10-08T04:19:27.505" v="11671" actId="164"/>
          <ac:grpSpMkLst>
            <pc:docMk/>
            <pc:sldMk cId="908276535" sldId="397"/>
            <ac:grpSpMk id="186" creationId="{399D9281-023C-A20C-612C-26D9055E0B89}"/>
          </ac:grpSpMkLst>
        </pc:grpChg>
        <pc:grpChg chg="add mod">
          <ac:chgData name="elvio rodriguez" userId="1c1449da70e07349" providerId="LiveId" clId="{B6FBDA6B-F2A7-4BBE-A2C3-07D2143358BF}" dt="2026-10-08T04:19:41.438" v="11672" actId="164"/>
          <ac:grpSpMkLst>
            <pc:docMk/>
            <pc:sldMk cId="908276535" sldId="397"/>
            <ac:grpSpMk id="187" creationId="{BCE1E66A-3C48-B7E7-C1E5-523B37335135}"/>
          </ac:grpSpMkLst>
        </pc:grpChg>
        <pc:grpChg chg="add mod">
          <ac:chgData name="elvio rodriguez" userId="1c1449da70e07349" providerId="LiveId" clId="{B6FBDA6B-F2A7-4BBE-A2C3-07D2143358BF}" dt="2026-10-08T04:19:54.053" v="11678" actId="1076"/>
          <ac:grpSpMkLst>
            <pc:docMk/>
            <pc:sldMk cId="908276535" sldId="397"/>
            <ac:grpSpMk id="188" creationId="{2CE5FE13-AFFA-8038-F518-F6D3CA031A32}"/>
          </ac:grpSpMkLst>
        </pc:grpChg>
        <pc:grpChg chg="add mod">
          <ac:chgData name="elvio rodriguez" userId="1c1449da70e07349" providerId="LiveId" clId="{B6FBDA6B-F2A7-4BBE-A2C3-07D2143358BF}" dt="2026-10-08T04:19:52.368" v="11676" actId="164"/>
          <ac:grpSpMkLst>
            <pc:docMk/>
            <pc:sldMk cId="908276535" sldId="397"/>
            <ac:grpSpMk id="189" creationId="{86B4CD29-8464-5993-2526-5A680A5E5718}"/>
          </ac:grpSpMkLst>
        </pc:grpChg>
        <pc:grpChg chg="add mod">
          <ac:chgData name="elvio rodriguez" userId="1c1449da70e07349" providerId="LiveId" clId="{B6FBDA6B-F2A7-4BBE-A2C3-07D2143358BF}" dt="2026-10-08T04:26:38.570" v="11821" actId="1076"/>
          <ac:grpSpMkLst>
            <pc:docMk/>
            <pc:sldMk cId="908276535" sldId="397"/>
            <ac:grpSpMk id="190" creationId="{243BDD9D-A41E-5F5F-03E0-69AACC25D1EA}"/>
          </ac:grpSpMkLst>
        </pc:grpChg>
        <pc:grpChg chg="add mod">
          <ac:chgData name="elvio rodriguez" userId="1c1449da70e07349" providerId="LiveId" clId="{B6FBDA6B-F2A7-4BBE-A2C3-07D2143358BF}" dt="2026-10-08T04:26:25.878" v="11817" actId="1076"/>
          <ac:grpSpMkLst>
            <pc:docMk/>
            <pc:sldMk cId="908276535" sldId="397"/>
            <ac:grpSpMk id="194" creationId="{88664513-EBCA-D0AC-B8A9-EC16977D7BF6}"/>
          </ac:grpSpMkLst>
        </pc:grpChg>
        <pc:grpChg chg="add mod">
          <ac:chgData name="elvio rodriguez" userId="1c1449da70e07349" providerId="LiveId" clId="{B6FBDA6B-F2A7-4BBE-A2C3-07D2143358BF}" dt="2026-10-08T04:26:25.878" v="11817" actId="1076"/>
          <ac:grpSpMkLst>
            <pc:docMk/>
            <pc:sldMk cId="908276535" sldId="397"/>
            <ac:grpSpMk id="199" creationId="{BE4D6418-8767-E953-F889-F572DC9B9285}"/>
          </ac:grpSpMkLst>
        </pc:grpChg>
        <pc:grpChg chg="add mod">
          <ac:chgData name="elvio rodriguez" userId="1c1449da70e07349" providerId="LiveId" clId="{B6FBDA6B-F2A7-4BBE-A2C3-07D2143358BF}" dt="2026-10-08T04:28:42.210" v="11861" actId="1076"/>
          <ac:grpSpMkLst>
            <pc:docMk/>
            <pc:sldMk cId="908276535" sldId="397"/>
            <ac:grpSpMk id="208" creationId="{850A09B6-01C9-26D9-C6ED-A4404628856C}"/>
          </ac:grpSpMkLst>
        </pc:grpChg>
        <pc:grpChg chg="add mod">
          <ac:chgData name="elvio rodriguez" userId="1c1449da70e07349" providerId="LiveId" clId="{B6FBDA6B-F2A7-4BBE-A2C3-07D2143358BF}" dt="2026-10-08T04:26:25.878" v="11817" actId="1076"/>
          <ac:grpSpMkLst>
            <pc:docMk/>
            <pc:sldMk cId="908276535" sldId="397"/>
            <ac:grpSpMk id="218" creationId="{7A06FB96-881F-16B4-A024-E8457F4C15ED}"/>
          </ac:grpSpMkLst>
        </pc:grpChg>
        <pc:grpChg chg="mod">
          <ac:chgData name="elvio rodriguez" userId="1c1449da70e07349" providerId="LiveId" clId="{B6FBDA6B-F2A7-4BBE-A2C3-07D2143358BF}" dt="2026-10-08T04:30:27.381" v="11917" actId="1076"/>
          <ac:grpSpMkLst>
            <pc:docMk/>
            <pc:sldMk cId="908276535" sldId="397"/>
            <ac:grpSpMk id="235" creationId="{D09FF3F8-2A5A-8B05-D758-DA46170833B4}"/>
          </ac:grpSpMkLst>
        </pc:grpChg>
        <pc:grpChg chg="mod">
          <ac:chgData name="elvio rodriguez" userId="1c1449da70e07349" providerId="LiveId" clId="{B6FBDA6B-F2A7-4BBE-A2C3-07D2143358BF}" dt="2026-10-09T16:56:05.471" v="12566" actId="1076"/>
          <ac:grpSpMkLst>
            <pc:docMk/>
            <pc:sldMk cId="908276535" sldId="397"/>
            <ac:grpSpMk id="256" creationId="{E9BCE222-1F4F-92CA-F65E-E1A1D2E80529}"/>
          </ac:grpSpMkLst>
        </pc:grpChg>
        <pc:grpChg chg="mod">
          <ac:chgData name="elvio rodriguez" userId="1c1449da70e07349" providerId="LiveId" clId="{B6FBDA6B-F2A7-4BBE-A2C3-07D2143358BF}" dt="2026-10-08T04:30:19.563" v="11915" actId="1076"/>
          <ac:grpSpMkLst>
            <pc:docMk/>
            <pc:sldMk cId="908276535" sldId="397"/>
            <ac:grpSpMk id="261" creationId="{11F44206-1B50-89D1-5CF4-4FE800FF8228}"/>
          </ac:grpSpMkLst>
        </pc:grpChg>
        <pc:grpChg chg="mod">
          <ac:chgData name="elvio rodriguez" userId="1c1449da70e07349" providerId="LiveId" clId="{B6FBDA6B-F2A7-4BBE-A2C3-07D2143358BF}" dt="2026-10-08T04:20:52.539" v="11696" actId="1076"/>
          <ac:grpSpMkLst>
            <pc:docMk/>
            <pc:sldMk cId="908276535" sldId="397"/>
            <ac:grpSpMk id="266" creationId="{203B0CE6-7405-A4AF-1387-2D018ECC048D}"/>
          </ac:grpSpMkLst>
        </pc:grpChg>
        <pc:grpChg chg="mod">
          <ac:chgData name="elvio rodriguez" userId="1c1449da70e07349" providerId="LiveId" clId="{B6FBDA6B-F2A7-4BBE-A2C3-07D2143358BF}" dt="2026-10-08T04:20:55.561" v="11697" actId="1076"/>
          <ac:grpSpMkLst>
            <pc:docMk/>
            <pc:sldMk cId="908276535" sldId="397"/>
            <ac:grpSpMk id="275" creationId="{89B987D1-D042-C0BC-EE9E-8906255C07AD}"/>
          </ac:grpSpMkLst>
        </pc:grpChg>
        <pc:grpChg chg="add mod">
          <ac:chgData name="elvio rodriguez" userId="1c1449da70e07349" providerId="LiveId" clId="{B6FBDA6B-F2A7-4BBE-A2C3-07D2143358BF}" dt="2026-10-08T04:20:57.137" v="11698" actId="571"/>
          <ac:grpSpMkLst>
            <pc:docMk/>
            <pc:sldMk cId="908276535" sldId="397"/>
            <ac:grpSpMk id="280" creationId="{F9FED302-B2FA-4630-B82D-6B15DBEC7A5C}"/>
          </ac:grpSpMkLst>
        </pc:grpChg>
        <pc:grpChg chg="add mod">
          <ac:chgData name="elvio rodriguez" userId="1c1449da70e07349" providerId="LiveId" clId="{B6FBDA6B-F2A7-4BBE-A2C3-07D2143358BF}" dt="2026-10-08T04:20:59.799" v="11699" actId="571"/>
          <ac:grpSpMkLst>
            <pc:docMk/>
            <pc:sldMk cId="908276535" sldId="397"/>
            <ac:grpSpMk id="285" creationId="{440BAAD8-4D94-2B46-8B6C-01EA734884A7}"/>
          </ac:grpSpMkLst>
        </pc:grpChg>
        <pc:grpChg chg="mod">
          <ac:chgData name="elvio rodriguez" userId="1c1449da70e07349" providerId="LiveId" clId="{B6FBDA6B-F2A7-4BBE-A2C3-07D2143358BF}" dt="2026-10-08T04:27:36.332" v="11849" actId="1076"/>
          <ac:grpSpMkLst>
            <pc:docMk/>
            <pc:sldMk cId="908276535" sldId="397"/>
            <ac:grpSpMk id="314" creationId="{7CF345B1-A42C-65DD-763E-715681D8003B}"/>
          </ac:grpSpMkLst>
        </pc:grpChg>
        <pc:grpChg chg="mod ord">
          <ac:chgData name="elvio rodriguez" userId="1c1449da70e07349" providerId="LiveId" clId="{B6FBDA6B-F2A7-4BBE-A2C3-07D2143358BF}" dt="2026-10-08T04:30:48.046" v="11925" actId="1035"/>
          <ac:grpSpMkLst>
            <pc:docMk/>
            <pc:sldMk cId="908276535" sldId="397"/>
            <ac:grpSpMk id="323" creationId="{ECBDDCC7-7C9C-019D-099A-15E021FEAF69}"/>
          </ac:grpSpMkLst>
        </pc:grpChg>
        <pc:grpChg chg="mod">
          <ac:chgData name="elvio rodriguez" userId="1c1449da70e07349" providerId="LiveId" clId="{B6FBDA6B-F2A7-4BBE-A2C3-07D2143358BF}" dt="2026-10-08T04:31:26.600" v="11926" actId="688"/>
          <ac:grpSpMkLst>
            <pc:docMk/>
            <pc:sldMk cId="908276535" sldId="397"/>
            <ac:grpSpMk id="340" creationId="{DA0B08FC-9EB4-6B0F-1881-049A516AFB67}"/>
          </ac:grpSpMkLst>
        </pc:grpChg>
        <pc:grpChg chg="mod">
          <ac:chgData name="elvio rodriguez" userId="1c1449da70e07349" providerId="LiveId" clId="{B6FBDA6B-F2A7-4BBE-A2C3-07D2143358BF}" dt="2026-10-08T04:30:33.548" v="11919" actId="1076"/>
          <ac:grpSpMkLst>
            <pc:docMk/>
            <pc:sldMk cId="908276535" sldId="397"/>
            <ac:grpSpMk id="357" creationId="{E5A6F865-0393-7BC7-9AA5-60860F1E696E}"/>
          </ac:grpSpMkLst>
        </pc:grpChg>
        <pc:grpChg chg="mod">
          <ac:chgData name="elvio rodriguez" userId="1c1449da70e07349" providerId="LiveId" clId="{B6FBDA6B-F2A7-4BBE-A2C3-07D2143358BF}" dt="2026-10-09T16:56:11.260" v="12567" actId="1076"/>
          <ac:grpSpMkLst>
            <pc:docMk/>
            <pc:sldMk cId="908276535" sldId="397"/>
            <ac:grpSpMk id="361" creationId="{F11A95D3-A34C-DC05-F1BA-7FE446E2F6E3}"/>
          </ac:grpSpMkLst>
        </pc:grpChg>
        <pc:grpChg chg="mod">
          <ac:chgData name="elvio rodriguez" userId="1c1449da70e07349" providerId="LiveId" clId="{B6FBDA6B-F2A7-4BBE-A2C3-07D2143358BF}" dt="2026-10-09T16:56:13.580" v="12568" actId="1076"/>
          <ac:grpSpMkLst>
            <pc:docMk/>
            <pc:sldMk cId="908276535" sldId="397"/>
            <ac:grpSpMk id="371" creationId="{CA8AAB11-0D3A-2A25-5D0E-7968D4DF4F60}"/>
          </ac:grpSpMkLst>
        </pc:grpChg>
        <pc:grpChg chg="mod">
          <ac:chgData name="elvio rodriguez" userId="1c1449da70e07349" providerId="LiveId" clId="{B6FBDA6B-F2A7-4BBE-A2C3-07D2143358BF}" dt="2026-10-08T04:30:38.356" v="11921" actId="1076"/>
          <ac:grpSpMkLst>
            <pc:docMk/>
            <pc:sldMk cId="908276535" sldId="397"/>
            <ac:grpSpMk id="380" creationId="{6401B98B-EE2C-A2E7-FA40-1D89FB059FC5}"/>
          </ac:grpSpMkLst>
        </pc:grpChg>
        <pc:grpChg chg="mod">
          <ac:chgData name="elvio rodriguez" userId="1c1449da70e07349" providerId="LiveId" clId="{B6FBDA6B-F2A7-4BBE-A2C3-07D2143358BF}" dt="2026-10-08T04:27:19.094" v="11845" actId="1076"/>
          <ac:grpSpMkLst>
            <pc:docMk/>
            <pc:sldMk cId="908276535" sldId="397"/>
            <ac:grpSpMk id="390" creationId="{AE0D98F0-84D5-A719-0C1C-DAE9B6310938}"/>
          </ac:grpSpMkLst>
        </pc:grpChg>
        <pc:grpChg chg="mod">
          <ac:chgData name="elvio rodriguez" userId="1c1449da70e07349" providerId="LiveId" clId="{B6FBDA6B-F2A7-4BBE-A2C3-07D2143358BF}" dt="2026-10-08T04:28:42.210" v="11861" actId="1076"/>
          <ac:grpSpMkLst>
            <pc:docMk/>
            <pc:sldMk cId="908276535" sldId="397"/>
            <ac:grpSpMk id="417" creationId="{394016C6-9038-4501-F23F-3CBD69AAE9AC}"/>
          </ac:grpSpMkLst>
        </pc:grpChg>
        <pc:grpChg chg="mod">
          <ac:chgData name="elvio rodriguez" userId="1c1449da70e07349" providerId="LiveId" clId="{B6FBDA6B-F2A7-4BBE-A2C3-07D2143358BF}" dt="2026-10-08T04:28:42.210" v="11861" actId="1076"/>
          <ac:grpSpMkLst>
            <pc:docMk/>
            <pc:sldMk cId="908276535" sldId="397"/>
            <ac:grpSpMk id="421" creationId="{575A6696-7278-A49C-9D94-45A9A4D8CC7B}"/>
          </ac:grpSpMkLst>
        </pc:grpChg>
        <pc:grpChg chg="mod">
          <ac:chgData name="elvio rodriguez" userId="1c1449da70e07349" providerId="LiveId" clId="{B6FBDA6B-F2A7-4BBE-A2C3-07D2143358BF}" dt="2026-10-08T04:28:42.210" v="11861" actId="1076"/>
          <ac:grpSpMkLst>
            <pc:docMk/>
            <pc:sldMk cId="908276535" sldId="397"/>
            <ac:grpSpMk id="426" creationId="{45394CBB-59E5-A608-8D8E-66E58459146E}"/>
          </ac:grpSpMkLst>
        </pc:grpChg>
        <pc:grpChg chg="add mod">
          <ac:chgData name="elvio rodriguez" userId="1c1449da70e07349" providerId="LiveId" clId="{B6FBDA6B-F2A7-4BBE-A2C3-07D2143358BF}" dt="2026-10-08T04:27:45.743" v="11850" actId="571"/>
          <ac:grpSpMkLst>
            <pc:docMk/>
            <pc:sldMk cId="908276535" sldId="397"/>
            <ac:grpSpMk id="434" creationId="{EE370382-CE82-F119-DD06-7E18D17A6406}"/>
          </ac:grpSpMkLst>
        </pc:grpChg>
        <pc:grpChg chg="add mod">
          <ac:chgData name="elvio rodriguez" userId="1c1449da70e07349" providerId="LiveId" clId="{B6FBDA6B-F2A7-4BBE-A2C3-07D2143358BF}" dt="2026-10-08T04:28:42.210" v="11861" actId="1076"/>
          <ac:grpSpMkLst>
            <pc:docMk/>
            <pc:sldMk cId="908276535" sldId="397"/>
            <ac:grpSpMk id="443" creationId="{1DC10F9D-7668-5069-A5EE-B11B33381D3A}"/>
          </ac:grpSpMkLst>
        </pc:grpChg>
        <pc:grpChg chg="add mod">
          <ac:chgData name="elvio rodriguez" userId="1c1449da70e07349" providerId="LiveId" clId="{B6FBDA6B-F2A7-4BBE-A2C3-07D2143358BF}" dt="2026-10-08T04:28:03.695" v="11854" actId="571"/>
          <ac:grpSpMkLst>
            <pc:docMk/>
            <pc:sldMk cId="908276535" sldId="397"/>
            <ac:grpSpMk id="446" creationId="{6D62C53C-92BA-9779-D67E-BC8FD3BF5BF7}"/>
          </ac:grpSpMkLst>
        </pc:grpChg>
        <pc:grpChg chg="add mod">
          <ac:chgData name="elvio rodriguez" userId="1c1449da70e07349" providerId="LiveId" clId="{B6FBDA6B-F2A7-4BBE-A2C3-07D2143358BF}" dt="2026-10-08T04:28:36.878" v="11860" actId="571"/>
          <ac:grpSpMkLst>
            <pc:docMk/>
            <pc:sldMk cId="908276535" sldId="397"/>
            <ac:grpSpMk id="450" creationId="{A5479F89-F81B-9EA9-CA4C-A61B900B8BB5}"/>
          </ac:grpSpMkLst>
        </pc:grpChg>
        <pc:cxnChg chg="add mod">
          <ac:chgData name="elvio rodriguez" userId="1c1449da70e07349" providerId="LiveId" clId="{B6FBDA6B-F2A7-4BBE-A2C3-07D2143358BF}" dt="2026-10-08T04:26:25.878" v="11817" actId="1076"/>
          <ac:cxnSpMkLst>
            <pc:docMk/>
            <pc:sldMk cId="908276535" sldId="397"/>
            <ac:cxnSpMk id="399" creationId="{F82AE964-906B-00DF-99B1-8A808BA24947}"/>
          </ac:cxnSpMkLst>
        </pc:cxnChg>
        <pc:cxnChg chg="add mod">
          <ac:chgData name="elvio rodriguez" userId="1c1449da70e07349" providerId="LiveId" clId="{B6FBDA6B-F2A7-4BBE-A2C3-07D2143358BF}" dt="2026-10-08T04:26:34.044" v="11820" actId="1076"/>
          <ac:cxnSpMkLst>
            <pc:docMk/>
            <pc:sldMk cId="908276535" sldId="397"/>
            <ac:cxnSpMk id="403" creationId="{17C7D5F9-2A89-3598-4F09-53903BBA22BA}"/>
          </ac:cxnSpMkLst>
        </pc:cxnChg>
        <pc:cxnChg chg="add mod">
          <ac:chgData name="elvio rodriguez" userId="1c1449da70e07349" providerId="LiveId" clId="{B6FBDA6B-F2A7-4BBE-A2C3-07D2143358BF}" dt="2026-10-08T04:26:34.044" v="11820" actId="1076"/>
          <ac:cxnSpMkLst>
            <pc:docMk/>
            <pc:sldMk cId="908276535" sldId="397"/>
            <ac:cxnSpMk id="404" creationId="{05198DA7-C7FB-FABF-5CCA-CD42495837C5}"/>
          </ac:cxnSpMkLst>
        </pc:cxnChg>
      </pc:sldChg>
      <pc:sldChg chg="addSp delSp modSp add mod delAnim modAnim">
        <pc:chgData name="elvio rodriguez" userId="1c1449da70e07349" providerId="LiveId" clId="{B6FBDA6B-F2A7-4BBE-A2C3-07D2143358BF}" dt="2026-10-20T20:16:32.286" v="34772" actId="20577"/>
        <pc:sldMkLst>
          <pc:docMk/>
          <pc:sldMk cId="3389300270" sldId="398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389300270" sldId="398"/>
            <ac:spMk id="2" creationId="{3D82F7AB-77EF-A8CD-4FAD-BC583260F77B}"/>
          </ac:spMkLst>
        </pc:spChg>
        <pc:spChg chg="add mod">
          <ac:chgData name="elvio rodriguez" userId="1c1449da70e07349" providerId="LiveId" clId="{B6FBDA6B-F2A7-4BBE-A2C3-07D2143358BF}" dt="2026-10-20T20:16:32.286" v="34772" actId="20577"/>
          <ac:spMkLst>
            <pc:docMk/>
            <pc:sldMk cId="3389300270" sldId="398"/>
            <ac:spMk id="7" creationId="{311C6C7C-1D1E-4491-AF0F-A087B4401660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389300270" sldId="398"/>
            <ac:spMk id="15" creationId="{00A6E7F9-7780-98AF-D265-5AF3E8C7772B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389300270" sldId="398"/>
            <ac:spMk id="16" creationId="{6473F7E0-97D3-676A-1A0B-2835978B922E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389300270" sldId="398"/>
            <ac:spMk id="17" creationId="{2E925F3C-C702-252D-F8AC-6D131AAB896A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389300270" sldId="398"/>
            <ac:spMk id="18" creationId="{9D2BDF46-C848-0008-ED6B-314E7B22741F}"/>
          </ac:spMkLst>
        </pc:spChg>
        <pc:picChg chg="add mod">
          <ac:chgData name="elvio rodriguez" userId="1c1449da70e07349" providerId="LiveId" clId="{B6FBDA6B-F2A7-4BBE-A2C3-07D2143358BF}" dt="2026-10-10T15:00:17.034" v="13375" actId="1037"/>
          <ac:picMkLst>
            <pc:docMk/>
            <pc:sldMk cId="3389300270" sldId="398"/>
            <ac:picMk id="5" creationId="{DDD8C62F-2879-5584-95E8-82BAFD3EC95E}"/>
          </ac:picMkLst>
        </pc:picChg>
        <pc:picChg chg="add mod">
          <ac:chgData name="elvio rodriguez" userId="1c1449da70e07349" providerId="LiveId" clId="{B6FBDA6B-F2A7-4BBE-A2C3-07D2143358BF}" dt="2026-10-10T15:00:17.034" v="13375" actId="1037"/>
          <ac:picMkLst>
            <pc:docMk/>
            <pc:sldMk cId="3389300270" sldId="398"/>
            <ac:picMk id="9" creationId="{DADC9CA5-E185-1067-A613-2876273DBCAD}"/>
          </ac:picMkLst>
        </pc:picChg>
        <pc:picChg chg="add mod modCrop">
          <ac:chgData name="elvio rodriguez" userId="1c1449da70e07349" providerId="LiveId" clId="{B6FBDA6B-F2A7-4BBE-A2C3-07D2143358BF}" dt="2026-10-10T15:00:17.034" v="13375" actId="1037"/>
          <ac:picMkLst>
            <pc:docMk/>
            <pc:sldMk cId="3389300270" sldId="398"/>
            <ac:picMk id="11" creationId="{716951D1-B96F-ABD5-58AD-C90F1AF5021D}"/>
          </ac:picMkLst>
        </pc:picChg>
        <pc:picChg chg="add mod modCrop">
          <ac:chgData name="elvio rodriguez" userId="1c1449da70e07349" providerId="LiveId" clId="{B6FBDA6B-F2A7-4BBE-A2C3-07D2143358BF}" dt="2026-10-10T15:00:17.034" v="13375" actId="1037"/>
          <ac:picMkLst>
            <pc:docMk/>
            <pc:sldMk cId="3389300270" sldId="398"/>
            <ac:picMk id="13" creationId="{07B58577-4690-7831-B3C1-3C98AD3517FD}"/>
          </ac:picMkLst>
        </pc:picChg>
        <pc:cxnChg chg="add mod">
          <ac:chgData name="elvio rodriguez" userId="1c1449da70e07349" providerId="LiveId" clId="{B6FBDA6B-F2A7-4BBE-A2C3-07D2143358BF}" dt="2026-10-10T15:01:18.628" v="13423" actId="208"/>
          <ac:cxnSpMkLst>
            <pc:docMk/>
            <pc:sldMk cId="3389300270" sldId="398"/>
            <ac:cxnSpMk id="20" creationId="{BD657A50-413D-852F-597D-BEC3BBC28E95}"/>
          </ac:cxnSpMkLst>
        </pc:cxnChg>
        <pc:cxnChg chg="add mod">
          <ac:chgData name="elvio rodriguez" userId="1c1449da70e07349" providerId="LiveId" clId="{B6FBDA6B-F2A7-4BBE-A2C3-07D2143358BF}" dt="2026-10-10T15:01:24.776" v="13428" actId="14100"/>
          <ac:cxnSpMkLst>
            <pc:docMk/>
            <pc:sldMk cId="3389300270" sldId="398"/>
            <ac:cxnSpMk id="21" creationId="{A06F94DA-8C56-48FD-D76A-8EC7C3E69D62}"/>
          </ac:cxnSpMkLst>
        </pc:cxnChg>
      </pc:sldChg>
      <pc:sldChg chg="addSp delSp modSp add mod modAnim">
        <pc:chgData name="elvio rodriguez" userId="1c1449da70e07349" providerId="LiveId" clId="{B6FBDA6B-F2A7-4BBE-A2C3-07D2143358BF}" dt="2026-10-25T13:29:55.920" v="35884" actId="1037"/>
        <pc:sldMkLst>
          <pc:docMk/>
          <pc:sldMk cId="1269154614" sldId="399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269154614" sldId="399"/>
            <ac:spMk id="2" creationId="{B66C141F-BD3C-7E76-4A4B-B2092292E301}"/>
          </ac:spMkLst>
        </pc:spChg>
        <pc:spChg chg="add del mod">
          <ac:chgData name="elvio rodriguez" userId="1c1449da70e07349" providerId="LiveId" clId="{B6FBDA6B-F2A7-4BBE-A2C3-07D2143358BF}" dt="2026-10-24T15:07:58.561" v="35025" actId="21"/>
          <ac:spMkLst>
            <pc:docMk/>
            <pc:sldMk cId="1269154614" sldId="399"/>
            <ac:spMk id="6" creationId="{2EF50A97-A085-D430-3EEC-609C303C3696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269154614" sldId="399"/>
            <ac:spMk id="11" creationId="{A4CFBA9A-5D0D-F2FA-8F35-4B3B7720A078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269154614" sldId="399"/>
            <ac:spMk id="13" creationId="{96E69F1A-57DD-13D4-AC25-5262F88543FB}"/>
          </ac:spMkLst>
        </pc:spChg>
        <pc:spChg chg="add mod">
          <ac:chgData name="elvio rodriguez" userId="1c1449da70e07349" providerId="LiveId" clId="{B6FBDA6B-F2A7-4BBE-A2C3-07D2143358BF}" dt="2026-10-24T15:08:07.609" v="35026" actId="207"/>
          <ac:spMkLst>
            <pc:docMk/>
            <pc:sldMk cId="1269154614" sldId="399"/>
            <ac:spMk id="20" creationId="{32205A27-EC4F-B6A7-4BBE-84B5458D9991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269154614" sldId="399"/>
            <ac:spMk id="22" creationId="{FE6B80EB-856F-EF3F-7C06-D522BAA2D5A8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269154614" sldId="399"/>
            <ac:spMk id="24" creationId="{1276671E-2A5B-DBE6-23BA-9A3986FE617E}"/>
          </ac:spMkLst>
        </pc:spChg>
        <pc:spChg chg="add mod">
          <ac:chgData name="elvio rodriguez" userId="1c1449da70e07349" providerId="LiveId" clId="{B6FBDA6B-F2A7-4BBE-A2C3-07D2143358BF}" dt="2026-10-24T15:08:13.233" v="35027" actId="207"/>
          <ac:spMkLst>
            <pc:docMk/>
            <pc:sldMk cId="1269154614" sldId="399"/>
            <ac:spMk id="27" creationId="{8B7507DB-1FC2-C0F2-4A78-D2E8F2957415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269154614" sldId="399"/>
            <ac:spMk id="30" creationId="{652F3C32-4B0E-28E8-3F63-963BF344BA5B}"/>
          </ac:spMkLst>
        </pc:spChg>
        <pc:spChg chg="add mod">
          <ac:chgData name="elvio rodriguez" userId="1c1449da70e07349" providerId="LiveId" clId="{B6FBDA6B-F2A7-4BBE-A2C3-07D2143358BF}" dt="2026-10-25T13:28:54.912" v="35876" actId="1037"/>
          <ac:spMkLst>
            <pc:docMk/>
            <pc:sldMk cId="1269154614" sldId="399"/>
            <ac:spMk id="31" creationId="{01A76764-B917-B21B-B28C-ACE043B257BA}"/>
          </ac:spMkLst>
        </pc:spChg>
        <pc:spChg chg="add mod">
          <ac:chgData name="elvio rodriguez" userId="1c1449da70e07349" providerId="LiveId" clId="{B6FBDA6B-F2A7-4BBE-A2C3-07D2143358BF}" dt="2026-10-25T13:28:54.912" v="35876" actId="1037"/>
          <ac:spMkLst>
            <pc:docMk/>
            <pc:sldMk cId="1269154614" sldId="399"/>
            <ac:spMk id="32" creationId="{0853A702-9ADE-0544-433F-F13203C8C2AD}"/>
          </ac:spMkLst>
        </pc:spChg>
        <pc:picChg chg="add mod modCrop">
          <ac:chgData name="elvio rodriguez" userId="1c1449da70e07349" providerId="LiveId" clId="{B6FBDA6B-F2A7-4BBE-A2C3-07D2143358BF}" dt="2026-10-25T13:29:55.920" v="35884" actId="1037"/>
          <ac:picMkLst>
            <pc:docMk/>
            <pc:sldMk cId="1269154614" sldId="399"/>
            <ac:picMk id="4" creationId="{A3BCFB73-EAD1-0137-C1A5-06F6EFF76449}"/>
          </ac:picMkLst>
        </pc:picChg>
        <pc:picChg chg="add del mod">
          <ac:chgData name="elvio rodriguez" userId="1c1449da70e07349" providerId="LiveId" clId="{B6FBDA6B-F2A7-4BBE-A2C3-07D2143358BF}" dt="2026-10-10T16:21:56.864" v="14983" actId="478"/>
          <ac:picMkLst>
            <pc:docMk/>
            <pc:sldMk cId="1269154614" sldId="399"/>
            <ac:picMk id="5" creationId="{79D99A72-19AA-AC89-8EDE-C96573677A67}"/>
          </ac:picMkLst>
        </pc:picChg>
        <pc:cxnChg chg="add mod">
          <ac:chgData name="elvio rodriguez" userId="1c1449da70e07349" providerId="LiveId" clId="{B6FBDA6B-F2A7-4BBE-A2C3-07D2143358BF}" dt="2026-10-10T15:04:09.692" v="13493" actId="14100"/>
          <ac:cxnSpMkLst>
            <pc:docMk/>
            <pc:sldMk cId="1269154614" sldId="399"/>
            <ac:cxnSpMk id="9" creationId="{6D2AA1F1-45A8-3DC0-B08B-B675E544201D}"/>
          </ac:cxnSpMkLst>
        </pc:cxnChg>
        <pc:cxnChg chg="add mod">
          <ac:chgData name="elvio rodriguez" userId="1c1449da70e07349" providerId="LiveId" clId="{B6FBDA6B-F2A7-4BBE-A2C3-07D2143358BF}" dt="2026-10-10T15:03:44.755" v="13469" actId="1035"/>
          <ac:cxnSpMkLst>
            <pc:docMk/>
            <pc:sldMk cId="1269154614" sldId="399"/>
            <ac:cxnSpMk id="12" creationId="{A15523C2-B424-B06B-D1B2-71D7908EA4CC}"/>
          </ac:cxnSpMkLst>
        </pc:cxnChg>
        <pc:cxnChg chg="add mod">
          <ac:chgData name="elvio rodriguez" userId="1c1449da70e07349" providerId="LiveId" clId="{B6FBDA6B-F2A7-4BBE-A2C3-07D2143358BF}" dt="2026-10-24T15:08:21.113" v="35028" actId="208"/>
          <ac:cxnSpMkLst>
            <pc:docMk/>
            <pc:sldMk cId="1269154614" sldId="399"/>
            <ac:cxnSpMk id="19" creationId="{B30CDD1F-B58C-64EC-742E-CED43BE3485F}"/>
          </ac:cxnSpMkLst>
        </pc:cxnChg>
        <pc:cxnChg chg="add mod">
          <ac:chgData name="elvio rodriguez" userId="1c1449da70e07349" providerId="LiveId" clId="{B6FBDA6B-F2A7-4BBE-A2C3-07D2143358BF}" dt="2026-10-10T15:07:33.757" v="13700" actId="1036"/>
          <ac:cxnSpMkLst>
            <pc:docMk/>
            <pc:sldMk cId="1269154614" sldId="399"/>
            <ac:cxnSpMk id="21" creationId="{791C120A-7884-E397-B89F-57AA673AA54E}"/>
          </ac:cxnSpMkLst>
        </pc:cxnChg>
        <pc:cxnChg chg="add mod">
          <ac:chgData name="elvio rodriguez" userId="1c1449da70e07349" providerId="LiveId" clId="{B6FBDA6B-F2A7-4BBE-A2C3-07D2143358BF}" dt="2026-10-10T15:10:33.267" v="13989" actId="1076"/>
          <ac:cxnSpMkLst>
            <pc:docMk/>
            <pc:sldMk cId="1269154614" sldId="399"/>
            <ac:cxnSpMk id="23" creationId="{4796D232-E596-7637-7A2A-07DF4504949D}"/>
          </ac:cxnSpMkLst>
        </pc:cxnChg>
        <pc:cxnChg chg="add mod">
          <ac:chgData name="elvio rodriguez" userId="1c1449da70e07349" providerId="LiveId" clId="{B6FBDA6B-F2A7-4BBE-A2C3-07D2143358BF}" dt="2026-10-24T15:08:21.113" v="35028" actId="208"/>
          <ac:cxnSpMkLst>
            <pc:docMk/>
            <pc:sldMk cId="1269154614" sldId="399"/>
            <ac:cxnSpMk id="26" creationId="{92763902-604D-56E1-5FDB-8ADD1508890A}"/>
          </ac:cxnSpMkLst>
        </pc:cxnChg>
      </pc:sldChg>
      <pc:sldChg chg="addSp delSp modSp add mod modAnim">
        <pc:chgData name="elvio rodriguez" userId="1c1449da70e07349" providerId="LiveId" clId="{B6FBDA6B-F2A7-4BBE-A2C3-07D2143358BF}" dt="2026-10-12T14:47:08.553" v="29378" actId="790"/>
        <pc:sldMkLst>
          <pc:docMk/>
          <pc:sldMk cId="136576484" sldId="400"/>
        </pc:sldMkLst>
        <pc:spChg chg="mod">
          <ac:chgData name="elvio rodriguez" userId="1c1449da70e07349" providerId="LiveId" clId="{B6FBDA6B-F2A7-4BBE-A2C3-07D2143358BF}" dt="2026-10-10T16:44:25.039" v="15848" actId="1076"/>
          <ac:spMkLst>
            <pc:docMk/>
            <pc:sldMk cId="136576484" sldId="400"/>
            <ac:spMk id="2" creationId="{D2F63C05-5787-5231-37A0-F88DBB839153}"/>
          </ac:spMkLst>
        </pc:spChg>
        <pc:spChg chg="mod">
          <ac:chgData name="elvio rodriguez" userId="1c1449da70e07349" providerId="LiveId" clId="{B6FBDA6B-F2A7-4BBE-A2C3-07D2143358BF}" dt="2026-10-10T16:08:23.108" v="14425" actId="1076"/>
          <ac:spMkLst>
            <pc:docMk/>
            <pc:sldMk cId="136576484" sldId="400"/>
            <ac:spMk id="3" creationId="{77726602-EE4B-D454-8C9A-FADEF23EEB19}"/>
          </ac:spMkLst>
        </pc:spChg>
        <pc:spChg chg="mod">
          <ac:chgData name="elvio rodriguez" userId="1c1449da70e07349" providerId="LiveId" clId="{B6FBDA6B-F2A7-4BBE-A2C3-07D2143358BF}" dt="2026-10-10T16:08:23.108" v="14425" actId="1076"/>
          <ac:spMkLst>
            <pc:docMk/>
            <pc:sldMk cId="136576484" sldId="400"/>
            <ac:spMk id="4" creationId="{8606FC46-3368-C3F4-7181-0D207DC309EC}"/>
          </ac:spMkLst>
        </pc:spChg>
        <pc:spChg chg="mod">
          <ac:chgData name="elvio rodriguez" userId="1c1449da70e07349" providerId="LiveId" clId="{B6FBDA6B-F2A7-4BBE-A2C3-07D2143358BF}" dt="2026-10-10T16:04:12.692" v="14344" actId="1076"/>
          <ac:spMkLst>
            <pc:docMk/>
            <pc:sldMk cId="136576484" sldId="400"/>
            <ac:spMk id="6" creationId="{61605712-E4B4-DE8B-54E3-2A027864C758}"/>
          </ac:spMkLst>
        </pc:spChg>
        <pc:spChg chg="add mod">
          <ac:chgData name="elvio rodriguez" userId="1c1449da70e07349" providerId="LiveId" clId="{B6FBDA6B-F2A7-4BBE-A2C3-07D2143358BF}" dt="2026-10-10T16:09:20.306" v="14436" actId="207"/>
          <ac:spMkLst>
            <pc:docMk/>
            <pc:sldMk cId="136576484" sldId="400"/>
            <ac:spMk id="10" creationId="{D010330C-49F9-23F4-F4C1-A95499CCC249}"/>
          </ac:spMkLst>
        </pc:spChg>
        <pc:spChg chg="add mod">
          <ac:chgData name="elvio rodriguez" userId="1c1449da70e07349" providerId="LiveId" clId="{B6FBDA6B-F2A7-4BBE-A2C3-07D2143358BF}" dt="2026-10-10T16:11:34.707" v="14480" actId="1037"/>
          <ac:spMkLst>
            <pc:docMk/>
            <pc:sldMk cId="136576484" sldId="400"/>
            <ac:spMk id="11" creationId="{2B70EA0D-1DF7-3297-5BA0-E4F5C4938C25}"/>
          </ac:spMkLst>
        </pc:spChg>
        <pc:spChg chg="add mod">
          <ac:chgData name="elvio rodriguez" userId="1c1449da70e07349" providerId="LiveId" clId="{B6FBDA6B-F2A7-4BBE-A2C3-07D2143358BF}" dt="2026-10-10T16:11:29.586" v="14478"/>
          <ac:spMkLst>
            <pc:docMk/>
            <pc:sldMk cId="136576484" sldId="400"/>
            <ac:spMk id="12" creationId="{CB9089CA-D523-8A46-7C31-3D8A28BC4D3B}"/>
          </ac:spMkLst>
        </pc:spChg>
        <pc:spChg chg="add mod">
          <ac:chgData name="elvio rodriguez" userId="1c1449da70e07349" providerId="LiveId" clId="{B6FBDA6B-F2A7-4BBE-A2C3-07D2143358BF}" dt="2026-10-10T16:09:13.049" v="14434" actId="207"/>
          <ac:spMkLst>
            <pc:docMk/>
            <pc:sldMk cId="136576484" sldId="400"/>
            <ac:spMk id="13" creationId="{6D4E8DE2-D242-067F-543C-8F18A6CABE6A}"/>
          </ac:spMkLst>
        </pc:spChg>
        <pc:spChg chg="add mod">
          <ac:chgData name="elvio rodriguez" userId="1c1449da70e07349" providerId="LiveId" clId="{B6FBDA6B-F2A7-4BBE-A2C3-07D2143358BF}" dt="2026-10-10T16:11:53.707" v="14496" actId="1038"/>
          <ac:spMkLst>
            <pc:docMk/>
            <pc:sldMk cId="136576484" sldId="400"/>
            <ac:spMk id="14" creationId="{2B670592-1786-609B-A758-291F3E0F0DA5}"/>
          </ac:spMkLst>
        </pc:spChg>
        <pc:spChg chg="add mod">
          <ac:chgData name="elvio rodriguez" userId="1c1449da70e07349" providerId="LiveId" clId="{B6FBDA6B-F2A7-4BBE-A2C3-07D2143358BF}" dt="2026-10-10T16:11:55.627" v="14499" actId="1038"/>
          <ac:spMkLst>
            <pc:docMk/>
            <pc:sldMk cId="136576484" sldId="400"/>
            <ac:spMk id="15" creationId="{E9720D66-1A80-C980-BDDB-B1950161DDF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6576484" sldId="400"/>
            <ac:spMk id="96" creationId="{FEF0EBB4-A623-FE17-D2AD-1BA6D6CD269D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36576484" sldId="400"/>
            <ac:spMk id="120" creationId="{BEBDDC3E-9393-2066-DBC6-F022FD1FB991}"/>
          </ac:spMkLst>
        </pc:spChg>
        <pc:spChg chg="mod">
          <ac:chgData name="elvio rodriguez" userId="1c1449da70e07349" providerId="LiveId" clId="{B6FBDA6B-F2A7-4BBE-A2C3-07D2143358BF}" dt="2026-10-10T16:09:31.727" v="14438" actId="1036"/>
          <ac:spMkLst>
            <pc:docMk/>
            <pc:sldMk cId="136576484" sldId="400"/>
            <ac:spMk id="135" creationId="{98D909EB-FD79-FD0A-EE70-72C99A050C82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36576484" sldId="400"/>
            <ac:spMk id="154" creationId="{A7BCDAF3-777F-7871-E0CB-4648596DC861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36576484" sldId="400"/>
            <ac:spMk id="157" creationId="{283F0857-F0E2-4D37-FDD1-544A2B207AFD}"/>
          </ac:spMkLst>
        </pc:spChg>
        <pc:spChg chg="mod">
          <ac:chgData name="elvio rodriguez" userId="1c1449da70e07349" providerId="LiveId" clId="{B6FBDA6B-F2A7-4BBE-A2C3-07D2143358BF}" dt="2026-10-10T16:09:31.727" v="14438" actId="1036"/>
          <ac:spMkLst>
            <pc:docMk/>
            <pc:sldMk cId="136576484" sldId="400"/>
            <ac:spMk id="158" creationId="{65D752B9-88CF-5024-41CB-681C0F2B0DC0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36576484" sldId="400"/>
            <ac:spMk id="159" creationId="{D5507CCF-32BF-8D65-7138-97BE9B1B4212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36576484" sldId="400"/>
            <ac:spMk id="168" creationId="{27BAE5FE-C82C-38B8-3C8E-DD9D8E8ACEBC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36576484" sldId="400"/>
            <ac:spMk id="220" creationId="{F97D30CC-2E67-B2F0-167A-6EC86FC6A2F2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36576484" sldId="400"/>
            <ac:spMk id="227" creationId="{584EB213-CB67-7C95-25F6-14531FC2C821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36576484" sldId="400"/>
            <ac:spMk id="229" creationId="{728C6798-EBF9-EF35-2E2A-4C12F53C047C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36576484" sldId="400"/>
            <ac:spMk id="233" creationId="{C1D6D81E-127C-C864-2ED1-907B74C86BA0}"/>
          </ac:spMkLst>
        </pc:spChg>
        <pc:spChg chg="mod">
          <ac:chgData name="elvio rodriguez" userId="1c1449da70e07349" providerId="LiveId" clId="{B6FBDA6B-F2A7-4BBE-A2C3-07D2143358BF}" dt="2026-10-10T16:09:31.727" v="14438" actId="1036"/>
          <ac:spMkLst>
            <pc:docMk/>
            <pc:sldMk cId="136576484" sldId="400"/>
            <ac:spMk id="234" creationId="{B6055690-686F-EBFA-8D0B-CCE80E01F5B9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36576484" sldId="400"/>
            <ac:spMk id="240" creationId="{BC094D3F-441B-4310-FC42-29212E6E74B2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36576484" sldId="400"/>
            <ac:spMk id="250" creationId="{1FFD2B9D-B343-E929-6C42-E09448A76585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36576484" sldId="400"/>
            <ac:spMk id="260" creationId="{B4393B3C-23A8-A2F6-D048-350BB39461DB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36576484" sldId="400"/>
            <ac:spMk id="263" creationId="{EDFE9211-1D0A-0B13-4DE0-139E2B886E6F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36576484" sldId="400"/>
            <ac:spMk id="268" creationId="{DC455BA8-D42C-DBD8-5BF2-7EB97BD4CE8E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36576484" sldId="400"/>
            <ac:spMk id="283" creationId="{DDF12342-C6E4-9F52-136F-8BE10197A1FC}"/>
          </ac:spMkLst>
        </pc:spChg>
        <pc:spChg chg="mod">
          <ac:chgData name="elvio rodriguez" userId="1c1449da70e07349" providerId="LiveId" clId="{B6FBDA6B-F2A7-4BBE-A2C3-07D2143358BF}" dt="2026-10-10T16:09:31.727" v="14438" actId="1036"/>
          <ac:spMkLst>
            <pc:docMk/>
            <pc:sldMk cId="136576484" sldId="400"/>
            <ac:spMk id="299" creationId="{1B03CDBC-ABE8-7111-0E99-3C26966010A9}"/>
          </ac:spMkLst>
        </pc:spChg>
        <pc:spChg chg="mod">
          <ac:chgData name="elvio rodriguez" userId="1c1449da70e07349" providerId="LiveId" clId="{B6FBDA6B-F2A7-4BBE-A2C3-07D2143358BF}" dt="2026-10-10T16:09:31.727" v="14438" actId="1036"/>
          <ac:spMkLst>
            <pc:docMk/>
            <pc:sldMk cId="136576484" sldId="400"/>
            <ac:spMk id="301" creationId="{8733D83C-88AF-5411-8D8A-EA116EE00955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36576484" sldId="400"/>
            <ac:spMk id="313" creationId="{4997C4B9-377A-6A4A-EA7C-3F68728F96FF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6576484" sldId="400"/>
            <ac:spMk id="327" creationId="{91050D73-322A-2DBD-07D8-86413BE855CC}"/>
          </ac:spMkLst>
        </pc:spChg>
        <pc:spChg chg="mod">
          <ac:chgData name="elvio rodriguez" userId="1c1449da70e07349" providerId="LiveId" clId="{B6FBDA6B-F2A7-4BBE-A2C3-07D2143358BF}" dt="2026-10-10T16:02:41.829" v="14270" actId="1036"/>
          <ac:spMkLst>
            <pc:docMk/>
            <pc:sldMk cId="136576484" sldId="400"/>
            <ac:spMk id="338" creationId="{7B540BD6-363F-8C61-3425-8405CEB6A685}"/>
          </ac:spMkLst>
        </pc:spChg>
        <pc:spChg chg="mod">
          <ac:chgData name="elvio rodriguez" userId="1c1449da70e07349" providerId="LiveId" clId="{B6FBDA6B-F2A7-4BBE-A2C3-07D2143358BF}" dt="2026-10-10T16:09:31.727" v="14438" actId="1036"/>
          <ac:spMkLst>
            <pc:docMk/>
            <pc:sldMk cId="136576484" sldId="400"/>
            <ac:spMk id="339" creationId="{BB040EBC-F090-E0CF-346B-636DC00B7A3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6576484" sldId="400"/>
            <ac:spMk id="341" creationId="{E23245A9-EB25-F089-FDDC-053D6D18DB3E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36576484" sldId="400"/>
            <ac:spMk id="345" creationId="{12621899-0464-75CE-0540-FF1BD76F212F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36576484" sldId="400"/>
            <ac:spMk id="348" creationId="{8E73545F-776E-B1C7-FFC7-37B517D3D667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6576484" sldId="400"/>
            <ac:spMk id="351" creationId="{3D50F6D9-EC77-E1CE-9785-264BFDEDCB7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6576484" sldId="400"/>
            <ac:spMk id="363" creationId="{4881DB23-8ECB-6E24-14FE-5DC2A2500A5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6576484" sldId="400"/>
            <ac:spMk id="370" creationId="{C532A0E8-A16C-E331-2A27-72AB0157204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6576484" sldId="400"/>
            <ac:spMk id="386" creationId="{73B26836-EEBE-A678-87F5-70D1FEF3503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6576484" sldId="400"/>
            <ac:spMk id="389" creationId="{1243B448-73CD-AF39-CA9E-4DF764379853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36576484" sldId="400"/>
            <ac:spMk id="393" creationId="{B5D75628-EB47-8050-C088-1EF2B31AEAD8}"/>
          </ac:spMkLst>
        </pc:spChg>
        <pc:spChg chg="add del mod">
          <ac:chgData name="elvio rodriguez" userId="1c1449da70e07349" providerId="LiveId" clId="{B6FBDA6B-F2A7-4BBE-A2C3-07D2143358BF}" dt="2026-10-10T16:04:17.803" v="14359" actId="1035"/>
          <ac:spMkLst>
            <pc:docMk/>
            <pc:sldMk cId="136576484" sldId="400"/>
            <ac:spMk id="395" creationId="{D7620DA9-B8BC-D42A-2899-B0299F29E8E5}"/>
          </ac:spMkLst>
        </pc:spChg>
        <pc:spChg chg="mod">
          <ac:chgData name="elvio rodriguez" userId="1c1449da70e07349" providerId="LiveId" clId="{B6FBDA6B-F2A7-4BBE-A2C3-07D2143358BF}" dt="2026-10-10T16:08:39.050" v="14427" actId="207"/>
          <ac:spMkLst>
            <pc:docMk/>
            <pc:sldMk cId="136576484" sldId="400"/>
            <ac:spMk id="396" creationId="{58CB6E8B-4B74-AEBA-2BBA-DAE07AA45145}"/>
          </ac:spMkLst>
        </pc:spChg>
        <pc:spChg chg="mod">
          <ac:chgData name="elvio rodriguez" userId="1c1449da70e07349" providerId="LiveId" clId="{B6FBDA6B-F2A7-4BBE-A2C3-07D2143358BF}" dt="2026-10-10T16:09:31.727" v="14438" actId="1036"/>
          <ac:spMkLst>
            <pc:docMk/>
            <pc:sldMk cId="136576484" sldId="400"/>
            <ac:spMk id="410" creationId="{9FE5E441-A28C-1F43-8BAC-8912F28ECE9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6576484" sldId="400"/>
            <ac:spMk id="425" creationId="{F4B70EFB-EDC5-984D-6CB8-2F4880D02BC4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36576484" sldId="400"/>
            <ac:spMk id="428" creationId="{57BDC51A-34F5-63AA-D6F7-10F52FDCA7D7}"/>
          </ac:spMkLst>
        </pc:spChg>
        <pc:spChg chg="mod">
          <ac:chgData name="elvio rodriguez" userId="1c1449da70e07349" providerId="LiveId" clId="{B6FBDA6B-F2A7-4BBE-A2C3-07D2143358BF}" dt="2026-10-10T16:08:50.834" v="14430" actId="207"/>
          <ac:spMkLst>
            <pc:docMk/>
            <pc:sldMk cId="136576484" sldId="400"/>
            <ac:spMk id="431" creationId="{743CF846-3012-5439-0D34-598C3CB0E085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6576484" sldId="400"/>
            <ac:spMk id="445" creationId="{627F2CB6-EBAB-C3A2-D907-75DA3ACF9037}"/>
          </ac:spMkLst>
        </pc:spChg>
        <pc:grpChg chg="mod">
          <ac:chgData name="elvio rodriguez" userId="1c1449da70e07349" providerId="LiveId" clId="{B6FBDA6B-F2A7-4BBE-A2C3-07D2143358BF}" dt="2026-10-10T16:04:10.718" v="14342" actId="1035"/>
          <ac:grpSpMkLst>
            <pc:docMk/>
            <pc:sldMk cId="136576484" sldId="400"/>
            <ac:grpSpMk id="323" creationId="{5F5AC274-0FB1-5BFE-7215-874B11F2F027}"/>
          </ac:grpSpMkLst>
        </pc:grpChg>
        <pc:grpChg chg="mod">
          <ac:chgData name="elvio rodriguez" userId="1c1449da70e07349" providerId="LiveId" clId="{B6FBDA6B-F2A7-4BBE-A2C3-07D2143358BF}" dt="2026-10-10T16:11:40.708" v="14488" actId="1038"/>
          <ac:grpSpMkLst>
            <pc:docMk/>
            <pc:sldMk cId="136576484" sldId="400"/>
            <ac:grpSpMk id="412" creationId="{54259734-4272-77B2-E71A-5B32F5557FB4}"/>
          </ac:grpSpMkLst>
        </pc:grpChg>
        <pc:grpChg chg="mod">
          <ac:chgData name="elvio rodriguez" userId="1c1449da70e07349" providerId="LiveId" clId="{B6FBDA6B-F2A7-4BBE-A2C3-07D2143358BF}" dt="2026-10-10T16:11:40.708" v="14488" actId="1038"/>
          <ac:grpSpMkLst>
            <pc:docMk/>
            <pc:sldMk cId="136576484" sldId="400"/>
            <ac:grpSpMk id="417" creationId="{F81B4F09-9208-EC46-0D3E-C6862FF89724}"/>
          </ac:grpSpMkLst>
        </pc:grpChg>
        <pc:grpChg chg="mod">
          <ac:chgData name="elvio rodriguez" userId="1c1449da70e07349" providerId="LiveId" clId="{B6FBDA6B-F2A7-4BBE-A2C3-07D2143358BF}" dt="2026-10-10T16:11:40.708" v="14488" actId="1038"/>
          <ac:grpSpMkLst>
            <pc:docMk/>
            <pc:sldMk cId="136576484" sldId="400"/>
            <ac:grpSpMk id="421" creationId="{43B981F2-F9D6-94CB-402A-14B7385FEDEA}"/>
          </ac:grpSpMkLst>
        </pc:grpChg>
        <pc:grpChg chg="mod">
          <ac:chgData name="elvio rodriguez" userId="1c1449da70e07349" providerId="LiveId" clId="{B6FBDA6B-F2A7-4BBE-A2C3-07D2143358BF}" dt="2026-10-10T16:11:40.708" v="14488" actId="1038"/>
          <ac:grpSpMkLst>
            <pc:docMk/>
            <pc:sldMk cId="136576484" sldId="400"/>
            <ac:grpSpMk id="426" creationId="{847F5A42-9990-A55C-20D3-FBBD19183B28}"/>
          </ac:grpSpMkLst>
        </pc:grpChg>
        <pc:grpChg chg="mod">
          <ac:chgData name="elvio rodriguez" userId="1c1449da70e07349" providerId="LiveId" clId="{B6FBDA6B-F2A7-4BBE-A2C3-07D2143358BF}" dt="2026-10-10T16:11:40.708" v="14488" actId="1038"/>
          <ac:grpSpMkLst>
            <pc:docMk/>
            <pc:sldMk cId="136576484" sldId="400"/>
            <ac:grpSpMk id="434" creationId="{AE418895-8190-45E7-7288-6BF0B87C8625}"/>
          </ac:grpSpMkLst>
        </pc:grpChg>
        <pc:grpChg chg="mod">
          <ac:chgData name="elvio rodriguez" userId="1c1449da70e07349" providerId="LiveId" clId="{B6FBDA6B-F2A7-4BBE-A2C3-07D2143358BF}" dt="2026-10-10T16:11:40.708" v="14488" actId="1038"/>
          <ac:grpSpMkLst>
            <pc:docMk/>
            <pc:sldMk cId="136576484" sldId="400"/>
            <ac:grpSpMk id="443" creationId="{55BC16C0-C155-CD34-ABA6-317590964BF1}"/>
          </ac:grpSpMkLst>
        </pc:grpChg>
        <pc:grpChg chg="mod">
          <ac:chgData name="elvio rodriguez" userId="1c1449da70e07349" providerId="LiveId" clId="{B6FBDA6B-F2A7-4BBE-A2C3-07D2143358BF}" dt="2026-10-10T16:11:40.708" v="14488" actId="1038"/>
          <ac:grpSpMkLst>
            <pc:docMk/>
            <pc:sldMk cId="136576484" sldId="400"/>
            <ac:grpSpMk id="446" creationId="{0EABB788-6371-6FA5-A4A5-E3B886650B56}"/>
          </ac:grpSpMkLst>
        </pc:grpChg>
        <pc:grpChg chg="mod">
          <ac:chgData name="elvio rodriguez" userId="1c1449da70e07349" providerId="LiveId" clId="{B6FBDA6B-F2A7-4BBE-A2C3-07D2143358BF}" dt="2026-10-10T16:11:40.708" v="14488" actId="1038"/>
          <ac:grpSpMkLst>
            <pc:docMk/>
            <pc:sldMk cId="136576484" sldId="400"/>
            <ac:grpSpMk id="450" creationId="{58301305-E7AF-45FC-B2CF-CCD4648F7F11}"/>
          </ac:grpSpMkLst>
        </pc:grpChg>
      </pc:sldChg>
      <pc:sldChg chg="modSp add mod">
        <pc:chgData name="elvio rodriguez" userId="1c1449da70e07349" providerId="LiveId" clId="{B6FBDA6B-F2A7-4BBE-A2C3-07D2143358BF}" dt="2026-10-12T14:47:08.553" v="29378" actId="790"/>
        <pc:sldMkLst>
          <pc:docMk/>
          <pc:sldMk cId="256606333" sldId="401"/>
        </pc:sldMkLst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56606333" sldId="401"/>
            <ac:spMk id="3" creationId="{71509F39-B51E-70EF-290F-0E2852BDC2AF}"/>
          </ac:spMkLst>
        </pc:spChg>
        <pc:spChg chg="mod">
          <ac:chgData name="elvio rodriguez" userId="1c1449da70e07349" providerId="LiveId" clId="{B6FBDA6B-F2A7-4BBE-A2C3-07D2143358BF}" dt="2026-10-10T15:16:34.353" v="14049" actId="20577"/>
          <ac:spMkLst>
            <pc:docMk/>
            <pc:sldMk cId="256606333" sldId="401"/>
            <ac:spMk id="6" creationId="{925936FC-94CF-4D52-C15C-95A03CB4590E}"/>
          </ac:spMkLst>
        </pc:spChg>
        <pc:spChg chg="mod">
          <ac:chgData name="elvio rodriguez" userId="1c1449da70e07349" providerId="LiveId" clId="{B6FBDA6B-F2A7-4BBE-A2C3-07D2143358BF}" dt="2026-10-10T16:39:06.094" v="15810" actId="20577"/>
          <ac:spMkLst>
            <pc:docMk/>
            <pc:sldMk cId="256606333" sldId="401"/>
            <ac:spMk id="10" creationId="{608A0075-FD97-028F-4C7A-87C5D9BB8C4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6606333" sldId="401"/>
            <ac:spMk id="15" creationId="{7F2CED12-52EF-15DD-A596-1554C1786F67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56606333" sldId="401"/>
            <ac:spMk id="20" creationId="{C2A234C0-AACE-17DA-C207-BEC2F37A90DD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56606333" sldId="401"/>
            <ac:spMk id="39" creationId="{9AC7AB7A-A4D3-58DD-72B0-75986CEB961D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56606333" sldId="401"/>
            <ac:spMk id="46" creationId="{C684346E-4C1F-0E4D-E48A-BE8A923F58A3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56606333" sldId="401"/>
            <ac:spMk id="47" creationId="{F9262082-CF04-7C5B-8A7F-5215485062A7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56606333" sldId="401"/>
            <ac:spMk id="48" creationId="{60B1EAAD-94D7-0FB2-8572-38F97C561506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56606333" sldId="401"/>
            <ac:spMk id="52" creationId="{D52D27FF-560B-21E6-8476-D1800BDC948A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56606333" sldId="401"/>
            <ac:spMk id="59" creationId="{7D38D0C3-22E4-8709-EA86-553436DED198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56606333" sldId="401"/>
            <ac:spMk id="60" creationId="{6B777E54-33FE-5853-1A52-94A0BF6315D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6606333" sldId="401"/>
            <ac:spMk id="69" creationId="{66C45F71-8347-8488-7015-0A6A7F567F87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6606333" sldId="401"/>
            <ac:spMk id="79" creationId="{ED437963-C470-2555-5A59-208F90BCB008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56606333" sldId="401"/>
            <ac:spMk id="80" creationId="{C0285FD5-CF39-2F0C-AD59-42FE5AF1E47F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6606333" sldId="401"/>
            <ac:spMk id="83" creationId="{B205E266-800A-3463-5704-6E4C6B6D61C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6606333" sldId="401"/>
            <ac:spMk id="88" creationId="{6EA302BC-0D96-6DFE-F2E6-AB18185739D5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56606333" sldId="401"/>
            <ac:spMk id="99" creationId="{B940079D-AA01-B7ED-D970-326B5E082B94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56606333" sldId="401"/>
            <ac:spMk id="100" creationId="{DFCD0F53-D570-10CF-5429-F74412B8620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6606333" sldId="401"/>
            <ac:spMk id="105" creationId="{7CD4D299-7221-28BF-BBE9-A647E3D87F3E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56606333" sldId="401"/>
            <ac:spMk id="122" creationId="{1011CFB6-AF37-64F8-B53B-E724C5342338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6606333" sldId="401"/>
            <ac:spMk id="126" creationId="{3F934372-2144-D847-A2FB-28F35A6C8EA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6606333" sldId="401"/>
            <ac:spMk id="129" creationId="{4200F0DE-8F6C-1260-97C3-D9476B80B4CE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56606333" sldId="401"/>
            <ac:spMk id="142" creationId="{F8D32BA7-5715-91DF-E49D-AC68E8B8900C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56606333" sldId="401"/>
            <ac:spMk id="151" creationId="{D464251A-EF82-CC8D-D9D7-05B886CEA51E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56606333" sldId="401"/>
            <ac:spMk id="156" creationId="{A7849A81-C098-72C9-3D36-4734693EFB4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6606333" sldId="401"/>
            <ac:spMk id="165" creationId="{B4C3E1D5-AC66-B3BF-15C2-9D70E163EC91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56606333" sldId="401"/>
            <ac:spMk id="180" creationId="{DFC59FCF-DC51-047D-C6C6-15AFC44A9278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56606333" sldId="401"/>
            <ac:spMk id="185" creationId="{5F10FCB9-026D-891A-E7EE-CDD6986F3FC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6606333" sldId="401"/>
            <ac:spMk id="190" creationId="{0CF19AAC-1515-003E-53D2-FCD15BC40F1E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56606333" sldId="401"/>
            <ac:spMk id="210" creationId="{394D71B7-0272-4F5A-B610-36A5AFA1AEAF}"/>
          </ac:spMkLst>
        </pc:spChg>
        <pc:spChg chg="mod">
          <ac:chgData name="elvio rodriguez" userId="1c1449da70e07349" providerId="LiveId" clId="{B6FBDA6B-F2A7-4BBE-A2C3-07D2143358BF}" dt="2026-10-10T16:43:01.205" v="15837" actId="20577"/>
          <ac:spMkLst>
            <pc:docMk/>
            <pc:sldMk cId="256606333" sldId="401"/>
            <ac:spMk id="216" creationId="{22C0E5A7-7F67-3F35-E2D7-E1ADC7B6F308}"/>
          </ac:spMkLst>
        </pc:spChg>
      </pc:sldChg>
      <pc:sldChg chg="addSp modSp add mod addAnim delAnim modAnim">
        <pc:chgData name="elvio rodriguez" userId="1c1449da70e07349" providerId="LiveId" clId="{B6FBDA6B-F2A7-4BBE-A2C3-07D2143358BF}" dt="2026-10-12T14:47:08.553" v="29378" actId="790"/>
        <pc:sldMkLst>
          <pc:docMk/>
          <pc:sldMk cId="2658074911" sldId="403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658074911" sldId="403"/>
            <ac:spMk id="2" creationId="{BD8C0BB5-AB95-9EC9-A236-23D0FFB240C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658074911" sldId="403"/>
            <ac:spMk id="3" creationId="{FCDF28D7-9E4D-5905-C130-A5D8E75644F8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658074911" sldId="403"/>
            <ac:spMk id="4" creationId="{B9BD7525-0759-C36F-2315-18B951DF78BB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658074911" sldId="403"/>
            <ac:spMk id="5" creationId="{CFAFCC86-845F-F552-F38C-45D5E215E53E}"/>
          </ac:spMkLst>
        </pc:spChg>
      </pc:sldChg>
      <pc:sldChg chg="addSp delSp modSp add mod ord delAnim">
        <pc:chgData name="elvio rodriguez" userId="1c1449da70e07349" providerId="LiveId" clId="{B6FBDA6B-F2A7-4BBE-A2C3-07D2143358BF}" dt="2026-10-25T13:31:24.201" v="35886" actId="14100"/>
        <pc:sldMkLst>
          <pc:docMk/>
          <pc:sldMk cId="2235567227" sldId="404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35567227" sldId="404"/>
            <ac:spMk id="2" creationId="{E2F255BD-419A-7E42-5903-7FCA3F761C7F}"/>
          </ac:spMkLst>
        </pc:spChg>
        <pc:spChg chg="add mod">
          <ac:chgData name="elvio rodriguez" userId="1c1449da70e07349" providerId="LiveId" clId="{B6FBDA6B-F2A7-4BBE-A2C3-07D2143358BF}" dt="2026-10-20T20:18:17.556" v="34779" actId="20577"/>
          <ac:spMkLst>
            <pc:docMk/>
            <pc:sldMk cId="2235567227" sldId="404"/>
            <ac:spMk id="4" creationId="{6E2FC55E-6AC7-0DCF-DB03-A7B82F745618}"/>
          </ac:spMkLst>
        </pc:spChg>
        <pc:spChg chg="add mod">
          <ac:chgData name="elvio rodriguez" userId="1c1449da70e07349" providerId="LiveId" clId="{B6FBDA6B-F2A7-4BBE-A2C3-07D2143358BF}" dt="2026-10-25T13:31:24.201" v="35886" actId="14100"/>
          <ac:spMkLst>
            <pc:docMk/>
            <pc:sldMk cId="2235567227" sldId="404"/>
            <ac:spMk id="7" creationId="{C439C416-05EA-F4D3-9050-094AA31B1E97}"/>
          </ac:spMkLst>
        </pc:spChg>
        <pc:picChg chg="add mod">
          <ac:chgData name="elvio rodriguez" userId="1c1449da70e07349" providerId="LiveId" clId="{B6FBDA6B-F2A7-4BBE-A2C3-07D2143358BF}" dt="2026-10-25T13:31:16.839" v="35885" actId="14826"/>
          <ac:picMkLst>
            <pc:docMk/>
            <pc:sldMk cId="2235567227" sldId="404"/>
            <ac:picMk id="6" creationId="{AF298E05-6DCA-3605-137E-321A119EA2CD}"/>
          </ac:picMkLst>
        </pc:picChg>
      </pc:sldChg>
      <pc:sldChg chg="addSp delSp modSp add mod modClrScheme delAnim chgLayout">
        <pc:chgData name="elvio rodriguez" userId="1c1449da70e07349" providerId="LiveId" clId="{B6FBDA6B-F2A7-4BBE-A2C3-07D2143358BF}" dt="2026-10-25T13:32:00.662" v="35894" actId="1036"/>
        <pc:sldMkLst>
          <pc:docMk/>
          <pc:sldMk cId="347946604" sldId="405"/>
        </pc:sldMkLst>
        <pc:spChg chg="add mod ord">
          <ac:chgData name="elvio rodriguez" userId="1c1449da70e07349" providerId="LiveId" clId="{B6FBDA6B-F2A7-4BBE-A2C3-07D2143358BF}" dt="2026-10-12T14:47:08.553" v="29378" actId="790"/>
          <ac:spMkLst>
            <pc:docMk/>
            <pc:sldMk cId="347946604" sldId="405"/>
            <ac:spMk id="3" creationId="{BB7EF147-DE0D-9345-DA96-D2018E8F2257}"/>
          </ac:spMkLst>
        </pc:spChg>
        <pc:spChg chg="add del mod">
          <ac:chgData name="elvio rodriguez" userId="1c1449da70e07349" providerId="LiveId" clId="{B6FBDA6B-F2A7-4BBE-A2C3-07D2143358BF}" dt="2026-10-20T20:18:52.711" v="34784" actId="20577"/>
          <ac:spMkLst>
            <pc:docMk/>
            <pc:sldMk cId="347946604" sldId="405"/>
            <ac:spMk id="5" creationId="{EA031957-CC0E-4403-F944-02CD983A34E0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47946604" sldId="405"/>
            <ac:spMk id="41" creationId="{11E87D80-EE1F-6B69-F373-978B07C4DC2F}"/>
          </ac:spMkLst>
        </pc:spChg>
        <pc:picChg chg="mod modCrop">
          <ac:chgData name="elvio rodriguez" userId="1c1449da70e07349" providerId="LiveId" clId="{B6FBDA6B-F2A7-4BBE-A2C3-07D2143358BF}" dt="2026-10-25T13:32:00.662" v="35894" actId="1036"/>
          <ac:picMkLst>
            <pc:docMk/>
            <pc:sldMk cId="347946604" sldId="405"/>
            <ac:picMk id="4" creationId="{266452FF-B512-32B7-DE90-9CB86499EE11}"/>
          </ac:picMkLst>
        </pc:picChg>
        <pc:picChg chg="add del mod">
          <ac:chgData name="elvio rodriguez" userId="1c1449da70e07349" providerId="LiveId" clId="{B6FBDA6B-F2A7-4BBE-A2C3-07D2143358BF}" dt="2026-10-10T17:03:22.936" v="16053" actId="1035"/>
          <ac:picMkLst>
            <pc:docMk/>
            <pc:sldMk cId="347946604" sldId="405"/>
            <ac:picMk id="7" creationId="{31C58533-DF3D-531C-953B-A0DC65C165E1}"/>
          </ac:picMkLst>
        </pc:picChg>
        <pc:picChg chg="add del mod">
          <ac:chgData name="elvio rodriguez" userId="1c1449da70e07349" providerId="LiveId" clId="{B6FBDA6B-F2A7-4BBE-A2C3-07D2143358BF}" dt="2026-10-10T17:03:22.936" v="16053" actId="1035"/>
          <ac:picMkLst>
            <pc:docMk/>
            <pc:sldMk cId="347946604" sldId="405"/>
            <ac:picMk id="15" creationId="{0BD9AA76-9F61-0E84-27C5-FE579A2291D2}"/>
          </ac:picMkLst>
        </pc:picChg>
        <pc:picChg chg="add del mod">
          <ac:chgData name="elvio rodriguez" userId="1c1449da70e07349" providerId="LiveId" clId="{B6FBDA6B-F2A7-4BBE-A2C3-07D2143358BF}" dt="2026-10-10T17:03:22.936" v="16053" actId="1035"/>
          <ac:picMkLst>
            <pc:docMk/>
            <pc:sldMk cId="347946604" sldId="405"/>
            <ac:picMk id="17" creationId="{C5FF58F5-2B54-184F-01DD-13A64E45B362}"/>
          </ac:picMkLst>
        </pc:picChg>
        <pc:picChg chg="add del mod">
          <ac:chgData name="elvio rodriguez" userId="1c1449da70e07349" providerId="LiveId" clId="{B6FBDA6B-F2A7-4BBE-A2C3-07D2143358BF}" dt="2026-10-10T17:03:22.936" v="16053" actId="1035"/>
          <ac:picMkLst>
            <pc:docMk/>
            <pc:sldMk cId="347946604" sldId="405"/>
            <ac:picMk id="28" creationId="{E0954667-60B5-85A1-9A94-A8C7655D54C6}"/>
          </ac:picMkLst>
        </pc:picChg>
        <pc:picChg chg="add mod">
          <ac:chgData name="elvio rodriguez" userId="1c1449da70e07349" providerId="LiveId" clId="{B6FBDA6B-F2A7-4BBE-A2C3-07D2143358BF}" dt="2026-10-10T17:03:22.936" v="16053" actId="1035"/>
          <ac:picMkLst>
            <pc:docMk/>
            <pc:sldMk cId="347946604" sldId="405"/>
            <ac:picMk id="35" creationId="{A293556B-5BAF-5AB8-DFAF-70E834E7E35E}"/>
          </ac:picMkLst>
        </pc:picChg>
        <pc:picChg chg="add mod">
          <ac:chgData name="elvio rodriguez" userId="1c1449da70e07349" providerId="LiveId" clId="{B6FBDA6B-F2A7-4BBE-A2C3-07D2143358BF}" dt="2026-10-10T17:04:57.959" v="16203" actId="1035"/>
          <ac:picMkLst>
            <pc:docMk/>
            <pc:sldMk cId="347946604" sldId="405"/>
            <ac:picMk id="40" creationId="{DEBFC8AF-34D1-5C3F-21A1-E39E07374C37}"/>
          </ac:picMkLst>
        </pc:picChg>
      </pc:sldChg>
      <pc:sldChg chg="addSp delSp modSp add mod addAnim delAnim modAnim">
        <pc:chgData name="elvio rodriguez" userId="1c1449da70e07349" providerId="LiveId" clId="{B6FBDA6B-F2A7-4BBE-A2C3-07D2143358BF}" dt="2026-10-12T14:47:08.553" v="29378" actId="790"/>
        <pc:sldMkLst>
          <pc:docMk/>
          <pc:sldMk cId="3644155043" sldId="406"/>
        </pc:sldMkLst>
        <pc:spChg chg="mod">
          <ac:chgData name="elvio rodriguez" userId="1c1449da70e07349" providerId="LiveId" clId="{B6FBDA6B-F2A7-4BBE-A2C3-07D2143358BF}" dt="2026-10-10T19:05:49.335" v="16332" actId="1076"/>
          <ac:spMkLst>
            <pc:docMk/>
            <pc:sldMk cId="3644155043" sldId="406"/>
            <ac:spMk id="3" creationId="{CD5BCBA4-A413-FFAE-8F90-75B83BA2D841}"/>
          </ac:spMkLst>
        </pc:spChg>
        <pc:spChg chg="add mod">
          <ac:chgData name="elvio rodriguez" userId="1c1449da70e07349" providerId="LiveId" clId="{B6FBDA6B-F2A7-4BBE-A2C3-07D2143358BF}" dt="2026-10-10T19:06:51.100" v="16352" actId="2711"/>
          <ac:spMkLst>
            <pc:docMk/>
            <pc:sldMk cId="3644155043" sldId="406"/>
            <ac:spMk id="18" creationId="{6D81D831-6FC5-07EE-A8A6-7E5FF32F074D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644155043" sldId="406"/>
            <ac:spMk id="19" creationId="{F926E0AE-6874-548A-0D1B-AF589882A401}"/>
          </ac:spMkLst>
        </pc:spChg>
        <pc:spChg chg="add mod">
          <ac:chgData name="elvio rodriguez" userId="1c1449da70e07349" providerId="LiveId" clId="{B6FBDA6B-F2A7-4BBE-A2C3-07D2143358BF}" dt="2026-10-10T19:23:02.861" v="16569" actId="790"/>
          <ac:spMkLst>
            <pc:docMk/>
            <pc:sldMk cId="3644155043" sldId="406"/>
            <ac:spMk id="20" creationId="{E66A653F-C7D0-CE8C-30EF-3750E1A382FC}"/>
          </ac:spMkLst>
        </pc:spChg>
        <pc:spChg chg="add mod">
          <ac:chgData name="elvio rodriguez" userId="1c1449da70e07349" providerId="LiveId" clId="{B6FBDA6B-F2A7-4BBE-A2C3-07D2143358BF}" dt="2026-10-10T19:27:47.876" v="16632" actId="20577"/>
          <ac:spMkLst>
            <pc:docMk/>
            <pc:sldMk cId="3644155043" sldId="406"/>
            <ac:spMk id="22" creationId="{6E90C34A-CA96-33EB-DA96-1622B9EDB1C6}"/>
          </ac:spMkLst>
        </pc:spChg>
        <pc:spChg chg="add mod">
          <ac:chgData name="elvio rodriguez" userId="1c1449da70e07349" providerId="LiveId" clId="{B6FBDA6B-F2A7-4BBE-A2C3-07D2143358BF}" dt="2026-10-11T01:45:22.335" v="17538" actId="790"/>
          <ac:spMkLst>
            <pc:docMk/>
            <pc:sldMk cId="3644155043" sldId="406"/>
            <ac:spMk id="26" creationId="{3D5B2434-8B26-1CC4-06D7-81AB7AE644BA}"/>
          </ac:spMkLst>
        </pc:spChg>
        <pc:spChg chg="add mod">
          <ac:chgData name="elvio rodriguez" userId="1c1449da70e07349" providerId="LiveId" clId="{B6FBDA6B-F2A7-4BBE-A2C3-07D2143358BF}" dt="2026-10-10T19:09:59.855" v="16374" actId="1076"/>
          <ac:spMkLst>
            <pc:docMk/>
            <pc:sldMk cId="3644155043" sldId="406"/>
            <ac:spMk id="29" creationId="{DABEE75A-795F-BC15-65AB-48D8546A4643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644155043" sldId="406"/>
            <ac:spMk id="31" creationId="{92A1F8E7-BF3B-EDF2-FD91-005F5A7DAD09}"/>
          </ac:spMkLst>
        </pc:spChg>
        <pc:spChg chg="add mod">
          <ac:chgData name="elvio rodriguez" userId="1c1449da70e07349" providerId="LiveId" clId="{B6FBDA6B-F2A7-4BBE-A2C3-07D2143358BF}" dt="2026-10-10T19:08:54.552" v="16370" actId="207"/>
          <ac:spMkLst>
            <pc:docMk/>
            <pc:sldMk cId="3644155043" sldId="406"/>
            <ac:spMk id="32" creationId="{3C055708-E11B-D55F-2CA0-D50404CFF18D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644155043" sldId="406"/>
            <ac:spMk id="39" creationId="{1BCE0EB9-B6E6-BC3C-5595-EAFFF82C35B3}"/>
          </ac:spMkLst>
        </pc:spChg>
        <pc:spChg chg="add mod">
          <ac:chgData name="elvio rodriguez" userId="1c1449da70e07349" providerId="LiveId" clId="{B6FBDA6B-F2A7-4BBE-A2C3-07D2143358BF}" dt="2026-10-10T19:09:48.631" v="16371" actId="571"/>
          <ac:spMkLst>
            <pc:docMk/>
            <pc:sldMk cId="3644155043" sldId="406"/>
            <ac:spMk id="43" creationId="{757A3BEE-01E6-8AD2-3513-4D11E95B643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644155043" sldId="406"/>
            <ac:spMk id="44" creationId="{126D1313-BEA3-1847-E49E-2EB57D8F0671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644155043" sldId="406"/>
            <ac:spMk id="46" creationId="{C101EE08-170F-13DA-1D83-9D34CA57C066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644155043" sldId="406"/>
            <ac:spMk id="48" creationId="{8B62FF8F-6D2F-CE43-B771-E79F57D9B345}"/>
          </ac:spMkLst>
        </pc:spChg>
        <pc:spChg chg="add mod">
          <ac:chgData name="elvio rodriguez" userId="1c1449da70e07349" providerId="LiveId" clId="{B6FBDA6B-F2A7-4BBE-A2C3-07D2143358BF}" dt="2026-10-10T19:11:22.827" v="16386" actId="207"/>
          <ac:spMkLst>
            <pc:docMk/>
            <pc:sldMk cId="3644155043" sldId="406"/>
            <ac:spMk id="49" creationId="{A3489471-EE92-6C08-3D98-934215DD94E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644155043" sldId="406"/>
            <ac:spMk id="54" creationId="{5BB2D344-88BF-DCEF-8A44-452FC06C5359}"/>
          </ac:spMkLst>
        </pc:spChg>
        <pc:spChg chg="add mod">
          <ac:chgData name="elvio rodriguez" userId="1c1449da70e07349" providerId="LiveId" clId="{B6FBDA6B-F2A7-4BBE-A2C3-07D2143358BF}" dt="2026-10-11T01:45:22.335" v="17538" actId="790"/>
          <ac:spMkLst>
            <pc:docMk/>
            <pc:sldMk cId="3644155043" sldId="406"/>
            <ac:spMk id="60" creationId="{568F2542-105D-1292-3059-134D0F605014}"/>
          </ac:spMkLst>
        </pc:spChg>
        <pc:spChg chg="add mod">
          <ac:chgData name="elvio rodriguez" userId="1c1449da70e07349" providerId="LiveId" clId="{B6FBDA6B-F2A7-4BBE-A2C3-07D2143358BF}" dt="2026-10-10T19:23:02.861" v="16569" actId="790"/>
          <ac:spMkLst>
            <pc:docMk/>
            <pc:sldMk cId="3644155043" sldId="406"/>
            <ac:spMk id="63" creationId="{E1873717-12AA-AB5E-8175-B0E67281AD56}"/>
          </ac:spMkLst>
        </pc:spChg>
        <pc:spChg chg="add mod">
          <ac:chgData name="elvio rodriguez" userId="1c1449da70e07349" providerId="LiveId" clId="{B6FBDA6B-F2A7-4BBE-A2C3-07D2143358BF}" dt="2026-10-11T01:45:22.335" v="17538" actId="790"/>
          <ac:spMkLst>
            <pc:docMk/>
            <pc:sldMk cId="3644155043" sldId="406"/>
            <ac:spMk id="65" creationId="{667A9D95-BABF-21A6-4138-68835649264E}"/>
          </ac:spMkLst>
        </pc:spChg>
        <pc:spChg chg="add mod">
          <ac:chgData name="elvio rodriguez" userId="1c1449da70e07349" providerId="LiveId" clId="{B6FBDA6B-F2A7-4BBE-A2C3-07D2143358BF}" dt="2026-10-10T19:13:45.537" v="16411" actId="571"/>
          <ac:spMkLst>
            <pc:docMk/>
            <pc:sldMk cId="3644155043" sldId="406"/>
            <ac:spMk id="66" creationId="{C9B2F133-9CB3-3461-DC9A-5C11D4F68A8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644155043" sldId="406"/>
            <ac:spMk id="68" creationId="{303F6670-D876-8D31-F169-4B84132A19FC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644155043" sldId="406"/>
            <ac:spMk id="69" creationId="{BCDDD37A-38A4-44AA-E035-153858A92285}"/>
          </ac:spMkLst>
        </pc:spChg>
        <pc:spChg chg="add mod">
          <ac:chgData name="elvio rodriguez" userId="1c1449da70e07349" providerId="LiveId" clId="{B6FBDA6B-F2A7-4BBE-A2C3-07D2143358BF}" dt="2026-10-10T19:15:17.994" v="16445" actId="207"/>
          <ac:spMkLst>
            <pc:docMk/>
            <pc:sldMk cId="3644155043" sldId="406"/>
            <ac:spMk id="71" creationId="{8A4E63E8-5B8B-BED8-5E6E-7C7ACE405178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644155043" sldId="406"/>
            <ac:spMk id="72" creationId="{CE007A76-6CC4-23FA-FC8E-19DC432BFD16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644155043" sldId="406"/>
            <ac:spMk id="75" creationId="{87992846-2BD5-1CEC-9CC7-7B2D692B3629}"/>
          </ac:spMkLst>
        </pc:spChg>
        <pc:spChg chg="add mod">
          <ac:chgData name="elvio rodriguez" userId="1c1449da70e07349" providerId="LiveId" clId="{B6FBDA6B-F2A7-4BBE-A2C3-07D2143358BF}" dt="2026-10-11T01:45:22.335" v="17538" actId="790"/>
          <ac:spMkLst>
            <pc:docMk/>
            <pc:sldMk cId="3644155043" sldId="406"/>
            <ac:spMk id="76" creationId="{F800692B-F6D4-5D8A-856B-05FF5C616650}"/>
          </ac:spMkLst>
        </pc:spChg>
        <pc:spChg chg="add mod">
          <ac:chgData name="elvio rodriguez" userId="1c1449da70e07349" providerId="LiveId" clId="{B6FBDA6B-F2A7-4BBE-A2C3-07D2143358BF}" dt="2026-10-10T19:23:02.861" v="16569" actId="790"/>
          <ac:spMkLst>
            <pc:docMk/>
            <pc:sldMk cId="3644155043" sldId="406"/>
            <ac:spMk id="77" creationId="{6E2ADFBA-FBF7-1D25-8D7C-CCC55E352A2B}"/>
          </ac:spMkLst>
        </pc:spChg>
        <pc:spChg chg="add mod">
          <ac:chgData name="elvio rodriguez" userId="1c1449da70e07349" providerId="LiveId" clId="{B6FBDA6B-F2A7-4BBE-A2C3-07D2143358BF}" dt="2026-10-10T19:17:18.940" v="16489" actId="6549"/>
          <ac:spMkLst>
            <pc:docMk/>
            <pc:sldMk cId="3644155043" sldId="406"/>
            <ac:spMk id="78" creationId="{4844EE1C-AA19-A5A8-623C-F4AFB86EE411}"/>
          </ac:spMkLst>
        </pc:spChg>
        <pc:spChg chg="add mod">
          <ac:chgData name="elvio rodriguez" userId="1c1449da70e07349" providerId="LiveId" clId="{B6FBDA6B-F2A7-4BBE-A2C3-07D2143358BF}" dt="2026-10-10T19:23:02.861" v="16569" actId="790"/>
          <ac:spMkLst>
            <pc:docMk/>
            <pc:sldMk cId="3644155043" sldId="406"/>
            <ac:spMk id="79" creationId="{6E0ACCAD-759F-CBAB-DD8F-73DC178DB56F}"/>
          </ac:spMkLst>
        </pc:spChg>
        <pc:spChg chg="add mod">
          <ac:chgData name="elvio rodriguez" userId="1c1449da70e07349" providerId="LiveId" clId="{B6FBDA6B-F2A7-4BBE-A2C3-07D2143358BF}" dt="2026-10-10T19:16:45.564" v="16473" actId="571"/>
          <ac:spMkLst>
            <pc:docMk/>
            <pc:sldMk cId="3644155043" sldId="406"/>
            <ac:spMk id="80" creationId="{79647E5F-D8A4-753F-AFB7-91738F9ADCDB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644155043" sldId="406"/>
            <ac:spMk id="81" creationId="{5342DD4D-AA26-E0BC-B9E6-FF038B64A38D}"/>
          </ac:spMkLst>
        </pc:spChg>
        <pc:spChg chg="add mod">
          <ac:chgData name="elvio rodriguez" userId="1c1449da70e07349" providerId="LiveId" clId="{B6FBDA6B-F2A7-4BBE-A2C3-07D2143358BF}" dt="2026-10-10T19:20:04.271" v="16507" actId="207"/>
          <ac:spMkLst>
            <pc:docMk/>
            <pc:sldMk cId="3644155043" sldId="406"/>
            <ac:spMk id="98" creationId="{F56B04DA-9410-0C0D-D0B8-67F1982DFFC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644155043" sldId="406"/>
            <ac:spMk id="99" creationId="{35628AB9-A7EB-416A-DC32-8A88BF92952F}"/>
          </ac:spMkLst>
        </pc:spChg>
        <pc:spChg chg="add mod">
          <ac:chgData name="elvio rodriguez" userId="1c1449da70e07349" providerId="LiveId" clId="{B6FBDA6B-F2A7-4BBE-A2C3-07D2143358BF}" dt="2026-10-11T01:45:22.335" v="17538" actId="790"/>
          <ac:spMkLst>
            <pc:docMk/>
            <pc:sldMk cId="3644155043" sldId="406"/>
            <ac:spMk id="102" creationId="{A724C17A-E3FD-372D-7EE5-ED97C93EC083}"/>
          </ac:spMkLst>
        </pc:spChg>
        <pc:spChg chg="add mod">
          <ac:chgData name="elvio rodriguez" userId="1c1449da70e07349" providerId="LiveId" clId="{B6FBDA6B-F2A7-4BBE-A2C3-07D2143358BF}" dt="2026-10-11T01:45:22.335" v="17538" actId="790"/>
          <ac:spMkLst>
            <pc:docMk/>
            <pc:sldMk cId="3644155043" sldId="406"/>
            <ac:spMk id="105" creationId="{D9298B72-ECED-F03D-F7E7-14D3E73CF652}"/>
          </ac:spMkLst>
        </pc:spChg>
        <pc:spChg chg="add mod">
          <ac:chgData name="elvio rodriguez" userId="1c1449da70e07349" providerId="LiveId" clId="{B6FBDA6B-F2A7-4BBE-A2C3-07D2143358BF}" dt="2026-10-11T01:45:22.335" v="17538" actId="790"/>
          <ac:spMkLst>
            <pc:docMk/>
            <pc:sldMk cId="3644155043" sldId="406"/>
            <ac:spMk id="107" creationId="{B1295E3E-E861-AF4E-4B42-CC78DCED7955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644155043" sldId="406"/>
            <ac:spMk id="109" creationId="{F58E99B4-4C68-FE8A-C2DE-F2510CBA7B22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644155043" sldId="406"/>
            <ac:spMk id="110" creationId="{3EBA3397-7A9B-D153-B53A-E44CB57C110A}"/>
          </ac:spMkLst>
        </pc:spChg>
        <pc:spChg chg="add mod">
          <ac:chgData name="elvio rodriguez" userId="1c1449da70e07349" providerId="LiveId" clId="{B6FBDA6B-F2A7-4BBE-A2C3-07D2143358BF}" dt="2026-10-11T01:45:22.335" v="17538" actId="790"/>
          <ac:spMkLst>
            <pc:docMk/>
            <pc:sldMk cId="3644155043" sldId="406"/>
            <ac:spMk id="113" creationId="{79EE4A71-8064-3C79-E92B-5621583D53A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644155043" sldId="406"/>
            <ac:spMk id="115" creationId="{9DD2955F-2F64-D34B-3507-A50183783FD6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644155043" sldId="406"/>
            <ac:spMk id="116" creationId="{06819D9A-34F1-5A99-E8B5-E284F9EADEAF}"/>
          </ac:spMkLst>
        </pc:spChg>
        <pc:spChg chg="add mod">
          <ac:chgData name="elvio rodriguez" userId="1c1449da70e07349" providerId="LiveId" clId="{B6FBDA6B-F2A7-4BBE-A2C3-07D2143358BF}" dt="2026-10-10T19:24:34.470" v="16596" actId="1076"/>
          <ac:spMkLst>
            <pc:docMk/>
            <pc:sldMk cId="3644155043" sldId="406"/>
            <ac:spMk id="118" creationId="{A8F164C9-692D-1746-D5B2-0BACDC012166}"/>
          </ac:spMkLst>
        </pc:spChg>
        <pc:spChg chg="add mod">
          <ac:chgData name="elvio rodriguez" userId="1c1449da70e07349" providerId="LiveId" clId="{B6FBDA6B-F2A7-4BBE-A2C3-07D2143358BF}" dt="2026-10-10T19:28:44.573" v="16648" actId="1076"/>
          <ac:spMkLst>
            <pc:docMk/>
            <pc:sldMk cId="3644155043" sldId="406"/>
            <ac:spMk id="120" creationId="{AAA85A8C-0053-E823-EE68-EEB3DF946822}"/>
          </ac:spMkLst>
        </pc:spChg>
        <pc:cxnChg chg="add mod">
          <ac:chgData name="elvio rodriguez" userId="1c1449da70e07349" providerId="LiveId" clId="{B6FBDA6B-F2A7-4BBE-A2C3-07D2143358BF}" dt="2026-10-10T19:06:11.514" v="16335" actId="692"/>
          <ac:cxnSpMkLst>
            <pc:docMk/>
            <pc:sldMk cId="3644155043" sldId="406"/>
            <ac:cxnSpMk id="11" creationId="{E39CEB3E-673B-6DDE-9EC5-3A8A957072AD}"/>
          </ac:cxnSpMkLst>
        </pc:cxnChg>
        <pc:cxnChg chg="add mod">
          <ac:chgData name="elvio rodriguez" userId="1c1449da70e07349" providerId="LiveId" clId="{B6FBDA6B-F2A7-4BBE-A2C3-07D2143358BF}" dt="2026-10-10T19:06:15.215" v="16337" actId="1076"/>
          <ac:cxnSpMkLst>
            <pc:docMk/>
            <pc:sldMk cId="3644155043" sldId="406"/>
            <ac:cxnSpMk id="13" creationId="{EF2E1BC1-08D3-61D6-A6B4-7173AAA8E88B}"/>
          </ac:cxnSpMkLst>
        </pc:cxnChg>
        <pc:cxnChg chg="add mod">
          <ac:chgData name="elvio rodriguez" userId="1c1449da70e07349" providerId="LiveId" clId="{B6FBDA6B-F2A7-4BBE-A2C3-07D2143358BF}" dt="2026-10-10T19:06:11.514" v="16335" actId="692"/>
          <ac:cxnSpMkLst>
            <pc:docMk/>
            <pc:sldMk cId="3644155043" sldId="406"/>
            <ac:cxnSpMk id="16" creationId="{D9650395-FECA-4152-FA23-805698B445AE}"/>
          </ac:cxnSpMkLst>
        </pc:cxnChg>
        <pc:cxnChg chg="add mod">
          <ac:chgData name="elvio rodriguez" userId="1c1449da70e07349" providerId="LiveId" clId="{B6FBDA6B-F2A7-4BBE-A2C3-07D2143358BF}" dt="2026-10-10T19:21:25.974" v="16526" actId="1582"/>
          <ac:cxnSpMkLst>
            <pc:docMk/>
            <pc:sldMk cId="3644155043" sldId="406"/>
            <ac:cxnSpMk id="21" creationId="{2AF0A73B-C85A-E822-39AF-0E9D93C86FCF}"/>
          </ac:cxnSpMkLst>
        </pc:cxnChg>
        <pc:cxnChg chg="add mod">
          <ac:chgData name="elvio rodriguez" userId="1c1449da70e07349" providerId="LiveId" clId="{B6FBDA6B-F2A7-4BBE-A2C3-07D2143358BF}" dt="2026-10-10T19:08:13.711" v="16366" actId="571"/>
          <ac:cxnSpMkLst>
            <pc:docMk/>
            <pc:sldMk cId="3644155043" sldId="406"/>
            <ac:cxnSpMk id="23" creationId="{0316A33C-0DE6-0B81-7E7C-FB21725FD5DF}"/>
          </ac:cxnSpMkLst>
        </pc:cxnChg>
        <pc:cxnChg chg="add mod">
          <ac:chgData name="elvio rodriguez" userId="1c1449da70e07349" providerId="LiveId" clId="{B6FBDA6B-F2A7-4BBE-A2C3-07D2143358BF}" dt="2026-10-10T19:08:13.711" v="16366" actId="571"/>
          <ac:cxnSpMkLst>
            <pc:docMk/>
            <pc:sldMk cId="3644155043" sldId="406"/>
            <ac:cxnSpMk id="24" creationId="{A347BC23-CD81-DFE3-BFBC-D541957C4008}"/>
          </ac:cxnSpMkLst>
        </pc:cxnChg>
        <pc:cxnChg chg="add mod">
          <ac:chgData name="elvio rodriguez" userId="1c1449da70e07349" providerId="LiveId" clId="{B6FBDA6B-F2A7-4BBE-A2C3-07D2143358BF}" dt="2026-10-10T19:08:13.711" v="16366" actId="571"/>
          <ac:cxnSpMkLst>
            <pc:docMk/>
            <pc:sldMk cId="3644155043" sldId="406"/>
            <ac:cxnSpMk id="25" creationId="{6ADB7FEE-E731-E950-00EA-149423DEB763}"/>
          </ac:cxnSpMkLst>
        </pc:cxnChg>
        <pc:cxnChg chg="add mod">
          <ac:chgData name="elvio rodriguez" userId="1c1449da70e07349" providerId="LiveId" clId="{B6FBDA6B-F2A7-4BBE-A2C3-07D2143358BF}" dt="2026-10-10T19:08:13.711" v="16366" actId="571"/>
          <ac:cxnSpMkLst>
            <pc:docMk/>
            <pc:sldMk cId="3644155043" sldId="406"/>
            <ac:cxnSpMk id="30" creationId="{D4334BE8-0447-11F5-A0D4-6C2532B1F1A8}"/>
          </ac:cxnSpMkLst>
        </pc:cxnChg>
        <pc:cxnChg chg="add mod">
          <ac:chgData name="elvio rodriguez" userId="1c1449da70e07349" providerId="LiveId" clId="{B6FBDA6B-F2A7-4BBE-A2C3-07D2143358BF}" dt="2026-10-10T19:09:48.631" v="16371" actId="571"/>
          <ac:cxnSpMkLst>
            <pc:docMk/>
            <pc:sldMk cId="3644155043" sldId="406"/>
            <ac:cxnSpMk id="33" creationId="{E5A6595E-25CD-9E1A-15E2-E4FFF69AAEDA}"/>
          </ac:cxnSpMkLst>
        </pc:cxnChg>
        <pc:cxnChg chg="add mod">
          <ac:chgData name="elvio rodriguez" userId="1c1449da70e07349" providerId="LiveId" clId="{B6FBDA6B-F2A7-4BBE-A2C3-07D2143358BF}" dt="2026-10-10T19:09:48.631" v="16371" actId="571"/>
          <ac:cxnSpMkLst>
            <pc:docMk/>
            <pc:sldMk cId="3644155043" sldId="406"/>
            <ac:cxnSpMk id="34" creationId="{BC9C5A30-0CCF-A974-E899-F3D8C0FA3962}"/>
          </ac:cxnSpMkLst>
        </pc:cxnChg>
        <pc:cxnChg chg="add mod">
          <ac:chgData name="elvio rodriguez" userId="1c1449da70e07349" providerId="LiveId" clId="{B6FBDA6B-F2A7-4BBE-A2C3-07D2143358BF}" dt="2026-10-10T19:09:48.631" v="16371" actId="571"/>
          <ac:cxnSpMkLst>
            <pc:docMk/>
            <pc:sldMk cId="3644155043" sldId="406"/>
            <ac:cxnSpMk id="36" creationId="{CBE3E970-99FA-EC60-8AF6-1EE71EFD5A5C}"/>
          </ac:cxnSpMkLst>
        </pc:cxnChg>
        <pc:cxnChg chg="add mod">
          <ac:chgData name="elvio rodriguez" userId="1c1449da70e07349" providerId="LiveId" clId="{B6FBDA6B-F2A7-4BBE-A2C3-07D2143358BF}" dt="2026-10-10T19:12:05.709" v="16399" actId="12788"/>
          <ac:cxnSpMkLst>
            <pc:docMk/>
            <pc:sldMk cId="3644155043" sldId="406"/>
            <ac:cxnSpMk id="42" creationId="{D24E89EA-D05E-8771-8801-222D4193203B}"/>
          </ac:cxnSpMkLst>
        </pc:cxnChg>
        <pc:cxnChg chg="add mod">
          <ac:chgData name="elvio rodriguez" userId="1c1449da70e07349" providerId="LiveId" clId="{B6FBDA6B-F2A7-4BBE-A2C3-07D2143358BF}" dt="2026-10-10T19:12:05.709" v="16399" actId="12788"/>
          <ac:cxnSpMkLst>
            <pc:docMk/>
            <pc:sldMk cId="3644155043" sldId="406"/>
            <ac:cxnSpMk id="45" creationId="{55172454-5609-2475-5477-20BC98C5F64A}"/>
          </ac:cxnSpMkLst>
        </pc:cxnChg>
        <pc:cxnChg chg="add mod">
          <ac:chgData name="elvio rodriguez" userId="1c1449da70e07349" providerId="LiveId" clId="{B6FBDA6B-F2A7-4BBE-A2C3-07D2143358BF}" dt="2026-10-10T19:21:32.477" v="16527" actId="1582"/>
          <ac:cxnSpMkLst>
            <pc:docMk/>
            <pc:sldMk cId="3644155043" sldId="406"/>
            <ac:cxnSpMk id="47" creationId="{E17E66DA-7EDF-17DA-70A1-A5C93C83AFEF}"/>
          </ac:cxnSpMkLst>
        </pc:cxnChg>
        <pc:cxnChg chg="add mod">
          <ac:chgData name="elvio rodriguez" userId="1c1449da70e07349" providerId="LiveId" clId="{B6FBDA6B-F2A7-4BBE-A2C3-07D2143358BF}" dt="2026-10-10T19:21:39.436" v="16528" actId="1582"/>
          <ac:cxnSpMkLst>
            <pc:docMk/>
            <pc:sldMk cId="3644155043" sldId="406"/>
            <ac:cxnSpMk id="53" creationId="{1CE970A6-24ED-70EA-7FB0-98C449EEF206}"/>
          </ac:cxnSpMkLst>
        </pc:cxnChg>
        <pc:cxnChg chg="add mod">
          <ac:chgData name="elvio rodriguez" userId="1c1449da70e07349" providerId="LiveId" clId="{B6FBDA6B-F2A7-4BBE-A2C3-07D2143358BF}" dt="2026-10-10T19:13:45.537" v="16411" actId="571"/>
          <ac:cxnSpMkLst>
            <pc:docMk/>
            <pc:sldMk cId="3644155043" sldId="406"/>
            <ac:cxnSpMk id="55" creationId="{17A1F800-0B7E-50D7-CBA6-A9996AD96DF2}"/>
          </ac:cxnSpMkLst>
        </pc:cxnChg>
        <pc:cxnChg chg="add mod">
          <ac:chgData name="elvio rodriguez" userId="1c1449da70e07349" providerId="LiveId" clId="{B6FBDA6B-F2A7-4BBE-A2C3-07D2143358BF}" dt="2026-10-10T19:19:14.901" v="16499" actId="571"/>
          <ac:cxnSpMkLst>
            <pc:docMk/>
            <pc:sldMk cId="3644155043" sldId="406"/>
            <ac:cxnSpMk id="96" creationId="{F7542462-A316-DD44-4078-19EB0A1E320D}"/>
          </ac:cxnSpMkLst>
        </pc:cxnChg>
        <pc:cxnChg chg="add mod">
          <ac:chgData name="elvio rodriguez" userId="1c1449da70e07349" providerId="LiveId" clId="{B6FBDA6B-F2A7-4BBE-A2C3-07D2143358BF}" dt="2026-10-10T19:19:14.901" v="16499" actId="571"/>
          <ac:cxnSpMkLst>
            <pc:docMk/>
            <pc:sldMk cId="3644155043" sldId="406"/>
            <ac:cxnSpMk id="103" creationId="{2385629A-FA4D-7BC3-07F4-2897DBEDAF0A}"/>
          </ac:cxnSpMkLst>
        </pc:cxnChg>
        <pc:cxnChg chg="add mod">
          <ac:chgData name="elvio rodriguez" userId="1c1449da70e07349" providerId="LiveId" clId="{B6FBDA6B-F2A7-4BBE-A2C3-07D2143358BF}" dt="2026-10-10T19:19:59" v="16506" actId="571"/>
          <ac:cxnSpMkLst>
            <pc:docMk/>
            <pc:sldMk cId="3644155043" sldId="406"/>
            <ac:cxnSpMk id="108" creationId="{DDA95434-379D-3E57-0B74-5066018C6B50}"/>
          </ac:cxnSpMkLst>
        </pc:cxnChg>
        <pc:cxnChg chg="add mod">
          <ac:chgData name="elvio rodriguez" userId="1c1449da70e07349" providerId="LiveId" clId="{B6FBDA6B-F2A7-4BBE-A2C3-07D2143358BF}" dt="2026-10-10T19:21:50.667" v="16532" actId="1582"/>
          <ac:cxnSpMkLst>
            <pc:docMk/>
            <pc:sldMk cId="3644155043" sldId="406"/>
            <ac:cxnSpMk id="112" creationId="{38788B50-AD41-D5A9-7450-0D0F4C14A1A5}"/>
          </ac:cxnSpMkLst>
        </pc:cxnChg>
        <pc:cxnChg chg="add mod">
          <ac:chgData name="elvio rodriguez" userId="1c1449da70e07349" providerId="LiveId" clId="{B6FBDA6B-F2A7-4BBE-A2C3-07D2143358BF}" dt="2026-10-10T19:22:12.014" v="16535" actId="1582"/>
          <ac:cxnSpMkLst>
            <pc:docMk/>
            <pc:sldMk cId="3644155043" sldId="406"/>
            <ac:cxnSpMk id="114" creationId="{DA6B15D5-BCBA-96EC-8B9F-AE45231FEA28}"/>
          </ac:cxnSpMkLst>
        </pc:cxnChg>
      </pc:sldChg>
      <pc:sldChg chg="addSp delSp modSp new mod modTransition addAnim delAnim modAnim">
        <pc:chgData name="elvio rodriguez" userId="1c1449da70e07349" providerId="LiveId" clId="{B6FBDA6B-F2A7-4BBE-A2C3-07D2143358BF}" dt="2026-10-25T13:47:06.346" v="36144" actId="1035"/>
        <pc:sldMkLst>
          <pc:docMk/>
          <pc:sldMk cId="3893088857" sldId="407"/>
        </pc:sldMkLst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893088857" sldId="407"/>
            <ac:spMk id="5" creationId="{7B1D80B9-5E31-B7DF-EB0D-7DAD5439A3CE}"/>
          </ac:spMkLst>
        </pc:spChg>
        <pc:spChg chg="add mod">
          <ac:chgData name="elvio rodriguez" userId="1c1449da70e07349" providerId="LiveId" clId="{B6FBDA6B-F2A7-4BBE-A2C3-07D2143358BF}" dt="2026-10-20T20:20:23.150" v="34789"/>
          <ac:spMkLst>
            <pc:docMk/>
            <pc:sldMk cId="3893088857" sldId="407"/>
            <ac:spMk id="8" creationId="{E3C64448-C90B-478B-D6CB-388F30A3BC85}"/>
          </ac:spMkLst>
        </pc:spChg>
        <pc:spChg chg="add del mod">
          <ac:chgData name="elvio rodriguez" userId="1c1449da70e07349" providerId="LiveId" clId="{B6FBDA6B-F2A7-4BBE-A2C3-07D2143358BF}" dt="2026-10-20T20:20:37.901" v="34794" actId="20577"/>
          <ac:spMkLst>
            <pc:docMk/>
            <pc:sldMk cId="3893088857" sldId="407"/>
            <ac:spMk id="9" creationId="{0ECE4544-2E7C-0685-2EBC-6C6ACA920772}"/>
          </ac:spMkLst>
        </pc:spChg>
        <pc:spChg chg="add mod">
          <ac:chgData name="elvio rodriguez" userId="1c1449da70e07349" providerId="LiveId" clId="{B6FBDA6B-F2A7-4BBE-A2C3-07D2143358BF}" dt="2026-10-25T13:33:57.268" v="35910"/>
          <ac:spMkLst>
            <pc:docMk/>
            <pc:sldMk cId="3893088857" sldId="407"/>
            <ac:spMk id="10" creationId="{B5A2CC29-5B77-0A29-1412-9331A522038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893088857" sldId="407"/>
            <ac:spMk id="11" creationId="{253008F1-8405-D0F1-AA21-DC9E65FA05AD}"/>
          </ac:spMkLst>
        </pc:spChg>
        <pc:spChg chg="add mod">
          <ac:chgData name="elvio rodriguez" userId="1c1449da70e07349" providerId="LiveId" clId="{B6FBDA6B-F2A7-4BBE-A2C3-07D2143358BF}" dt="2026-10-25T13:33:57.268" v="35910"/>
          <ac:spMkLst>
            <pc:docMk/>
            <pc:sldMk cId="3893088857" sldId="407"/>
            <ac:spMk id="14" creationId="{F00C583F-B71D-F349-1C60-982798CC6A0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893088857" sldId="407"/>
            <ac:spMk id="16" creationId="{A76C7145-45E2-1DFB-550B-7ACF84ED9CA5}"/>
          </ac:spMkLst>
        </pc:spChg>
        <pc:spChg chg="add mod">
          <ac:chgData name="elvio rodriguez" userId="1c1449da70e07349" providerId="LiveId" clId="{B6FBDA6B-F2A7-4BBE-A2C3-07D2143358BF}" dt="2026-10-20T20:19:31.888" v="34785" actId="207"/>
          <ac:spMkLst>
            <pc:docMk/>
            <pc:sldMk cId="3893088857" sldId="407"/>
            <ac:spMk id="18" creationId="{BF447CEC-371E-7F4C-8DA4-91AEF2F84D23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893088857" sldId="407"/>
            <ac:spMk id="20" creationId="{AE76007C-BE17-240C-D54E-775258FEF82E}"/>
          </ac:spMkLst>
        </pc:spChg>
        <pc:spChg chg="mod">
          <ac:chgData name="elvio rodriguez" userId="1c1449da70e07349" providerId="LiveId" clId="{B6FBDA6B-F2A7-4BBE-A2C3-07D2143358BF}" dt="2026-10-25T13:36:28.034" v="35951"/>
          <ac:spMkLst>
            <pc:docMk/>
            <pc:sldMk cId="3893088857" sldId="407"/>
            <ac:spMk id="21" creationId="{4882C0A2-29C2-82B6-1434-6ABA6FB5B0CB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893088857" sldId="407"/>
            <ac:spMk id="22" creationId="{F2780BF5-1B8D-EA6D-C39B-E47A14C8B62F}"/>
          </ac:spMkLst>
        </pc:spChg>
        <pc:spChg chg="add mod">
          <ac:chgData name="elvio rodriguez" userId="1c1449da70e07349" providerId="LiveId" clId="{B6FBDA6B-F2A7-4BBE-A2C3-07D2143358BF}" dt="2026-10-20T20:19:31.888" v="34785" actId="207"/>
          <ac:spMkLst>
            <pc:docMk/>
            <pc:sldMk cId="3893088857" sldId="407"/>
            <ac:spMk id="24" creationId="{7F5F196C-EDEC-8FE4-3579-E811B1117CBB}"/>
          </ac:spMkLst>
        </pc:spChg>
        <pc:spChg chg="mod">
          <ac:chgData name="elvio rodriguez" userId="1c1449da70e07349" providerId="LiveId" clId="{B6FBDA6B-F2A7-4BBE-A2C3-07D2143358BF}" dt="2026-10-25T13:36:28.034" v="35951"/>
          <ac:spMkLst>
            <pc:docMk/>
            <pc:sldMk cId="3893088857" sldId="407"/>
            <ac:spMk id="25" creationId="{AE55FB4A-F77C-BD45-9AFC-81C5BFAA1975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893088857" sldId="407"/>
            <ac:spMk id="29" creationId="{F52B58B3-75C4-A2D0-3D9F-F18537BB0174}"/>
          </ac:spMkLst>
        </pc:spChg>
        <pc:spChg chg="add mod">
          <ac:chgData name="elvio rodriguez" userId="1c1449da70e07349" providerId="LiveId" clId="{B6FBDA6B-F2A7-4BBE-A2C3-07D2143358BF}" dt="2026-10-25T13:33:39.649" v="35909" actId="1037"/>
          <ac:spMkLst>
            <pc:docMk/>
            <pc:sldMk cId="3893088857" sldId="407"/>
            <ac:spMk id="32" creationId="{08E05372-21F7-B143-97E8-DA5893BA4355}"/>
          </ac:spMkLst>
        </pc:spChg>
        <pc:spChg chg="add mod">
          <ac:chgData name="elvio rodriguez" userId="1c1449da70e07349" providerId="LiveId" clId="{B6FBDA6B-F2A7-4BBE-A2C3-07D2143358BF}" dt="2026-10-25T13:33:39.649" v="35909" actId="1037"/>
          <ac:spMkLst>
            <pc:docMk/>
            <pc:sldMk cId="3893088857" sldId="407"/>
            <ac:spMk id="33" creationId="{159220AC-4203-BAD0-C087-86E9BAA42B01}"/>
          </ac:spMkLst>
        </pc:spChg>
        <pc:spChg chg="add mod">
          <ac:chgData name="elvio rodriguez" userId="1c1449da70e07349" providerId="LiveId" clId="{B6FBDA6B-F2A7-4BBE-A2C3-07D2143358BF}" dt="2026-10-25T13:39:07.932" v="36001" actId="14100"/>
          <ac:spMkLst>
            <pc:docMk/>
            <pc:sldMk cId="3893088857" sldId="407"/>
            <ac:spMk id="34" creationId="{0E7ACE50-DD6C-CA8C-97A5-D712332EDBBA}"/>
          </ac:spMkLst>
        </pc:spChg>
        <pc:spChg chg="add mod">
          <ac:chgData name="elvio rodriguez" userId="1c1449da70e07349" providerId="LiveId" clId="{B6FBDA6B-F2A7-4BBE-A2C3-07D2143358BF}" dt="2026-10-25T13:39:11.765" v="36002" actId="14100"/>
          <ac:spMkLst>
            <pc:docMk/>
            <pc:sldMk cId="3893088857" sldId="407"/>
            <ac:spMk id="35" creationId="{C14EA56D-238E-4FBE-9B18-7583C30288E3}"/>
          </ac:spMkLst>
        </pc:spChg>
        <pc:spChg chg="add mod">
          <ac:chgData name="elvio rodriguez" userId="1c1449da70e07349" providerId="LiveId" clId="{B6FBDA6B-F2A7-4BBE-A2C3-07D2143358BF}" dt="2026-10-20T20:19:31.888" v="34785" actId="207"/>
          <ac:spMkLst>
            <pc:docMk/>
            <pc:sldMk cId="3893088857" sldId="407"/>
            <ac:spMk id="37" creationId="{F1C19C61-48E3-EA05-BAA0-97C2E35BBEC2}"/>
          </ac:spMkLst>
        </pc:spChg>
        <pc:spChg chg="mod">
          <ac:chgData name="elvio rodriguez" userId="1c1449da70e07349" providerId="LiveId" clId="{B6FBDA6B-F2A7-4BBE-A2C3-07D2143358BF}" dt="2026-10-25T13:36:28.034" v="35951"/>
          <ac:spMkLst>
            <pc:docMk/>
            <pc:sldMk cId="3893088857" sldId="407"/>
            <ac:spMk id="40" creationId="{CA97DFEF-F768-4720-6215-493C703A6853}"/>
          </ac:spMkLst>
        </pc:spChg>
        <pc:spChg chg="mod">
          <ac:chgData name="elvio rodriguez" userId="1c1449da70e07349" providerId="LiveId" clId="{B6FBDA6B-F2A7-4BBE-A2C3-07D2143358BF}" dt="2026-10-25T13:36:28.034" v="35951"/>
          <ac:spMkLst>
            <pc:docMk/>
            <pc:sldMk cId="3893088857" sldId="407"/>
            <ac:spMk id="41" creationId="{401DFAF4-DA1D-DB45-E255-91C1321E49EB}"/>
          </ac:spMkLst>
        </pc:spChg>
        <pc:spChg chg="add mod ord">
          <ac:chgData name="elvio rodriguez" userId="1c1449da70e07349" providerId="LiveId" clId="{B6FBDA6B-F2A7-4BBE-A2C3-07D2143358BF}" dt="2026-10-25T13:37:53.445" v="35981" actId="164"/>
          <ac:spMkLst>
            <pc:docMk/>
            <pc:sldMk cId="3893088857" sldId="407"/>
            <ac:spMk id="48" creationId="{3D3FEAE2-70B9-82BE-919A-44235A18CD2F}"/>
          </ac:spMkLst>
        </pc:spChg>
        <pc:spChg chg="add mod">
          <ac:chgData name="elvio rodriguez" userId="1c1449da70e07349" providerId="LiveId" clId="{B6FBDA6B-F2A7-4BBE-A2C3-07D2143358BF}" dt="2026-10-25T13:38:16.833" v="35991" actId="571"/>
          <ac:spMkLst>
            <pc:docMk/>
            <pc:sldMk cId="3893088857" sldId="407"/>
            <ac:spMk id="50" creationId="{6BFCDAA6-1DC5-D3E9-9CD1-A3828EAEC675}"/>
          </ac:spMkLst>
        </pc:spChg>
        <pc:spChg chg="mod">
          <ac:chgData name="elvio rodriguez" userId="1c1449da70e07349" providerId="LiveId" clId="{B6FBDA6B-F2A7-4BBE-A2C3-07D2143358BF}" dt="2026-10-25T13:38:16.833" v="35991" actId="571"/>
          <ac:spMkLst>
            <pc:docMk/>
            <pc:sldMk cId="3893088857" sldId="407"/>
            <ac:spMk id="52" creationId="{75BCBF5E-9F2D-AA0D-3946-DDFAD19674DA}"/>
          </ac:spMkLst>
        </pc:spChg>
        <pc:spChg chg="mod">
          <ac:chgData name="elvio rodriguez" userId="1c1449da70e07349" providerId="LiveId" clId="{B6FBDA6B-F2A7-4BBE-A2C3-07D2143358BF}" dt="2026-10-25T13:38:16.833" v="35991" actId="571"/>
          <ac:spMkLst>
            <pc:docMk/>
            <pc:sldMk cId="3893088857" sldId="407"/>
            <ac:spMk id="54" creationId="{AB9BE675-8F82-1641-6EA0-C365AF61913F}"/>
          </ac:spMkLst>
        </pc:spChg>
        <pc:spChg chg="mod">
          <ac:chgData name="elvio rodriguez" userId="1c1449da70e07349" providerId="LiveId" clId="{B6FBDA6B-F2A7-4BBE-A2C3-07D2143358BF}" dt="2026-10-25T13:38:16.833" v="35991" actId="571"/>
          <ac:spMkLst>
            <pc:docMk/>
            <pc:sldMk cId="3893088857" sldId="407"/>
            <ac:spMk id="55" creationId="{66512D8F-0F92-D3C9-BF4D-7EF7D39DA50B}"/>
          </ac:spMkLst>
        </pc:spChg>
        <pc:spChg chg="mod">
          <ac:chgData name="elvio rodriguez" userId="1c1449da70e07349" providerId="LiveId" clId="{B6FBDA6B-F2A7-4BBE-A2C3-07D2143358BF}" dt="2026-10-25T13:38:24.471" v="35992" actId="571"/>
          <ac:spMkLst>
            <pc:docMk/>
            <pc:sldMk cId="3893088857" sldId="407"/>
            <ac:spMk id="61" creationId="{F328F804-0102-2FC5-7602-80C118395631}"/>
          </ac:spMkLst>
        </pc:spChg>
        <pc:spChg chg="mod">
          <ac:chgData name="elvio rodriguez" userId="1c1449da70e07349" providerId="LiveId" clId="{B6FBDA6B-F2A7-4BBE-A2C3-07D2143358BF}" dt="2026-10-25T13:38:48.121" v="35999" actId="207"/>
          <ac:spMkLst>
            <pc:docMk/>
            <pc:sldMk cId="3893088857" sldId="407"/>
            <ac:spMk id="63" creationId="{F1616E7E-CC55-89E9-5DA8-4F8CECF408E4}"/>
          </ac:spMkLst>
        </pc:spChg>
        <pc:spChg chg="mod">
          <ac:chgData name="elvio rodriguez" userId="1c1449da70e07349" providerId="LiveId" clId="{B6FBDA6B-F2A7-4BBE-A2C3-07D2143358BF}" dt="2026-10-25T13:38:51.037" v="36000" actId="207"/>
          <ac:spMkLst>
            <pc:docMk/>
            <pc:sldMk cId="3893088857" sldId="407"/>
            <ac:spMk id="64" creationId="{825BF9B0-6E1D-9C92-DCFE-7BA9D3F5C00D}"/>
          </ac:spMkLst>
        </pc:spChg>
        <pc:spChg chg="mod">
          <ac:chgData name="elvio rodriguez" userId="1c1449da70e07349" providerId="LiveId" clId="{B6FBDA6B-F2A7-4BBE-A2C3-07D2143358BF}" dt="2026-10-25T13:39:28.131" v="36009" actId="571"/>
          <ac:spMkLst>
            <pc:docMk/>
            <pc:sldMk cId="3893088857" sldId="407"/>
            <ac:spMk id="70" creationId="{9FDEEEAE-655A-B892-7D1A-A5ACFCA52516}"/>
          </ac:spMkLst>
        </pc:spChg>
        <pc:spChg chg="mod">
          <ac:chgData name="elvio rodriguez" userId="1c1449da70e07349" providerId="LiveId" clId="{B6FBDA6B-F2A7-4BBE-A2C3-07D2143358BF}" dt="2026-10-25T13:39:34.081" v="36010" actId="207"/>
          <ac:spMkLst>
            <pc:docMk/>
            <pc:sldMk cId="3893088857" sldId="407"/>
            <ac:spMk id="72" creationId="{6456721C-1E4D-060F-DCB6-59DEA0881C20}"/>
          </ac:spMkLst>
        </pc:spChg>
        <pc:spChg chg="mod">
          <ac:chgData name="elvio rodriguez" userId="1c1449da70e07349" providerId="LiveId" clId="{B6FBDA6B-F2A7-4BBE-A2C3-07D2143358BF}" dt="2026-10-25T13:39:28.131" v="36009" actId="571"/>
          <ac:spMkLst>
            <pc:docMk/>
            <pc:sldMk cId="3893088857" sldId="407"/>
            <ac:spMk id="73" creationId="{7B81660A-1745-D526-A87A-D03E0591132C}"/>
          </ac:spMkLst>
        </pc:spChg>
        <pc:spChg chg="add mod">
          <ac:chgData name="elvio rodriguez" userId="1c1449da70e07349" providerId="LiveId" clId="{B6FBDA6B-F2A7-4BBE-A2C3-07D2143358BF}" dt="2026-10-25T13:42:12.924" v="36099" actId="6549"/>
          <ac:spMkLst>
            <pc:docMk/>
            <pc:sldMk cId="3893088857" sldId="407"/>
            <ac:spMk id="78" creationId="{DA72720E-83A1-E118-6E91-5E0C40C99515}"/>
          </ac:spMkLst>
        </pc:spChg>
        <pc:spChg chg="add mod">
          <ac:chgData name="elvio rodriguez" userId="1c1449da70e07349" providerId="LiveId" clId="{B6FBDA6B-F2A7-4BBE-A2C3-07D2143358BF}" dt="2026-10-25T13:42:15.291" v="36100" actId="6549"/>
          <ac:spMkLst>
            <pc:docMk/>
            <pc:sldMk cId="3893088857" sldId="407"/>
            <ac:spMk id="79" creationId="{FD9EA0C4-9D84-41CD-7820-8A27D826104A}"/>
          </ac:spMkLst>
        </pc:spChg>
        <pc:spChg chg="add mod">
          <ac:chgData name="elvio rodriguez" userId="1c1449da70e07349" providerId="LiveId" clId="{B6FBDA6B-F2A7-4BBE-A2C3-07D2143358BF}" dt="2026-10-25T13:42:34.147" v="36116" actId="1038"/>
          <ac:spMkLst>
            <pc:docMk/>
            <pc:sldMk cId="3893088857" sldId="407"/>
            <ac:spMk id="80" creationId="{694AA62F-8A86-879F-27F6-85661004E343}"/>
          </ac:spMkLst>
        </pc:spChg>
        <pc:spChg chg="add mod">
          <ac:chgData name="elvio rodriguez" userId="1c1449da70e07349" providerId="LiveId" clId="{B6FBDA6B-F2A7-4BBE-A2C3-07D2143358BF}" dt="2026-10-25T13:40:59.932" v="36061" actId="571"/>
          <ac:spMkLst>
            <pc:docMk/>
            <pc:sldMk cId="3893088857" sldId="407"/>
            <ac:spMk id="82" creationId="{63F3ED21-3F9B-C0F0-92A1-298A3C6EB3FC}"/>
          </ac:spMkLst>
        </pc:spChg>
        <pc:spChg chg="add mod">
          <ac:chgData name="elvio rodriguez" userId="1c1449da70e07349" providerId="LiveId" clId="{B6FBDA6B-F2A7-4BBE-A2C3-07D2143358BF}" dt="2026-10-25T13:40:59.932" v="36061" actId="571"/>
          <ac:spMkLst>
            <pc:docMk/>
            <pc:sldMk cId="3893088857" sldId="407"/>
            <ac:spMk id="83" creationId="{355DC970-B5CF-59B6-73E3-6A41B9AA619F}"/>
          </ac:spMkLst>
        </pc:spChg>
        <pc:spChg chg="mod">
          <ac:chgData name="elvio rodriguez" userId="1c1449da70e07349" providerId="LiveId" clId="{B6FBDA6B-F2A7-4BBE-A2C3-07D2143358BF}" dt="2026-10-25T13:41:02.611" v="36062"/>
          <ac:spMkLst>
            <pc:docMk/>
            <pc:sldMk cId="3893088857" sldId="407"/>
            <ac:spMk id="85" creationId="{B257F373-9A91-7FCE-CAA2-52DBCF7FBB65}"/>
          </ac:spMkLst>
        </pc:spChg>
        <pc:spChg chg="mod">
          <ac:chgData name="elvio rodriguez" userId="1c1449da70e07349" providerId="LiveId" clId="{B6FBDA6B-F2A7-4BBE-A2C3-07D2143358BF}" dt="2026-10-25T13:41:02.611" v="36062"/>
          <ac:spMkLst>
            <pc:docMk/>
            <pc:sldMk cId="3893088857" sldId="407"/>
            <ac:spMk id="86" creationId="{08B39748-37A0-EBF2-6CE7-10E11A8DAFCB}"/>
          </ac:spMkLst>
        </pc:spChg>
        <pc:spChg chg="mod">
          <ac:chgData name="elvio rodriguez" userId="1c1449da70e07349" providerId="LiveId" clId="{B6FBDA6B-F2A7-4BBE-A2C3-07D2143358BF}" dt="2026-10-25T13:41:02.611" v="36062"/>
          <ac:spMkLst>
            <pc:docMk/>
            <pc:sldMk cId="3893088857" sldId="407"/>
            <ac:spMk id="92" creationId="{0F6A78B4-1698-B449-E4CB-AC7CE3A50958}"/>
          </ac:spMkLst>
        </pc:spChg>
        <pc:spChg chg="mod">
          <ac:chgData name="elvio rodriguez" userId="1c1449da70e07349" providerId="LiveId" clId="{B6FBDA6B-F2A7-4BBE-A2C3-07D2143358BF}" dt="2026-10-25T13:41:02.611" v="36062"/>
          <ac:spMkLst>
            <pc:docMk/>
            <pc:sldMk cId="3893088857" sldId="407"/>
            <ac:spMk id="93" creationId="{C8EC9DDB-3B4E-C99B-5135-28B54FE7B20C}"/>
          </ac:spMkLst>
        </pc:spChg>
        <pc:spChg chg="add mod">
          <ac:chgData name="elvio rodriguez" userId="1c1449da70e07349" providerId="LiveId" clId="{B6FBDA6B-F2A7-4BBE-A2C3-07D2143358BF}" dt="2026-10-25T13:42:34.147" v="36116" actId="1038"/>
          <ac:spMkLst>
            <pc:docMk/>
            <pc:sldMk cId="3893088857" sldId="407"/>
            <ac:spMk id="98" creationId="{A56D651A-4D87-9DC6-D8EB-9314ED354B80}"/>
          </ac:spMkLst>
        </pc:spChg>
        <pc:spChg chg="add mod">
          <ac:chgData name="elvio rodriguez" userId="1c1449da70e07349" providerId="LiveId" clId="{B6FBDA6B-F2A7-4BBE-A2C3-07D2143358BF}" dt="2026-10-25T13:42:34.147" v="36116" actId="1038"/>
          <ac:spMkLst>
            <pc:docMk/>
            <pc:sldMk cId="3893088857" sldId="407"/>
            <ac:spMk id="99" creationId="{A993FAFD-15B8-5D86-E4E4-6A3348649688}"/>
          </ac:spMkLst>
        </pc:spChg>
        <pc:spChg chg="add mod">
          <ac:chgData name="elvio rodriguez" userId="1c1449da70e07349" providerId="LiveId" clId="{B6FBDA6B-F2A7-4BBE-A2C3-07D2143358BF}" dt="2026-10-25T13:44:16.082" v="36134" actId="1036"/>
          <ac:spMkLst>
            <pc:docMk/>
            <pc:sldMk cId="3893088857" sldId="407"/>
            <ac:spMk id="101" creationId="{7CDDACE8-4C12-41AD-FB47-703FB39E8F35}"/>
          </ac:spMkLst>
        </pc:spChg>
        <pc:spChg chg="add mod">
          <ac:chgData name="elvio rodriguez" userId="1c1449da70e07349" providerId="LiveId" clId="{B6FBDA6B-F2A7-4BBE-A2C3-07D2143358BF}" dt="2026-10-25T13:47:06.346" v="36144" actId="1035"/>
          <ac:spMkLst>
            <pc:docMk/>
            <pc:sldMk cId="3893088857" sldId="407"/>
            <ac:spMk id="103" creationId="{082912D8-60FF-BB32-D883-7F6FD1B28140}"/>
          </ac:spMkLst>
        </pc:spChg>
        <pc:grpChg chg="add mod">
          <ac:chgData name="elvio rodriguez" userId="1c1449da70e07349" providerId="LiveId" clId="{B6FBDA6B-F2A7-4BBE-A2C3-07D2143358BF}" dt="2026-10-25T13:37:53.445" v="35981" actId="164"/>
          <ac:grpSpMkLst>
            <pc:docMk/>
            <pc:sldMk cId="3893088857" sldId="407"/>
            <ac:grpSpMk id="28" creationId="{03F61571-D029-376B-78A0-6742939EBCDD}"/>
          </ac:grpSpMkLst>
        </pc:grpChg>
        <pc:grpChg chg="add del mod">
          <ac:chgData name="elvio rodriguez" userId="1c1449da70e07349" providerId="LiveId" clId="{B6FBDA6B-F2A7-4BBE-A2C3-07D2143358BF}" dt="2026-10-25T13:37:48.758" v="35980" actId="478"/>
          <ac:grpSpMkLst>
            <pc:docMk/>
            <pc:sldMk cId="3893088857" sldId="407"/>
            <ac:grpSpMk id="39" creationId="{9160A080-DFD6-69A8-6B2E-9A287AB06EB3}"/>
          </ac:grpSpMkLst>
        </pc:grpChg>
        <pc:grpChg chg="add mod">
          <ac:chgData name="elvio rodriguez" userId="1c1449da70e07349" providerId="LiveId" clId="{B6FBDA6B-F2A7-4BBE-A2C3-07D2143358BF}" dt="2026-10-25T13:39:14.827" v="36008" actId="1038"/>
          <ac:grpSpMkLst>
            <pc:docMk/>
            <pc:sldMk cId="3893088857" sldId="407"/>
            <ac:grpSpMk id="49" creationId="{8A62C70F-A688-A826-AE54-D3461EB71B20}"/>
          </ac:grpSpMkLst>
        </pc:grpChg>
        <pc:grpChg chg="add mod">
          <ac:chgData name="elvio rodriguez" userId="1c1449da70e07349" providerId="LiveId" clId="{B6FBDA6B-F2A7-4BBE-A2C3-07D2143358BF}" dt="2026-10-25T13:38:16.833" v="35991" actId="571"/>
          <ac:grpSpMkLst>
            <pc:docMk/>
            <pc:sldMk cId="3893088857" sldId="407"/>
            <ac:grpSpMk id="51" creationId="{8E46F9BE-C8CF-D5F8-4FCB-87EC9AC32BFD}"/>
          </ac:grpSpMkLst>
        </pc:grpChg>
        <pc:grpChg chg="mod">
          <ac:chgData name="elvio rodriguez" userId="1c1449da70e07349" providerId="LiveId" clId="{B6FBDA6B-F2A7-4BBE-A2C3-07D2143358BF}" dt="2026-10-25T13:38:16.833" v="35991" actId="571"/>
          <ac:grpSpMkLst>
            <pc:docMk/>
            <pc:sldMk cId="3893088857" sldId="407"/>
            <ac:grpSpMk id="53" creationId="{56860E7B-A1BD-8302-1DB9-05590DBAFD64}"/>
          </ac:grpSpMkLst>
        </pc:grpChg>
        <pc:grpChg chg="add mod">
          <ac:chgData name="elvio rodriguez" userId="1c1449da70e07349" providerId="LiveId" clId="{B6FBDA6B-F2A7-4BBE-A2C3-07D2143358BF}" dt="2026-10-25T13:39:14.827" v="36008" actId="1038"/>
          <ac:grpSpMkLst>
            <pc:docMk/>
            <pc:sldMk cId="3893088857" sldId="407"/>
            <ac:grpSpMk id="60" creationId="{C50735C4-DC4C-4CA9-9325-696F0A3E3C10}"/>
          </ac:grpSpMkLst>
        </pc:grpChg>
        <pc:grpChg chg="mod">
          <ac:chgData name="elvio rodriguez" userId="1c1449da70e07349" providerId="LiveId" clId="{B6FBDA6B-F2A7-4BBE-A2C3-07D2143358BF}" dt="2026-10-25T13:38:24.471" v="35992" actId="571"/>
          <ac:grpSpMkLst>
            <pc:docMk/>
            <pc:sldMk cId="3893088857" sldId="407"/>
            <ac:grpSpMk id="62" creationId="{28FFF45E-FD8E-A42E-A43D-E42791E18E00}"/>
          </ac:grpSpMkLst>
        </pc:grpChg>
        <pc:grpChg chg="add mod">
          <ac:chgData name="elvio rodriguez" userId="1c1449da70e07349" providerId="LiveId" clId="{B6FBDA6B-F2A7-4BBE-A2C3-07D2143358BF}" dt="2026-10-25T13:42:34.147" v="36116" actId="1038"/>
          <ac:grpSpMkLst>
            <pc:docMk/>
            <pc:sldMk cId="3893088857" sldId="407"/>
            <ac:grpSpMk id="69" creationId="{95296823-1C62-2841-48DE-6BB1CEA7FD8C}"/>
          </ac:grpSpMkLst>
        </pc:grpChg>
        <pc:grpChg chg="mod">
          <ac:chgData name="elvio rodriguez" userId="1c1449da70e07349" providerId="LiveId" clId="{B6FBDA6B-F2A7-4BBE-A2C3-07D2143358BF}" dt="2026-10-25T13:39:28.131" v="36009" actId="571"/>
          <ac:grpSpMkLst>
            <pc:docMk/>
            <pc:sldMk cId="3893088857" sldId="407"/>
            <ac:grpSpMk id="71" creationId="{82D6D408-0A89-9FDA-9A28-5F1E258E761E}"/>
          </ac:grpSpMkLst>
        </pc:grpChg>
        <pc:grpChg chg="add mod">
          <ac:chgData name="elvio rodriguez" userId="1c1449da70e07349" providerId="LiveId" clId="{B6FBDA6B-F2A7-4BBE-A2C3-07D2143358BF}" dt="2026-10-25T13:41:02.611" v="36062"/>
          <ac:grpSpMkLst>
            <pc:docMk/>
            <pc:sldMk cId="3893088857" sldId="407"/>
            <ac:grpSpMk id="84" creationId="{D4B40372-3CD2-B08B-A0CE-B13EB2F521BB}"/>
          </ac:grpSpMkLst>
        </pc:grpChg>
        <pc:grpChg chg="add mod">
          <ac:chgData name="elvio rodriguez" userId="1c1449da70e07349" providerId="LiveId" clId="{B6FBDA6B-F2A7-4BBE-A2C3-07D2143358BF}" dt="2026-10-25T13:41:02.611" v="36062"/>
          <ac:grpSpMkLst>
            <pc:docMk/>
            <pc:sldMk cId="3893088857" sldId="407"/>
            <ac:grpSpMk id="91" creationId="{8E41AC8F-B1EE-D1D5-70CA-80104A6B76B6}"/>
          </ac:grpSpMkLst>
        </pc:grpChg>
        <pc:picChg chg="add mod">
          <ac:chgData name="elvio rodriguez" userId="1c1449da70e07349" providerId="LiveId" clId="{B6FBDA6B-F2A7-4BBE-A2C3-07D2143358BF}" dt="2026-10-25T13:38:01.344" v="35986" actId="1076"/>
          <ac:picMkLst>
            <pc:docMk/>
            <pc:sldMk cId="3893088857" sldId="407"/>
            <ac:picMk id="4" creationId="{29F3717B-061A-B799-558C-B28F62DB5FCD}"/>
          </ac:picMkLst>
        </pc:picChg>
        <pc:picChg chg="add mod">
          <ac:chgData name="elvio rodriguez" userId="1c1449da70e07349" providerId="LiveId" clId="{B6FBDA6B-F2A7-4BBE-A2C3-07D2143358BF}" dt="2026-10-25T13:40:59.932" v="36061" actId="571"/>
          <ac:picMkLst>
            <pc:docMk/>
            <pc:sldMk cId="3893088857" sldId="407"/>
            <ac:picMk id="81" creationId="{4652383D-BC03-3E25-457D-4BE52E894982}"/>
          </ac:picMkLst>
        </pc:picChg>
        <pc:cxnChg chg="add mod">
          <ac:chgData name="elvio rodriguez" userId="1c1449da70e07349" providerId="LiveId" clId="{B6FBDA6B-F2A7-4BBE-A2C3-07D2143358BF}" dt="2026-10-25T13:33:57.268" v="35910"/>
          <ac:cxnSpMkLst>
            <pc:docMk/>
            <pc:sldMk cId="3893088857" sldId="407"/>
            <ac:cxnSpMk id="2" creationId="{6549AC32-686C-6B4A-84CC-D9E19344FBB4}"/>
          </ac:cxnSpMkLst>
        </pc:cxnChg>
        <pc:cxnChg chg="add mod">
          <ac:chgData name="elvio rodriguez" userId="1c1449da70e07349" providerId="LiveId" clId="{B6FBDA6B-F2A7-4BBE-A2C3-07D2143358BF}" dt="2026-10-25T13:33:57.268" v="35910"/>
          <ac:cxnSpMkLst>
            <pc:docMk/>
            <pc:sldMk cId="3893088857" sldId="407"/>
            <ac:cxnSpMk id="3" creationId="{5888128C-5F9E-31AB-018F-A872303102E3}"/>
          </ac:cxnSpMkLst>
        </pc:cxnChg>
        <pc:cxnChg chg="add mod">
          <ac:chgData name="elvio rodriguez" userId="1c1449da70e07349" providerId="LiveId" clId="{B6FBDA6B-F2A7-4BBE-A2C3-07D2143358BF}" dt="2026-10-25T13:33:57.268" v="35910"/>
          <ac:cxnSpMkLst>
            <pc:docMk/>
            <pc:sldMk cId="3893088857" sldId="407"/>
            <ac:cxnSpMk id="6" creationId="{B515474B-B25B-FD2E-CA34-27AC90422A46}"/>
          </ac:cxnSpMkLst>
        </pc:cxnChg>
        <pc:cxnChg chg="add mod">
          <ac:chgData name="elvio rodriguez" userId="1c1449da70e07349" providerId="LiveId" clId="{B6FBDA6B-F2A7-4BBE-A2C3-07D2143358BF}" dt="2026-10-10T19:44:58.854" v="16714" actId="14100"/>
          <ac:cxnSpMkLst>
            <pc:docMk/>
            <pc:sldMk cId="3893088857" sldId="407"/>
            <ac:cxnSpMk id="7" creationId="{6FE337BE-127E-702D-E89F-21EAD27AD28E}"/>
          </ac:cxnSpMkLst>
        </pc:cxnChg>
        <pc:cxnChg chg="add mod">
          <ac:chgData name="elvio rodriguez" userId="1c1449da70e07349" providerId="LiveId" clId="{B6FBDA6B-F2A7-4BBE-A2C3-07D2143358BF}" dt="2026-10-10T19:49:05.454" v="16858" actId="14100"/>
          <ac:cxnSpMkLst>
            <pc:docMk/>
            <pc:sldMk cId="3893088857" sldId="407"/>
            <ac:cxnSpMk id="12" creationId="{0A6065BB-6A43-260C-2B3A-CFA872D24ADC}"/>
          </ac:cxnSpMkLst>
        </pc:cxnChg>
        <pc:cxnChg chg="add mod">
          <ac:chgData name="elvio rodriguez" userId="1c1449da70e07349" providerId="LiveId" clId="{B6FBDA6B-F2A7-4BBE-A2C3-07D2143358BF}" dt="2026-10-25T13:33:57.268" v="35910"/>
          <ac:cxnSpMkLst>
            <pc:docMk/>
            <pc:sldMk cId="3893088857" sldId="407"/>
            <ac:cxnSpMk id="13" creationId="{111EBF33-BB49-2546-7FE0-27C005A8A303}"/>
          </ac:cxnSpMkLst>
        </pc:cxnChg>
        <pc:cxnChg chg="add mod">
          <ac:chgData name="elvio rodriguez" userId="1c1449da70e07349" providerId="LiveId" clId="{B6FBDA6B-F2A7-4BBE-A2C3-07D2143358BF}" dt="2026-10-25T13:33:57.268" v="35910"/>
          <ac:cxnSpMkLst>
            <pc:docMk/>
            <pc:sldMk cId="3893088857" sldId="407"/>
            <ac:cxnSpMk id="15" creationId="{D2B50321-72CF-B821-17CA-2BD55A5C0BF6}"/>
          </ac:cxnSpMkLst>
        </pc:cxnChg>
        <pc:cxnChg chg="add mod">
          <ac:chgData name="elvio rodriguez" userId="1c1449da70e07349" providerId="LiveId" clId="{B6FBDA6B-F2A7-4BBE-A2C3-07D2143358BF}" dt="2026-10-20T20:19:38.162" v="34786" actId="208"/>
          <ac:cxnSpMkLst>
            <pc:docMk/>
            <pc:sldMk cId="3893088857" sldId="407"/>
            <ac:cxnSpMk id="17" creationId="{3BB612EA-0FD1-C192-3CD6-ADA48EF42D1F}"/>
          </ac:cxnSpMkLst>
        </pc:cxnChg>
        <pc:cxnChg chg="add mod">
          <ac:chgData name="elvio rodriguez" userId="1c1449da70e07349" providerId="LiveId" clId="{B6FBDA6B-F2A7-4BBE-A2C3-07D2143358BF}" dt="2026-10-10T19:50:06.644" v="16891" actId="14100"/>
          <ac:cxnSpMkLst>
            <pc:docMk/>
            <pc:sldMk cId="3893088857" sldId="407"/>
            <ac:cxnSpMk id="19" creationId="{D89FC124-D4C7-941D-209F-F14300CF6DC8}"/>
          </ac:cxnSpMkLst>
        </pc:cxnChg>
        <pc:cxnChg chg="add mod">
          <ac:chgData name="elvio rodriguez" userId="1c1449da70e07349" providerId="LiveId" clId="{B6FBDA6B-F2A7-4BBE-A2C3-07D2143358BF}" dt="2026-10-20T20:19:38.162" v="34786" actId="208"/>
          <ac:cxnSpMkLst>
            <pc:docMk/>
            <pc:sldMk cId="3893088857" sldId="407"/>
            <ac:cxnSpMk id="23" creationId="{A9F31155-7B54-B662-EFBF-90FCAF27447B}"/>
          </ac:cxnSpMkLst>
        </pc:cxnChg>
        <pc:cxnChg chg="mod">
          <ac:chgData name="elvio rodriguez" userId="1c1449da70e07349" providerId="LiveId" clId="{B6FBDA6B-F2A7-4BBE-A2C3-07D2143358BF}" dt="2026-10-25T13:36:54.672" v="35966" actId="14100"/>
          <ac:cxnSpMkLst>
            <pc:docMk/>
            <pc:sldMk cId="3893088857" sldId="407"/>
            <ac:cxnSpMk id="26" creationId="{7A218DF7-6350-E305-4FC0-11C05BCDC674}"/>
          </ac:cxnSpMkLst>
        </pc:cxnChg>
        <pc:cxnChg chg="mod">
          <ac:chgData name="elvio rodriguez" userId="1c1449da70e07349" providerId="LiveId" clId="{B6FBDA6B-F2A7-4BBE-A2C3-07D2143358BF}" dt="2026-10-25T13:36:28.034" v="35951"/>
          <ac:cxnSpMkLst>
            <pc:docMk/>
            <pc:sldMk cId="3893088857" sldId="407"/>
            <ac:cxnSpMk id="27" creationId="{48B68DC2-1B0A-6A0E-B6D5-A7BEBE5BB29D}"/>
          </ac:cxnSpMkLst>
        </pc:cxnChg>
        <pc:cxnChg chg="add mod">
          <ac:chgData name="elvio rodriguez" userId="1c1449da70e07349" providerId="LiveId" clId="{B6FBDA6B-F2A7-4BBE-A2C3-07D2143358BF}" dt="2026-10-10T19:52:26.104" v="17055" actId="208"/>
          <ac:cxnSpMkLst>
            <pc:docMk/>
            <pc:sldMk cId="3893088857" sldId="407"/>
            <ac:cxnSpMk id="30" creationId="{76C36D9A-0C9F-5A15-ECD7-223223B5BFC8}"/>
          </ac:cxnSpMkLst>
        </pc:cxnChg>
        <pc:cxnChg chg="mod">
          <ac:chgData name="elvio rodriguez" userId="1c1449da70e07349" providerId="LiveId" clId="{B6FBDA6B-F2A7-4BBE-A2C3-07D2143358BF}" dt="2026-10-25T13:36:28.034" v="35951"/>
          <ac:cxnSpMkLst>
            <pc:docMk/>
            <pc:sldMk cId="3893088857" sldId="407"/>
            <ac:cxnSpMk id="31" creationId="{7C0BAD6C-CD52-9613-F29F-3E47B90D00DA}"/>
          </ac:cxnSpMkLst>
        </pc:cxnChg>
        <pc:cxnChg chg="add mod">
          <ac:chgData name="elvio rodriguez" userId="1c1449da70e07349" providerId="LiveId" clId="{B6FBDA6B-F2A7-4BBE-A2C3-07D2143358BF}" dt="2026-10-20T20:19:38.162" v="34786" actId="208"/>
          <ac:cxnSpMkLst>
            <pc:docMk/>
            <pc:sldMk cId="3893088857" sldId="407"/>
            <ac:cxnSpMk id="36" creationId="{0E8BC890-D341-D284-B484-663403C87FB1}"/>
          </ac:cxnSpMkLst>
        </pc:cxnChg>
        <pc:cxnChg chg="mod">
          <ac:chgData name="elvio rodriguez" userId="1c1449da70e07349" providerId="LiveId" clId="{B6FBDA6B-F2A7-4BBE-A2C3-07D2143358BF}" dt="2026-10-25T13:36:28.034" v="35951"/>
          <ac:cxnSpMkLst>
            <pc:docMk/>
            <pc:sldMk cId="3893088857" sldId="407"/>
            <ac:cxnSpMk id="38" creationId="{1C5C0D49-4AD5-7DBF-F801-E407132F221C}"/>
          </ac:cxnSpMkLst>
        </pc:cxnChg>
        <pc:cxnChg chg="mod">
          <ac:chgData name="elvio rodriguez" userId="1c1449da70e07349" providerId="LiveId" clId="{B6FBDA6B-F2A7-4BBE-A2C3-07D2143358BF}" dt="2026-10-25T13:36:58.056" v="35967" actId="14100"/>
          <ac:cxnSpMkLst>
            <pc:docMk/>
            <pc:sldMk cId="3893088857" sldId="407"/>
            <ac:cxnSpMk id="42" creationId="{9FBF572F-F850-4AF4-6BFA-37010394F5CB}"/>
          </ac:cxnSpMkLst>
        </pc:cxnChg>
        <pc:cxnChg chg="mod">
          <ac:chgData name="elvio rodriguez" userId="1c1449da70e07349" providerId="LiveId" clId="{B6FBDA6B-F2A7-4BBE-A2C3-07D2143358BF}" dt="2026-10-25T13:38:16.833" v="35991" actId="571"/>
          <ac:cxnSpMkLst>
            <pc:docMk/>
            <pc:sldMk cId="3893088857" sldId="407"/>
            <ac:cxnSpMk id="56" creationId="{53FC38D4-A941-4C10-15F8-4471072E7007}"/>
          </ac:cxnSpMkLst>
        </pc:cxnChg>
        <pc:cxnChg chg="mod">
          <ac:chgData name="elvio rodriguez" userId="1c1449da70e07349" providerId="LiveId" clId="{B6FBDA6B-F2A7-4BBE-A2C3-07D2143358BF}" dt="2026-10-25T13:38:16.833" v="35991" actId="571"/>
          <ac:cxnSpMkLst>
            <pc:docMk/>
            <pc:sldMk cId="3893088857" sldId="407"/>
            <ac:cxnSpMk id="57" creationId="{E2089FBF-7B7F-AF83-D35A-45973062DE2A}"/>
          </ac:cxnSpMkLst>
        </pc:cxnChg>
        <pc:cxnChg chg="mod">
          <ac:chgData name="elvio rodriguez" userId="1c1449da70e07349" providerId="LiveId" clId="{B6FBDA6B-F2A7-4BBE-A2C3-07D2143358BF}" dt="2026-10-25T13:38:16.833" v="35991" actId="571"/>
          <ac:cxnSpMkLst>
            <pc:docMk/>
            <pc:sldMk cId="3893088857" sldId="407"/>
            <ac:cxnSpMk id="58" creationId="{9C20BFC8-9757-A541-E214-27A1973DD7E0}"/>
          </ac:cxnSpMkLst>
        </pc:cxnChg>
        <pc:cxnChg chg="mod">
          <ac:chgData name="elvio rodriguez" userId="1c1449da70e07349" providerId="LiveId" clId="{B6FBDA6B-F2A7-4BBE-A2C3-07D2143358BF}" dt="2026-10-25T13:38:16.833" v="35991" actId="571"/>
          <ac:cxnSpMkLst>
            <pc:docMk/>
            <pc:sldMk cId="3893088857" sldId="407"/>
            <ac:cxnSpMk id="59" creationId="{19F72C6A-6305-1E17-D56D-A9503F0EDD8A}"/>
          </ac:cxnSpMkLst>
        </pc:cxnChg>
        <pc:cxnChg chg="mod">
          <ac:chgData name="elvio rodriguez" userId="1c1449da70e07349" providerId="LiveId" clId="{B6FBDA6B-F2A7-4BBE-A2C3-07D2143358BF}" dt="2026-10-25T13:38:24.471" v="35992" actId="571"/>
          <ac:cxnSpMkLst>
            <pc:docMk/>
            <pc:sldMk cId="3893088857" sldId="407"/>
            <ac:cxnSpMk id="65" creationId="{9AB5D536-67B9-0FD6-435C-D153D4DB262F}"/>
          </ac:cxnSpMkLst>
        </pc:cxnChg>
        <pc:cxnChg chg="mod">
          <ac:chgData name="elvio rodriguez" userId="1c1449da70e07349" providerId="LiveId" clId="{B6FBDA6B-F2A7-4BBE-A2C3-07D2143358BF}" dt="2026-10-25T13:38:24.471" v="35992" actId="571"/>
          <ac:cxnSpMkLst>
            <pc:docMk/>
            <pc:sldMk cId="3893088857" sldId="407"/>
            <ac:cxnSpMk id="66" creationId="{F0313B45-2489-F304-00ED-DBC575B6828E}"/>
          </ac:cxnSpMkLst>
        </pc:cxnChg>
        <pc:cxnChg chg="mod">
          <ac:chgData name="elvio rodriguez" userId="1c1449da70e07349" providerId="LiveId" clId="{B6FBDA6B-F2A7-4BBE-A2C3-07D2143358BF}" dt="2026-10-25T13:38:24.471" v="35992" actId="571"/>
          <ac:cxnSpMkLst>
            <pc:docMk/>
            <pc:sldMk cId="3893088857" sldId="407"/>
            <ac:cxnSpMk id="67" creationId="{51616D29-E778-D70C-3CDA-A57C297BC4AA}"/>
          </ac:cxnSpMkLst>
        </pc:cxnChg>
        <pc:cxnChg chg="mod">
          <ac:chgData name="elvio rodriguez" userId="1c1449da70e07349" providerId="LiveId" clId="{B6FBDA6B-F2A7-4BBE-A2C3-07D2143358BF}" dt="2026-10-25T13:38:24.471" v="35992" actId="571"/>
          <ac:cxnSpMkLst>
            <pc:docMk/>
            <pc:sldMk cId="3893088857" sldId="407"/>
            <ac:cxnSpMk id="68" creationId="{D8308F32-141C-42E2-0D92-F444C7DB8DF1}"/>
          </ac:cxnSpMkLst>
        </pc:cxnChg>
        <pc:cxnChg chg="mod">
          <ac:chgData name="elvio rodriguez" userId="1c1449da70e07349" providerId="LiveId" clId="{B6FBDA6B-F2A7-4BBE-A2C3-07D2143358BF}" dt="2026-10-25T13:39:28.131" v="36009" actId="571"/>
          <ac:cxnSpMkLst>
            <pc:docMk/>
            <pc:sldMk cId="3893088857" sldId="407"/>
            <ac:cxnSpMk id="74" creationId="{53A6C7F6-21EC-A546-D1B0-3AE593B171EA}"/>
          </ac:cxnSpMkLst>
        </pc:cxnChg>
        <pc:cxnChg chg="mod">
          <ac:chgData name="elvio rodriguez" userId="1c1449da70e07349" providerId="LiveId" clId="{B6FBDA6B-F2A7-4BBE-A2C3-07D2143358BF}" dt="2026-10-25T13:39:28.131" v="36009" actId="571"/>
          <ac:cxnSpMkLst>
            <pc:docMk/>
            <pc:sldMk cId="3893088857" sldId="407"/>
            <ac:cxnSpMk id="75" creationId="{7A8C2602-647F-5E01-406C-B30CD9049418}"/>
          </ac:cxnSpMkLst>
        </pc:cxnChg>
        <pc:cxnChg chg="mod">
          <ac:chgData name="elvio rodriguez" userId="1c1449da70e07349" providerId="LiveId" clId="{B6FBDA6B-F2A7-4BBE-A2C3-07D2143358BF}" dt="2026-10-25T13:39:28.131" v="36009" actId="571"/>
          <ac:cxnSpMkLst>
            <pc:docMk/>
            <pc:sldMk cId="3893088857" sldId="407"/>
            <ac:cxnSpMk id="76" creationId="{BBD36DD8-EEE4-F689-B27C-63F45907ABE8}"/>
          </ac:cxnSpMkLst>
        </pc:cxnChg>
        <pc:cxnChg chg="mod">
          <ac:chgData name="elvio rodriguez" userId="1c1449da70e07349" providerId="LiveId" clId="{B6FBDA6B-F2A7-4BBE-A2C3-07D2143358BF}" dt="2026-10-25T13:39:28.131" v="36009" actId="571"/>
          <ac:cxnSpMkLst>
            <pc:docMk/>
            <pc:sldMk cId="3893088857" sldId="407"/>
            <ac:cxnSpMk id="77" creationId="{7E1D0076-59B7-8E77-2ECD-D7DE2045D0F7}"/>
          </ac:cxnSpMkLst>
        </pc:cxnChg>
        <pc:cxnChg chg="mod">
          <ac:chgData name="elvio rodriguez" userId="1c1449da70e07349" providerId="LiveId" clId="{B6FBDA6B-F2A7-4BBE-A2C3-07D2143358BF}" dt="2026-10-25T13:41:02.611" v="36062"/>
          <ac:cxnSpMkLst>
            <pc:docMk/>
            <pc:sldMk cId="3893088857" sldId="407"/>
            <ac:cxnSpMk id="88" creationId="{80951DBF-7B20-D42F-1DE3-CF7DD3B22F86}"/>
          </ac:cxnSpMkLst>
        </pc:cxnChg>
        <pc:cxnChg chg="mod">
          <ac:chgData name="elvio rodriguez" userId="1c1449da70e07349" providerId="LiveId" clId="{B6FBDA6B-F2A7-4BBE-A2C3-07D2143358BF}" dt="2026-10-25T13:41:02.611" v="36062"/>
          <ac:cxnSpMkLst>
            <pc:docMk/>
            <pc:sldMk cId="3893088857" sldId="407"/>
            <ac:cxnSpMk id="89" creationId="{9486470E-CA53-2CB7-9142-03D0FEB623D1}"/>
          </ac:cxnSpMkLst>
        </pc:cxnChg>
        <pc:cxnChg chg="mod">
          <ac:chgData name="elvio rodriguez" userId="1c1449da70e07349" providerId="LiveId" clId="{B6FBDA6B-F2A7-4BBE-A2C3-07D2143358BF}" dt="2026-10-25T13:41:02.611" v="36062"/>
          <ac:cxnSpMkLst>
            <pc:docMk/>
            <pc:sldMk cId="3893088857" sldId="407"/>
            <ac:cxnSpMk id="90" creationId="{9C5F4368-B1DD-9D96-2BCA-C310BF774B39}"/>
          </ac:cxnSpMkLst>
        </pc:cxnChg>
        <pc:cxnChg chg="mod">
          <ac:chgData name="elvio rodriguez" userId="1c1449da70e07349" providerId="LiveId" clId="{B6FBDA6B-F2A7-4BBE-A2C3-07D2143358BF}" dt="2026-10-25T13:41:02.611" v="36062"/>
          <ac:cxnSpMkLst>
            <pc:docMk/>
            <pc:sldMk cId="3893088857" sldId="407"/>
            <ac:cxnSpMk id="95" creationId="{E7163A38-D391-14D6-FDB1-45EE485EC024}"/>
          </ac:cxnSpMkLst>
        </pc:cxnChg>
        <pc:cxnChg chg="add mod">
          <ac:chgData name="elvio rodriguez" userId="1c1449da70e07349" providerId="LiveId" clId="{B6FBDA6B-F2A7-4BBE-A2C3-07D2143358BF}" dt="2026-10-25T13:44:16.082" v="36134" actId="1036"/>
          <ac:cxnSpMkLst>
            <pc:docMk/>
            <pc:sldMk cId="3893088857" sldId="407"/>
            <ac:cxnSpMk id="100" creationId="{13B3CDB3-88E7-BBB5-90CA-4ACA0803CC91}"/>
          </ac:cxnSpMkLst>
        </pc:cxnChg>
        <pc:cxnChg chg="add mod">
          <ac:chgData name="elvio rodriguez" userId="1c1449da70e07349" providerId="LiveId" clId="{B6FBDA6B-F2A7-4BBE-A2C3-07D2143358BF}" dt="2026-10-25T13:47:06.346" v="36144" actId="1035"/>
          <ac:cxnSpMkLst>
            <pc:docMk/>
            <pc:sldMk cId="3893088857" sldId="407"/>
            <ac:cxnSpMk id="102" creationId="{6ED7E1E4-2DE4-D666-0711-82AD64F9DD37}"/>
          </ac:cxnSpMkLst>
        </pc:cxnChg>
      </pc:sldChg>
      <pc:sldChg chg="modSp add mod modAnim">
        <pc:chgData name="elvio rodriguez" userId="1c1449da70e07349" providerId="LiveId" clId="{B6FBDA6B-F2A7-4BBE-A2C3-07D2143358BF}" dt="2026-10-12T14:47:08.553" v="29378" actId="790"/>
        <pc:sldMkLst>
          <pc:docMk/>
          <pc:sldMk cId="2258573020" sldId="408"/>
        </pc:sldMkLst>
        <pc:spChg chg="mod">
          <ac:chgData name="elvio rodriguez" userId="1c1449da70e07349" providerId="LiveId" clId="{B6FBDA6B-F2A7-4BBE-A2C3-07D2143358BF}" dt="2026-10-11T01:30:30.354" v="17245" actId="1036"/>
          <ac:spMkLst>
            <pc:docMk/>
            <pc:sldMk cId="2258573020" sldId="408"/>
            <ac:spMk id="2" creationId="{6D7200FB-F320-B73B-37B7-70DD8F58F8F3}"/>
          </ac:spMkLst>
        </pc:spChg>
        <pc:spChg chg="mod">
          <ac:chgData name="elvio rodriguez" userId="1c1449da70e07349" providerId="LiveId" clId="{B6FBDA6B-F2A7-4BBE-A2C3-07D2143358BF}" dt="2026-10-11T01:30:05.874" v="17197" actId="20577"/>
          <ac:spMkLst>
            <pc:docMk/>
            <pc:sldMk cId="2258573020" sldId="408"/>
            <ac:spMk id="6" creationId="{58EBB5F9-B096-F604-EB98-4DE4E228A1FD}"/>
          </ac:spMkLst>
        </pc:spChg>
        <pc:spChg chg="mod">
          <ac:chgData name="elvio rodriguez" userId="1c1449da70e07349" providerId="LiveId" clId="{B6FBDA6B-F2A7-4BBE-A2C3-07D2143358BF}" dt="2026-10-11T01:30:01.279" v="17190" actId="1076"/>
          <ac:spMkLst>
            <pc:docMk/>
            <pc:sldMk cId="2258573020" sldId="408"/>
            <ac:spMk id="10" creationId="{A9278C6C-A3CE-F3D6-0EF8-0C03B6803100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258573020" sldId="408"/>
            <ac:spMk id="11" creationId="{179AF36A-82B9-2E2E-F823-E4A6CA134E50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258573020" sldId="408"/>
            <ac:spMk id="96" creationId="{F7A9E1E5-ABF4-BC28-213D-AA8167C2DBFE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258573020" sldId="408"/>
            <ac:spMk id="120" creationId="{BCE7BD77-691A-792F-78C9-86913339CE63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58573020" sldId="408"/>
            <ac:spMk id="158" creationId="{AA5DCCE6-FA92-ED31-04C6-3C2162A807E8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58573020" sldId="408"/>
            <ac:spMk id="160" creationId="{16975613-5530-2487-AEA9-02F13528183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58573020" sldId="408"/>
            <ac:spMk id="179" creationId="{30DD8066-CD17-69A6-DCE6-42BDE5F501D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58573020" sldId="408"/>
            <ac:spMk id="202" creationId="{EEBF64C9-77BB-6E25-FE77-55F5536E7C5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58573020" sldId="408"/>
            <ac:spMk id="220" creationId="{521716C9-C985-66F5-AF10-46F8D390A8F9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58573020" sldId="408"/>
            <ac:spMk id="221" creationId="{F02A8049-4D3C-23BA-DF19-6C8E1EDEB86E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258573020" sldId="408"/>
            <ac:spMk id="225" creationId="{2F05C66D-922D-BDE5-A170-FFC094F3786F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58573020" sldId="408"/>
            <ac:spMk id="231" creationId="{BEF92C67-F774-2B8D-B10D-EECEC3EDF0F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58573020" sldId="408"/>
            <ac:spMk id="246" creationId="{D98B72D8-5AC5-0804-1B3F-358867FD165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58573020" sldId="408"/>
            <ac:spMk id="254" creationId="{EEBAA74A-E954-1D90-9116-0EAFD54789BE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258573020" sldId="408"/>
            <ac:spMk id="258" creationId="{8229E24A-0BF3-FE61-B966-3777CC4A4E29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258573020" sldId="408"/>
            <ac:spMk id="284" creationId="{7B580081-2863-9DF3-794F-73E2F7071023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258573020" sldId="408"/>
            <ac:spMk id="297" creationId="{E058AB4C-D6FA-182B-39CC-42BCFE942965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258573020" sldId="408"/>
            <ac:spMk id="313" creationId="{83E5EC04-AE8C-6C9C-CA0E-B93B373556C5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258573020" sldId="408"/>
            <ac:spMk id="318" creationId="{960E4E93-A937-3F41-45DF-07A21A898DA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58573020" sldId="408"/>
            <ac:spMk id="324" creationId="{BDE67BCA-4344-A4B2-1F38-3CA39DB1FA31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258573020" sldId="408"/>
            <ac:spMk id="334" creationId="{EB0D5DF5-6F0F-1550-EBED-6DE8FC93604B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258573020" sldId="408"/>
            <ac:spMk id="338" creationId="{469D0360-8267-FE11-B459-6DBE04AC035E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258573020" sldId="408"/>
            <ac:spMk id="339" creationId="{3ADF1DB9-101E-BB99-9412-05613253CC9E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258573020" sldId="408"/>
            <ac:spMk id="350" creationId="{F39387E7-9301-AF82-C419-3B94AFA62E8E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258573020" sldId="408"/>
            <ac:spMk id="355" creationId="{7D80047A-8008-B475-D321-B52616A7B50E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258573020" sldId="408"/>
            <ac:spMk id="376" creationId="{0A99C41D-E3F2-8406-31D5-ECCB90B2666A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258573020" sldId="408"/>
            <ac:spMk id="422" creationId="{6E71FD74-7672-148E-6E18-4BC6CF1AB426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258573020" sldId="408"/>
            <ac:spMk id="435" creationId="{50DFFED9-4404-E8D7-1625-4AB762C43B5D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258573020" sldId="408"/>
            <ac:spMk id="452" creationId="{8A0DB7EE-B9AC-E2C1-4094-611E51B65546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2258573020" sldId="408"/>
            <ac:spMk id="453" creationId="{4267AE45-0EB7-361C-377F-BB7D60E20A24}"/>
          </ac:spMkLst>
        </pc:spChg>
      </pc:sldChg>
      <pc:sldChg chg="modSp add mod">
        <pc:chgData name="elvio rodriguez" userId="1c1449da70e07349" providerId="LiveId" clId="{B6FBDA6B-F2A7-4BBE-A2C3-07D2143358BF}" dt="2026-10-12T14:47:08.553" v="29378" actId="790"/>
        <pc:sldMkLst>
          <pc:docMk/>
          <pc:sldMk cId="1152516588" sldId="409"/>
        </pc:sldMkLst>
        <pc:spChg chg="mod">
          <ac:chgData name="elvio rodriguez" userId="1c1449da70e07349" providerId="LiveId" clId="{B6FBDA6B-F2A7-4BBE-A2C3-07D2143358BF}" dt="2026-10-11T01:29:01.767" v="17148" actId="20577"/>
          <ac:spMkLst>
            <pc:docMk/>
            <pc:sldMk cId="1152516588" sldId="409"/>
            <ac:spMk id="6" creationId="{E084201C-5F4B-9C00-D245-70B5340B6AA8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152516588" sldId="409"/>
            <ac:spMk id="8" creationId="{7C31D8BD-291A-49D3-3A97-8E7A73B02713}"/>
          </ac:spMkLst>
        </pc:spChg>
        <pc:spChg chg="mod">
          <ac:chgData name="elvio rodriguez" userId="1c1449da70e07349" providerId="LiveId" clId="{B6FBDA6B-F2A7-4BBE-A2C3-07D2143358BF}" dt="2026-10-11T01:30:44.151" v="17262" actId="20577"/>
          <ac:spMkLst>
            <pc:docMk/>
            <pc:sldMk cId="1152516588" sldId="409"/>
            <ac:spMk id="10" creationId="{F2EEE24A-AE2E-7321-4700-60621F9329B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152516588" sldId="409"/>
            <ac:spMk id="13" creationId="{F299E77F-8FA3-256D-23EA-0CCB9F2F2B20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152516588" sldId="409"/>
            <ac:spMk id="15" creationId="{B2BDE9F4-AA2D-1D4F-ED10-EC8DA8548FA8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152516588" sldId="409"/>
            <ac:spMk id="21" creationId="{1A3413F0-8B32-91E6-223B-F5684AE273D8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152516588" sldId="409"/>
            <ac:spMk id="43" creationId="{DF13A832-D85F-F000-05FB-1A626DA641AB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152516588" sldId="409"/>
            <ac:spMk id="46" creationId="{6457FC59-ECF5-8F72-EA04-98B554D7D804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152516588" sldId="409"/>
            <ac:spMk id="52" creationId="{8F1C82F0-6D16-9708-B0DD-69B3470FC3D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152516588" sldId="409"/>
            <ac:spMk id="58" creationId="{F811838A-A928-972A-DB24-302CF2624015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152516588" sldId="409"/>
            <ac:spMk id="59" creationId="{4E7F8288-B8DD-5A1E-2644-92CAA68A31CC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152516588" sldId="409"/>
            <ac:spMk id="62" creationId="{DFC0D2D9-C9CA-20BC-02FA-9E3FD6083B15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152516588" sldId="409"/>
            <ac:spMk id="63" creationId="{5FE2013A-8ADF-46CB-9CFD-37C10F177D60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152516588" sldId="409"/>
            <ac:spMk id="65" creationId="{EE6BF8CE-30D5-83EF-8E39-795A94DB176B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152516588" sldId="409"/>
            <ac:spMk id="71" creationId="{842E9EF9-0F22-201C-2CA5-DDBC759334D3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152516588" sldId="409"/>
            <ac:spMk id="80" creationId="{5DF6E962-8306-EB16-035D-A970CA44E111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152516588" sldId="409"/>
            <ac:spMk id="98" creationId="{681A08F6-D2C3-96F2-3D75-1F92730CE0A9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152516588" sldId="409"/>
            <ac:spMk id="110" creationId="{F3E872DA-C24C-2BE2-9659-8A345E4A12D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152516588" sldId="409"/>
            <ac:spMk id="122" creationId="{66546174-0363-5996-95F1-A98A9365057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152516588" sldId="409"/>
            <ac:spMk id="130" creationId="{1BBEA023-EDA4-9D82-4D6F-EBDE7F97445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152516588" sldId="409"/>
            <ac:spMk id="136" creationId="{4ABA3FB4-5A97-E54F-60F5-F3B2C52C3D1D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152516588" sldId="409"/>
            <ac:spMk id="151" creationId="{7B4E474E-F126-4641-A3DB-FF794BF4E06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152516588" sldId="409"/>
            <ac:spMk id="152" creationId="{C2360E72-2642-DA6B-9703-5CF4BAD0C611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152516588" sldId="409"/>
            <ac:spMk id="172" creationId="{B2B42F13-390E-64E1-452B-450DC04B233C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152516588" sldId="409"/>
            <ac:spMk id="174" creationId="{6F44464E-5283-31D6-9AED-F2100A1756D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152516588" sldId="409"/>
            <ac:spMk id="181" creationId="{B1965724-74C3-8DAC-25C0-8DA3B6E19E51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152516588" sldId="409"/>
            <ac:spMk id="188" creationId="{A4C57503-A186-37F6-ADD2-386E3BD167A7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152516588" sldId="409"/>
            <ac:spMk id="194" creationId="{116D3176-3F2F-5DA2-6662-DF176F1B0164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152516588" sldId="409"/>
            <ac:spMk id="197" creationId="{96DC24F4-A90F-18DB-B63D-54CFD9447EC6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152516588" sldId="409"/>
            <ac:spMk id="202" creationId="{1F21F31D-CB99-8C31-8DC3-D31A2BA87556}"/>
          </ac:spMkLst>
        </pc:spChg>
        <pc:spChg chg="mod">
          <ac:chgData name="elvio rodriguez" userId="1c1449da70e07349" providerId="LiveId" clId="{B6FBDA6B-F2A7-4BBE-A2C3-07D2143358BF}" dt="2026-10-11T01:45:22.335" v="17538" actId="790"/>
          <ac:spMkLst>
            <pc:docMk/>
            <pc:sldMk cId="1152516588" sldId="409"/>
            <ac:spMk id="205" creationId="{DCFF4EA3-D257-3704-0E1B-D3B4AB990B05}"/>
          </ac:spMkLst>
        </pc:spChg>
        <pc:spChg chg="mod">
          <ac:chgData name="elvio rodriguez" userId="1c1449da70e07349" providerId="LiveId" clId="{B6FBDA6B-F2A7-4BBE-A2C3-07D2143358BF}" dt="2026-10-11T01:45:09.875" v="17537" actId="1035"/>
          <ac:spMkLst>
            <pc:docMk/>
            <pc:sldMk cId="1152516588" sldId="409"/>
            <ac:spMk id="216" creationId="{CA03B8C5-0ADA-5A33-D50B-FB2751F4F7CF}"/>
          </ac:spMkLst>
        </pc:spChg>
      </pc:sldChg>
      <pc:sldChg chg="modSp add mod modTransition">
        <pc:chgData name="elvio rodriguez" userId="1c1449da70e07349" providerId="LiveId" clId="{B6FBDA6B-F2A7-4BBE-A2C3-07D2143358BF}" dt="2026-10-24T15:13:58.424" v="35032"/>
        <pc:sldMkLst>
          <pc:docMk/>
          <pc:sldMk cId="1759458742" sldId="411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759458742" sldId="411"/>
            <ac:spMk id="2" creationId="{E0D37639-23CF-FD36-C15B-9CD62A1B14E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759458742" sldId="411"/>
            <ac:spMk id="3" creationId="{23A9D269-9DC5-0E01-271D-8164847003F4}"/>
          </ac:spMkLst>
        </pc:spChg>
      </pc:sldChg>
      <pc:sldChg chg="modSp add mod modTransition modClrScheme chgLayout">
        <pc:chgData name="elvio rodriguez" userId="1c1449da70e07349" providerId="LiveId" clId="{B6FBDA6B-F2A7-4BBE-A2C3-07D2143358BF}" dt="2026-10-12T20:17:23.048" v="34265"/>
        <pc:sldMkLst>
          <pc:docMk/>
          <pc:sldMk cId="554744228" sldId="412"/>
        </pc:sldMkLst>
        <pc:spChg chg="mod ord">
          <ac:chgData name="elvio rodriguez" userId="1c1449da70e07349" providerId="LiveId" clId="{B6FBDA6B-F2A7-4BBE-A2C3-07D2143358BF}" dt="2026-10-12T14:47:08.553" v="29378" actId="790"/>
          <ac:spMkLst>
            <pc:docMk/>
            <pc:sldMk cId="554744228" sldId="412"/>
            <ac:spMk id="2" creationId="{B6D6780A-CA74-750A-B1CB-8F7D35795798}"/>
          </ac:spMkLst>
        </pc:spChg>
        <pc:spChg chg="mod ord">
          <ac:chgData name="elvio rodriguez" userId="1c1449da70e07349" providerId="LiveId" clId="{B6FBDA6B-F2A7-4BBE-A2C3-07D2143358BF}" dt="2026-10-12T14:47:08.553" v="29378" actId="790"/>
          <ac:spMkLst>
            <pc:docMk/>
            <pc:sldMk cId="554744228" sldId="412"/>
            <ac:spMk id="3" creationId="{F435A750-380F-8DE2-60D1-C63E6E63FA8D}"/>
          </ac:spMkLst>
        </pc:spChg>
      </pc:sldChg>
      <pc:sldChg chg="addSp delSp modSp new mod modTransition modClrScheme delAnim modAnim chgLayout">
        <pc:chgData name="elvio rodriguez" userId="1c1449da70e07349" providerId="LiveId" clId="{B6FBDA6B-F2A7-4BBE-A2C3-07D2143358BF}" dt="2026-10-24T15:13:45.795" v="35031"/>
        <pc:sldMkLst>
          <pc:docMk/>
          <pc:sldMk cId="3003641776" sldId="413"/>
        </pc:sldMkLst>
        <pc:spChg chg="add mod ord">
          <ac:chgData name="elvio rodriguez" userId="1c1449da70e07349" providerId="LiveId" clId="{B6FBDA6B-F2A7-4BBE-A2C3-07D2143358BF}" dt="2026-10-12T14:47:08.553" v="29378" actId="790"/>
          <ac:spMkLst>
            <pc:docMk/>
            <pc:sldMk cId="3003641776" sldId="413"/>
            <ac:spMk id="4" creationId="{10C58C82-3806-5625-D588-9276143418A2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003641776" sldId="413"/>
            <ac:spMk id="5" creationId="{28D59711-B116-1922-20C5-7E3BB9997348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003641776" sldId="413"/>
            <ac:spMk id="6" creationId="{B2A41728-7B3C-A6EF-A829-2E31D7932827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003641776" sldId="413"/>
            <ac:spMk id="7" creationId="{04F26E3C-70F5-D242-A846-73171115D8C2}"/>
          </ac:spMkLst>
        </pc:spChg>
        <pc:spChg chg="add mod">
          <ac:chgData name="elvio rodriguez" userId="1c1449da70e07349" providerId="LiveId" clId="{B6FBDA6B-F2A7-4BBE-A2C3-07D2143358BF}" dt="2026-10-11T02:18:01.002" v="18166" actId="207"/>
          <ac:spMkLst>
            <pc:docMk/>
            <pc:sldMk cId="3003641776" sldId="413"/>
            <ac:spMk id="8" creationId="{73B6695A-A6C0-68A2-DEB3-FF06AEAEC985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003641776" sldId="413"/>
            <ac:spMk id="9" creationId="{A41050E6-C844-AC5E-DFD4-E12B497CF235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003641776" sldId="413"/>
            <ac:spMk id="10" creationId="{DDBB79CF-A5DF-B0AA-0D3A-A6111988396A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003641776" sldId="413"/>
            <ac:spMk id="13" creationId="{085C72B8-721D-8127-49FB-440C9593319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003641776" sldId="413"/>
            <ac:spMk id="14" creationId="{4D1EB4AA-C827-71AA-44CF-F981BCD5BB82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003641776" sldId="413"/>
            <ac:spMk id="15" creationId="{4FC25D58-EEE7-E0EC-E2C5-7393CB1121C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003641776" sldId="413"/>
            <ac:spMk id="16" creationId="{97C7EE12-D935-3813-3375-9C04D7E92391}"/>
          </ac:spMkLst>
        </pc:spChg>
        <pc:spChg chg="add mod">
          <ac:chgData name="elvio rodriguez" userId="1c1449da70e07349" providerId="LiveId" clId="{B6FBDA6B-F2A7-4BBE-A2C3-07D2143358BF}" dt="2026-10-11T02:18:05.875" v="18167" actId="207"/>
          <ac:spMkLst>
            <pc:docMk/>
            <pc:sldMk cId="3003641776" sldId="413"/>
            <ac:spMk id="17" creationId="{82694F11-D570-7942-E79B-91B2EC3508B9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003641776" sldId="413"/>
            <ac:spMk id="18" creationId="{ABD35A7B-7D9B-F1A8-4AB0-AF3F2CF355AD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003641776" sldId="413"/>
            <ac:spMk id="20" creationId="{35EE4251-386C-0544-197B-47BFB2079FC2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003641776" sldId="413"/>
            <ac:spMk id="21" creationId="{DBB313FA-D76A-2318-0D2A-FAB184E5D4D2}"/>
          </ac:spMkLst>
        </pc:spChg>
      </pc:sldChg>
      <pc:sldChg chg="addSp delSp modSp add mod modTransition delAnim modAnim">
        <pc:chgData name="elvio rodriguez" userId="1c1449da70e07349" providerId="LiveId" clId="{B6FBDA6B-F2A7-4BBE-A2C3-07D2143358BF}" dt="2026-10-20T20:22:39.994" v="34822" actId="1037"/>
        <pc:sldMkLst>
          <pc:docMk/>
          <pc:sldMk cId="1815726179" sldId="414"/>
        </pc:sldMkLst>
        <pc:spChg chg="add mod">
          <ac:chgData name="elvio rodriguez" userId="1c1449da70e07349" providerId="LiveId" clId="{B6FBDA6B-F2A7-4BBE-A2C3-07D2143358BF}" dt="2026-10-20T19:48:29.769" v="34438" actId="20577"/>
          <ac:spMkLst>
            <pc:docMk/>
            <pc:sldMk cId="1815726179" sldId="414"/>
            <ac:spMk id="2" creationId="{6B7FA0A9-C0A7-3C8C-675B-FD9268E818F0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815726179" sldId="414"/>
            <ac:spMk id="4" creationId="{46B75B25-D315-2B50-D93B-72C6D85282E9}"/>
          </ac:spMkLst>
        </pc:spChg>
        <pc:spChg chg="add mod">
          <ac:chgData name="elvio rodriguez" userId="1c1449da70e07349" providerId="LiveId" clId="{B6FBDA6B-F2A7-4BBE-A2C3-07D2143358BF}" dt="2026-10-20T20:22:39.994" v="34822" actId="1037"/>
          <ac:spMkLst>
            <pc:docMk/>
            <pc:sldMk cId="1815726179" sldId="414"/>
            <ac:spMk id="5" creationId="{B4899A60-27B3-088B-2A3C-D9013EE879E5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815726179" sldId="414"/>
            <ac:spMk id="26" creationId="{46FF8D45-CD5C-0C71-0F6B-42245D0F1757}"/>
          </ac:spMkLst>
        </pc:spChg>
        <pc:picChg chg="add mod">
          <ac:chgData name="elvio rodriguez" userId="1c1449da70e07349" providerId="LiveId" clId="{B6FBDA6B-F2A7-4BBE-A2C3-07D2143358BF}" dt="2026-10-11T02:27:49.346" v="18342" actId="1076"/>
          <ac:picMkLst>
            <pc:docMk/>
            <pc:sldMk cId="1815726179" sldId="414"/>
            <ac:picMk id="22" creationId="{ED137D0E-5A46-19AC-E0C7-98DDA5EC3002}"/>
          </ac:picMkLst>
        </pc:picChg>
        <pc:picChg chg="add mod">
          <ac:chgData name="elvio rodriguez" userId="1c1449da70e07349" providerId="LiveId" clId="{B6FBDA6B-F2A7-4BBE-A2C3-07D2143358BF}" dt="2026-10-11T02:29:31.944" v="18407" actId="1076"/>
          <ac:picMkLst>
            <pc:docMk/>
            <pc:sldMk cId="1815726179" sldId="414"/>
            <ac:picMk id="25" creationId="{555CA6DE-F199-0FDE-C129-9DFBACAE2BCE}"/>
          </ac:picMkLst>
        </pc:picChg>
      </pc:sldChg>
      <pc:sldChg chg="addSp delSp modSp add mod ord modTransition modAnim">
        <pc:chgData name="elvio rodriguez" userId="1c1449da70e07349" providerId="LiveId" clId="{B6FBDA6B-F2A7-4BBE-A2C3-07D2143358BF}" dt="2026-10-12T20:17:23.048" v="34265"/>
        <pc:sldMkLst>
          <pc:docMk/>
          <pc:sldMk cId="1499843582" sldId="417"/>
        </pc:sldMkLst>
        <pc:spChg chg="mod">
          <ac:chgData name="elvio rodriguez" userId="1c1449da70e07349" providerId="LiveId" clId="{B6FBDA6B-F2A7-4BBE-A2C3-07D2143358BF}" dt="2026-10-11T02:59:26.317" v="19207" actId="1037"/>
          <ac:spMkLst>
            <pc:docMk/>
            <pc:sldMk cId="1499843582" sldId="417"/>
            <ac:spMk id="3" creationId="{A3D3A6D2-C017-2918-7E5C-9860E90106B3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499843582" sldId="417"/>
            <ac:spMk id="4" creationId="{0CAD16B6-93B4-0980-84F1-AC7E85E97D41}"/>
          </ac:spMkLst>
        </pc:spChg>
        <pc:spChg chg="mod">
          <ac:chgData name="elvio rodriguez" userId="1c1449da70e07349" providerId="LiveId" clId="{B6FBDA6B-F2A7-4BBE-A2C3-07D2143358BF}" dt="2026-10-11T15:17:49.552" v="21870" actId="20577"/>
          <ac:spMkLst>
            <pc:docMk/>
            <pc:sldMk cId="1499843582" sldId="417"/>
            <ac:spMk id="5" creationId="{2B5CDB6C-5C85-3C9C-DDE9-18F3D67396EF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499843582" sldId="417"/>
            <ac:spMk id="6" creationId="{B79867D9-B704-C9D0-8F7E-8FDF371BA127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499843582" sldId="417"/>
            <ac:spMk id="7" creationId="{88163DB2-3B97-129A-FFE9-903EE4E945F6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499843582" sldId="417"/>
            <ac:spMk id="29" creationId="{0B5D1E10-1EB4-3067-F4BA-CD3A20D78B5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499843582" sldId="417"/>
            <ac:spMk id="30" creationId="{1E677A8C-6D08-FE8F-CB5F-03D2D967C81A}"/>
          </ac:spMkLst>
        </pc:spChg>
        <pc:spChg chg="mod">
          <ac:chgData name="elvio rodriguez" userId="1c1449da70e07349" providerId="LiveId" clId="{B6FBDA6B-F2A7-4BBE-A2C3-07D2143358BF}" dt="2026-10-11T03:11:33.296" v="19487"/>
          <ac:spMkLst>
            <pc:docMk/>
            <pc:sldMk cId="1499843582" sldId="417"/>
            <ac:spMk id="31" creationId="{7F424776-8C4E-D882-26C2-9563DB9E0E94}"/>
          </ac:spMkLst>
        </pc:spChg>
        <pc:spChg chg="mod">
          <ac:chgData name="elvio rodriguez" userId="1c1449da70e07349" providerId="LiveId" clId="{B6FBDA6B-F2A7-4BBE-A2C3-07D2143358BF}" dt="2026-10-11T03:00:23.969" v="19224" actId="207"/>
          <ac:spMkLst>
            <pc:docMk/>
            <pc:sldMk cId="1499843582" sldId="417"/>
            <ac:spMk id="39" creationId="{6E57062B-02A9-4224-AA5E-E8702344942F}"/>
          </ac:spMkLst>
        </pc:spChg>
        <pc:spChg chg="mod">
          <ac:chgData name="elvio rodriguez" userId="1c1449da70e07349" providerId="LiveId" clId="{B6FBDA6B-F2A7-4BBE-A2C3-07D2143358BF}" dt="2026-10-11T03:00:27.624" v="19225" actId="207"/>
          <ac:spMkLst>
            <pc:docMk/>
            <pc:sldMk cId="1499843582" sldId="417"/>
            <ac:spMk id="41" creationId="{97BA520D-8E0D-F41B-4F49-C48EC7FC3BB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499843582" sldId="417"/>
            <ac:spMk id="42" creationId="{B0A4AE24-9B74-9D9A-282A-C2F7899F4BAC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499843582" sldId="417"/>
            <ac:spMk id="46" creationId="{3352DA00-4919-E7AC-868E-50344B965BF0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499843582" sldId="417"/>
            <ac:spMk id="47" creationId="{4DF713BA-F46E-67D9-5DC2-74ABB5DFCDBF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499843582" sldId="417"/>
            <ac:spMk id="48" creationId="{172E83E1-196C-8E8B-140C-DAE056B97DF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499843582" sldId="417"/>
            <ac:spMk id="50" creationId="{4AD915A5-4020-5A37-5848-6635895C5BFB}"/>
          </ac:spMkLst>
        </pc:spChg>
        <pc:spChg chg="mod">
          <ac:chgData name="elvio rodriguez" userId="1c1449da70e07349" providerId="LiveId" clId="{B6FBDA6B-F2A7-4BBE-A2C3-07D2143358BF}" dt="2026-10-11T02:59:01.147" v="19183" actId="1035"/>
          <ac:spMkLst>
            <pc:docMk/>
            <pc:sldMk cId="1499843582" sldId="417"/>
            <ac:spMk id="51" creationId="{26DB9A98-6BC1-AC5F-75ED-A98EAD77B496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499843582" sldId="417"/>
            <ac:spMk id="65" creationId="{62D1C8E8-94B6-A938-5436-B79883DCF43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499843582" sldId="417"/>
            <ac:spMk id="66" creationId="{B22FC9D4-5FFF-E5C7-6663-971CA3108173}"/>
          </ac:spMkLst>
        </pc:spChg>
        <pc:spChg chg="mod">
          <ac:chgData name="elvio rodriguez" userId="1c1449da70e07349" providerId="LiveId" clId="{B6FBDA6B-F2A7-4BBE-A2C3-07D2143358BF}" dt="2026-10-11T02:59:01.147" v="19183" actId="1035"/>
          <ac:spMkLst>
            <pc:docMk/>
            <pc:sldMk cId="1499843582" sldId="417"/>
            <ac:spMk id="67" creationId="{B079C59D-10F2-0DBA-FF03-B083684ABEEC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499843582" sldId="417"/>
            <ac:spMk id="68" creationId="{80E44053-5224-EC27-2BBA-69C173581E44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499843582" sldId="417"/>
            <ac:spMk id="71" creationId="{55B9EDD0-199F-BD4E-2642-1E692E65B06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499843582" sldId="417"/>
            <ac:spMk id="74" creationId="{4E00FD40-238E-0ECE-EC04-E7281F37EAC7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499843582" sldId="417"/>
            <ac:spMk id="76" creationId="{5D2F7D0E-EE3A-1E0A-404A-8CF0367EEA67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499843582" sldId="417"/>
            <ac:spMk id="77" creationId="{8B4D6C25-C35A-93D2-58A8-EF50127BC8F4}"/>
          </ac:spMkLst>
        </pc:spChg>
        <pc:cxnChg chg="mod">
          <ac:chgData name="elvio rodriguez" userId="1c1449da70e07349" providerId="LiveId" clId="{B6FBDA6B-F2A7-4BBE-A2C3-07D2143358BF}" dt="2026-10-11T15:17:47.600" v="21863" actId="20577"/>
          <ac:cxnSpMkLst>
            <pc:docMk/>
            <pc:sldMk cId="1499843582" sldId="417"/>
            <ac:cxnSpMk id="8" creationId="{3DDEC3CA-A549-7BC7-75B6-9D293DA56918}"/>
          </ac:cxnSpMkLst>
        </pc:cxnChg>
        <pc:cxnChg chg="mod">
          <ac:chgData name="elvio rodriguez" userId="1c1449da70e07349" providerId="LiveId" clId="{B6FBDA6B-F2A7-4BBE-A2C3-07D2143358BF}" dt="2026-10-11T15:17:53.212" v="21872" actId="20577"/>
          <ac:cxnSpMkLst>
            <pc:docMk/>
            <pc:sldMk cId="1499843582" sldId="417"/>
            <ac:cxnSpMk id="32" creationId="{84633A0D-0983-5BE8-F804-33F228997632}"/>
          </ac:cxnSpMkLst>
        </pc:cxnChg>
      </pc:sldChg>
      <pc:sldChg chg="addSp delSp modSp add mod ord addAnim delAnim modAnim modShow">
        <pc:chgData name="elvio rodriguez" userId="1c1449da70e07349" providerId="LiveId" clId="{B6FBDA6B-F2A7-4BBE-A2C3-07D2143358BF}" dt="2026-10-12T14:47:08.553" v="29378" actId="790"/>
        <pc:sldMkLst>
          <pc:docMk/>
          <pc:sldMk cId="2003632049" sldId="418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03632049" sldId="418"/>
            <ac:spMk id="3" creationId="{196AA34D-9F53-14CD-BA4F-DD273F6E47E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03632049" sldId="418"/>
            <ac:spMk id="4" creationId="{07B7B10B-C2E0-F861-47FE-50D23B9F24E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03632049" sldId="418"/>
            <ac:spMk id="5" creationId="{238D8A84-3DA8-8D5E-34FC-85CE51459DD3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003632049" sldId="418"/>
            <ac:spMk id="13" creationId="{F41F44DC-4E5D-7639-3EE6-D05BEE3ED6E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03632049" sldId="418"/>
            <ac:spMk id="29" creationId="{A3765E85-1725-A8F7-0741-A4C9A769949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03632049" sldId="418"/>
            <ac:spMk id="30" creationId="{5D579C0D-43B9-6FFE-BD7B-55C0076DBBB8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003632049" sldId="418"/>
            <ac:spMk id="40" creationId="{FC679BFC-3E6D-2B12-CF10-384E3596EFBD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003632049" sldId="418"/>
            <ac:spMk id="58" creationId="{A111D762-2FDA-6881-32A4-7D9F2BC52FAA}"/>
          </ac:spMkLst>
        </pc:spChg>
        <pc:cxnChg chg="mod">
          <ac:chgData name="elvio rodriguez" userId="1c1449da70e07349" providerId="LiveId" clId="{B6FBDA6B-F2A7-4BBE-A2C3-07D2143358BF}" dt="2026-10-11T03:19:53.531" v="19587" actId="20577"/>
          <ac:cxnSpMkLst>
            <pc:docMk/>
            <pc:sldMk cId="2003632049" sldId="418"/>
            <ac:cxnSpMk id="8" creationId="{C4DB98DE-8891-AEC8-B545-6EF8A68ED1FF}"/>
          </ac:cxnSpMkLst>
        </pc:cxnChg>
        <pc:cxnChg chg="add mod">
          <ac:chgData name="elvio rodriguez" userId="1c1449da70e07349" providerId="LiveId" clId="{B6FBDA6B-F2A7-4BBE-A2C3-07D2143358BF}" dt="2026-10-11T03:20:03.079" v="19590" actId="14100"/>
          <ac:cxnSpMkLst>
            <pc:docMk/>
            <pc:sldMk cId="2003632049" sldId="418"/>
            <ac:cxnSpMk id="16" creationId="{3418C1CA-72AA-7C11-2E89-F80926D0FD13}"/>
          </ac:cxnSpMkLst>
        </pc:cxnChg>
        <pc:cxnChg chg="add mod">
          <ac:chgData name="elvio rodriguez" userId="1c1449da70e07349" providerId="LiveId" clId="{B6FBDA6B-F2A7-4BBE-A2C3-07D2143358BF}" dt="2026-10-11T03:19:43.600" v="19571" actId="14100"/>
          <ac:cxnSpMkLst>
            <pc:docMk/>
            <pc:sldMk cId="2003632049" sldId="418"/>
            <ac:cxnSpMk id="18" creationId="{26A60C4D-1C40-9753-C4C0-616CDCF0221B}"/>
          </ac:cxnSpMkLst>
        </pc:cxnChg>
        <pc:cxnChg chg="add mod">
          <ac:chgData name="elvio rodriguez" userId="1c1449da70e07349" providerId="LiveId" clId="{B6FBDA6B-F2A7-4BBE-A2C3-07D2143358BF}" dt="2026-10-11T03:24:27.830" v="19671" actId="14100"/>
          <ac:cxnSpMkLst>
            <pc:docMk/>
            <pc:sldMk cId="2003632049" sldId="418"/>
            <ac:cxnSpMk id="24" creationId="{488C9B36-57A8-EC3B-D809-AF38B386F82B}"/>
          </ac:cxnSpMkLst>
        </pc:cxnChg>
        <pc:cxnChg chg="add mod">
          <ac:chgData name="elvio rodriguez" userId="1c1449da70e07349" providerId="LiveId" clId="{B6FBDA6B-F2A7-4BBE-A2C3-07D2143358BF}" dt="2026-10-11T03:21:47.703" v="19639" actId="14100"/>
          <ac:cxnSpMkLst>
            <pc:docMk/>
            <pc:sldMk cId="2003632049" sldId="418"/>
            <ac:cxnSpMk id="37" creationId="{B474A27A-E53C-1469-64F6-197C4C033A19}"/>
          </ac:cxnSpMkLst>
        </pc:cxnChg>
        <pc:cxnChg chg="add mod">
          <ac:chgData name="elvio rodriguez" userId="1c1449da70e07349" providerId="LiveId" clId="{B6FBDA6B-F2A7-4BBE-A2C3-07D2143358BF}" dt="2026-10-11T03:20:09.337" v="19592" actId="1038"/>
          <ac:cxnSpMkLst>
            <pc:docMk/>
            <pc:sldMk cId="2003632049" sldId="418"/>
            <ac:cxnSpMk id="38" creationId="{E18DE207-C826-56A3-7F7D-2069FD6D3A2E}"/>
          </ac:cxnSpMkLst>
        </pc:cxnChg>
        <pc:cxnChg chg="add mod">
          <ac:chgData name="elvio rodriguez" userId="1c1449da70e07349" providerId="LiveId" clId="{B6FBDA6B-F2A7-4BBE-A2C3-07D2143358BF}" dt="2026-10-11T03:24:38.946" v="19674" actId="14100"/>
          <ac:cxnSpMkLst>
            <pc:docMk/>
            <pc:sldMk cId="2003632049" sldId="418"/>
            <ac:cxnSpMk id="60" creationId="{7B56DAEA-FE90-5BD7-EC71-E5F919A7D7D3}"/>
          </ac:cxnSpMkLst>
        </pc:cxnChg>
      </pc:sldChg>
      <pc:sldChg chg="addSp delSp modSp add mod modTransition addAnim delAnim modAnim modShow">
        <pc:chgData name="elvio rodriguez" userId="1c1449da70e07349" providerId="LiveId" clId="{B6FBDA6B-F2A7-4BBE-A2C3-07D2143358BF}" dt="2026-10-12T20:17:23.048" v="34265"/>
        <pc:sldMkLst>
          <pc:docMk/>
          <pc:sldMk cId="879744175" sldId="419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879744175" sldId="419"/>
            <ac:spMk id="4" creationId="{17FCEA39-901E-E73B-58BA-BF95751621F6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79744175" sldId="419"/>
            <ac:spMk id="27" creationId="{344ECEA6-E53D-5802-9601-0C7E3C00BAB5}"/>
          </ac:spMkLst>
        </pc:spChg>
        <pc:spChg chg="add del mod">
          <ac:chgData name="elvio rodriguez" userId="1c1449da70e07349" providerId="LiveId" clId="{B6FBDA6B-F2A7-4BBE-A2C3-07D2143358BF}" dt="2026-10-12T14:47:08.553" v="29378" actId="790"/>
          <ac:spMkLst>
            <pc:docMk/>
            <pc:sldMk cId="879744175" sldId="419"/>
            <ac:spMk id="28" creationId="{E6F5566F-5F5C-A299-5D55-5156B564AAB6}"/>
          </ac:spMkLst>
        </pc:spChg>
        <pc:spChg chg="add del mod">
          <ac:chgData name="elvio rodriguez" userId="1c1449da70e07349" providerId="LiveId" clId="{B6FBDA6B-F2A7-4BBE-A2C3-07D2143358BF}" dt="2026-10-12T14:47:08.553" v="29378" actId="790"/>
          <ac:spMkLst>
            <pc:docMk/>
            <pc:sldMk cId="879744175" sldId="419"/>
            <ac:spMk id="33" creationId="{2A802FFA-CA36-661C-A148-F224E9EE8E4D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79744175" sldId="419"/>
            <ac:spMk id="34" creationId="{63893D14-3815-86B4-6981-5F125716D8FA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79744175" sldId="419"/>
            <ac:spMk id="35" creationId="{DC4E0618-D08E-445C-771D-920ED26F0DA2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79744175" sldId="419"/>
            <ac:spMk id="36" creationId="{4364E935-2734-CD19-6195-72B66C42E449}"/>
          </ac:spMkLst>
        </pc:spChg>
        <pc:cxnChg chg="add del mod">
          <ac:chgData name="elvio rodriguez" userId="1c1449da70e07349" providerId="LiveId" clId="{B6FBDA6B-F2A7-4BBE-A2C3-07D2143358BF}" dt="2026-10-11T04:27:39.654" v="20681" actId="1035"/>
          <ac:cxnSpMkLst>
            <pc:docMk/>
            <pc:sldMk cId="879744175" sldId="419"/>
            <ac:cxnSpMk id="31" creationId="{1E27656D-D85B-0950-6AF4-35F7D8ADF8BC}"/>
          </ac:cxnSpMkLst>
        </pc:cxnChg>
        <pc:cxnChg chg="add del mod">
          <ac:chgData name="elvio rodriguez" userId="1c1449da70e07349" providerId="LiveId" clId="{B6FBDA6B-F2A7-4BBE-A2C3-07D2143358BF}" dt="2026-10-11T04:27:39.654" v="20681" actId="1035"/>
          <ac:cxnSpMkLst>
            <pc:docMk/>
            <pc:sldMk cId="879744175" sldId="419"/>
            <ac:cxnSpMk id="32" creationId="{132DB83E-FE9D-7429-5E8B-52D837A9A767}"/>
          </ac:cxnSpMkLst>
        </pc:cxnChg>
      </pc:sldChg>
      <pc:sldChg chg="addSp delSp modSp add mod ord modTransition modClrScheme delAnim chgLayout">
        <pc:chgData name="elvio rodriguez" userId="1c1449da70e07349" providerId="LiveId" clId="{B6FBDA6B-F2A7-4BBE-A2C3-07D2143358BF}" dt="2026-10-12T20:17:23.048" v="34265"/>
        <pc:sldMkLst>
          <pc:docMk/>
          <pc:sldMk cId="1755360118" sldId="420"/>
        </pc:sldMkLst>
        <pc:spChg chg="add mod ord">
          <ac:chgData name="elvio rodriguez" userId="1c1449da70e07349" providerId="LiveId" clId="{B6FBDA6B-F2A7-4BBE-A2C3-07D2143358BF}" dt="2026-10-12T14:47:08.553" v="29378" actId="790"/>
          <ac:spMkLst>
            <pc:docMk/>
            <pc:sldMk cId="1755360118" sldId="420"/>
            <ac:spMk id="5" creationId="{2ACC5E9E-A91C-DC3E-FF54-E23EB7CB8168}"/>
          </ac:spMkLst>
        </pc:spChg>
        <pc:spChg chg="add mod ord">
          <ac:chgData name="elvio rodriguez" userId="1c1449da70e07349" providerId="LiveId" clId="{B6FBDA6B-F2A7-4BBE-A2C3-07D2143358BF}" dt="2026-10-12T14:47:08.553" v="29378" actId="790"/>
          <ac:spMkLst>
            <pc:docMk/>
            <pc:sldMk cId="1755360118" sldId="420"/>
            <ac:spMk id="8" creationId="{D921D06F-8057-1A81-6133-2C95CE16A727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755360118" sldId="420"/>
            <ac:spMk id="13" creationId="{01581DB1-BF06-EDAC-62ED-80F737E08020}"/>
          </ac:spMkLst>
        </pc:spChg>
      </pc:sldChg>
      <pc:sldChg chg="addSp delSp modSp add mod ord addAnim delAnim modAnim modShow">
        <pc:chgData name="elvio rodriguez" userId="1c1449da70e07349" providerId="LiveId" clId="{B6FBDA6B-F2A7-4BBE-A2C3-07D2143358BF}" dt="2026-10-12T14:47:08.553" v="29378" actId="790"/>
        <pc:sldMkLst>
          <pc:docMk/>
          <pc:sldMk cId="3504548975" sldId="421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504548975" sldId="421"/>
            <ac:spMk id="4" creationId="{BB69AA25-CE55-FED2-1095-7266A382BD82}"/>
          </ac:spMkLst>
        </pc:spChg>
        <pc:spChg chg="mod">
          <ac:chgData name="elvio rodriguez" userId="1c1449da70e07349" providerId="LiveId" clId="{B6FBDA6B-F2A7-4BBE-A2C3-07D2143358BF}" dt="2026-10-11T03:54:47.673" v="20180" actId="1076"/>
          <ac:spMkLst>
            <pc:docMk/>
            <pc:sldMk cId="3504548975" sldId="421"/>
            <ac:spMk id="7" creationId="{335B8217-4946-FB98-A449-31705EB6E5C5}"/>
          </ac:spMkLst>
        </pc:spChg>
        <pc:spChg chg="add mod">
          <ac:chgData name="elvio rodriguez" userId="1c1449da70e07349" providerId="LiveId" clId="{B6FBDA6B-F2A7-4BBE-A2C3-07D2143358BF}" dt="2026-10-11T03:56:21.414" v="20196" actId="1076"/>
          <ac:spMkLst>
            <pc:docMk/>
            <pc:sldMk cId="3504548975" sldId="421"/>
            <ac:spMk id="9" creationId="{5950C50F-F95E-7F29-AF3D-6C2C72076AE1}"/>
          </ac:spMkLst>
        </pc:spChg>
        <pc:spChg chg="add mod topLvl">
          <ac:chgData name="elvio rodriguez" userId="1c1449da70e07349" providerId="LiveId" clId="{B6FBDA6B-F2A7-4BBE-A2C3-07D2143358BF}" dt="2026-10-11T04:04:00.629" v="20347" actId="165"/>
          <ac:spMkLst>
            <pc:docMk/>
            <pc:sldMk cId="3504548975" sldId="421"/>
            <ac:spMk id="11" creationId="{E594DA8E-17CB-BA43-E055-14FAAA27E514}"/>
          </ac:spMkLst>
        </pc:spChg>
        <pc:spChg chg="add mod">
          <ac:chgData name="elvio rodriguez" userId="1c1449da70e07349" providerId="LiveId" clId="{B6FBDA6B-F2A7-4BBE-A2C3-07D2143358BF}" dt="2026-10-11T04:04:08.635" v="20348" actId="20577"/>
          <ac:spMkLst>
            <pc:docMk/>
            <pc:sldMk cId="3504548975" sldId="421"/>
            <ac:spMk id="13" creationId="{337E76AF-8B04-2E39-0B93-128123FC9D18}"/>
          </ac:spMkLst>
        </pc:spChg>
        <pc:spChg chg="add mod topLvl">
          <ac:chgData name="elvio rodriguez" userId="1c1449da70e07349" providerId="LiveId" clId="{B6FBDA6B-F2A7-4BBE-A2C3-07D2143358BF}" dt="2026-10-11T20:23:05.643" v="26949" actId="790"/>
          <ac:spMkLst>
            <pc:docMk/>
            <pc:sldMk cId="3504548975" sldId="421"/>
            <ac:spMk id="14" creationId="{1E699271-B883-CFF2-9F66-95A186C5D8AB}"/>
          </ac:spMkLst>
        </pc:spChg>
        <pc:spChg chg="add mod">
          <ac:chgData name="elvio rodriguez" userId="1c1449da70e07349" providerId="LiveId" clId="{B6FBDA6B-F2A7-4BBE-A2C3-07D2143358BF}" dt="2026-10-11T03:56:16.232" v="20195" actId="1076"/>
          <ac:spMkLst>
            <pc:docMk/>
            <pc:sldMk cId="3504548975" sldId="421"/>
            <ac:spMk id="15" creationId="{DF01402C-C0FF-61A5-015F-C636BC0B575B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04548975" sldId="421"/>
            <ac:spMk id="16" creationId="{C09A325B-F1EE-256E-0590-06ED6F2FA856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04548975" sldId="421"/>
            <ac:spMk id="18" creationId="{7E80B92F-C093-4608-261E-F8007C82218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04548975" sldId="421"/>
            <ac:spMk id="19" creationId="{15067BCF-EEAA-0509-54FF-715A3C3F4079}"/>
          </ac:spMkLst>
        </pc:spChg>
        <pc:spChg chg="add mod topLvl">
          <ac:chgData name="elvio rodriguez" userId="1c1449da70e07349" providerId="LiveId" clId="{B6FBDA6B-F2A7-4BBE-A2C3-07D2143358BF}" dt="2026-10-11T04:04:00.629" v="20347" actId="165"/>
          <ac:spMkLst>
            <pc:docMk/>
            <pc:sldMk cId="3504548975" sldId="421"/>
            <ac:spMk id="20" creationId="{79FBEFEB-3552-A1B6-3ABB-7A95838CC845}"/>
          </ac:spMkLst>
        </pc:spChg>
        <pc:spChg chg="add mod">
          <ac:chgData name="elvio rodriguez" userId="1c1449da70e07349" providerId="LiveId" clId="{B6FBDA6B-F2A7-4BBE-A2C3-07D2143358BF}" dt="2026-10-11T03:56:21.414" v="20196" actId="1076"/>
          <ac:spMkLst>
            <pc:docMk/>
            <pc:sldMk cId="3504548975" sldId="421"/>
            <ac:spMk id="21" creationId="{06E1123F-5C43-3D38-A0A4-1DC873C18A79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504548975" sldId="421"/>
            <ac:spMk id="22" creationId="{E2D87293-467E-F401-3ED7-F0832BBD6F24}"/>
          </ac:spMkLst>
        </pc:spChg>
        <pc:spChg chg="add mod topLvl">
          <ac:chgData name="elvio rodriguez" userId="1c1449da70e07349" providerId="LiveId" clId="{B6FBDA6B-F2A7-4BBE-A2C3-07D2143358BF}" dt="2026-10-11T04:04:00.629" v="20347" actId="165"/>
          <ac:spMkLst>
            <pc:docMk/>
            <pc:sldMk cId="3504548975" sldId="421"/>
            <ac:spMk id="23" creationId="{AB7F3939-020D-4EAB-CB66-6F4CA21BDC43}"/>
          </ac:spMkLst>
        </pc:spChg>
        <pc:spChg chg="mod">
          <ac:chgData name="elvio rodriguez" userId="1c1449da70e07349" providerId="LiveId" clId="{B6FBDA6B-F2A7-4BBE-A2C3-07D2143358BF}" dt="2026-10-11T03:57:25.238" v="20211" actId="1076"/>
          <ac:spMkLst>
            <pc:docMk/>
            <pc:sldMk cId="3504548975" sldId="421"/>
            <ac:spMk id="24" creationId="{A208EA24-ECC0-46E7-7A65-44FCE091FA16}"/>
          </ac:spMkLst>
        </pc:spChg>
        <pc:spChg chg="mod">
          <ac:chgData name="elvio rodriguez" userId="1c1449da70e07349" providerId="LiveId" clId="{B6FBDA6B-F2A7-4BBE-A2C3-07D2143358BF}" dt="2026-10-11T03:57:27.393" v="20212" actId="20577"/>
          <ac:spMkLst>
            <pc:docMk/>
            <pc:sldMk cId="3504548975" sldId="421"/>
            <ac:spMk id="25" creationId="{27972DA3-6084-B140-29ED-65196172C4B8}"/>
          </ac:spMkLst>
        </pc:spChg>
        <pc:spChg chg="mod">
          <ac:chgData name="elvio rodriguez" userId="1c1449da70e07349" providerId="LiveId" clId="{B6FBDA6B-F2A7-4BBE-A2C3-07D2143358BF}" dt="2026-10-11T03:58:22.654" v="20219" actId="20577"/>
          <ac:spMkLst>
            <pc:docMk/>
            <pc:sldMk cId="3504548975" sldId="421"/>
            <ac:spMk id="26" creationId="{00585E76-128C-CD8E-9118-C20A62011431}"/>
          </ac:spMkLst>
        </pc:spChg>
        <pc:spChg chg="add mod topLvl">
          <ac:chgData name="elvio rodriguez" userId="1c1449da70e07349" providerId="LiveId" clId="{B6FBDA6B-F2A7-4BBE-A2C3-07D2143358BF}" dt="2026-10-11T04:04:00.629" v="20347" actId="165"/>
          <ac:spMkLst>
            <pc:docMk/>
            <pc:sldMk cId="3504548975" sldId="421"/>
            <ac:spMk id="27" creationId="{39316434-8F19-75A1-6C1F-A53DD8140DC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504548975" sldId="421"/>
            <ac:spMk id="28" creationId="{EE447EA5-B26A-7412-7E31-5CA285A1787F}"/>
          </ac:spMkLst>
        </pc:spChg>
        <pc:spChg chg="add mod topLvl">
          <ac:chgData name="elvio rodriguez" userId="1c1449da70e07349" providerId="LiveId" clId="{B6FBDA6B-F2A7-4BBE-A2C3-07D2143358BF}" dt="2026-10-11T04:04:00.629" v="20347" actId="165"/>
          <ac:spMkLst>
            <pc:docMk/>
            <pc:sldMk cId="3504548975" sldId="421"/>
            <ac:spMk id="36" creationId="{36DD6035-ED1A-ACA5-E21E-AD0D05F0CEED}"/>
          </ac:spMkLst>
        </pc:spChg>
        <pc:spChg chg="add mod topLvl">
          <ac:chgData name="elvio rodriguez" userId="1c1449da70e07349" providerId="LiveId" clId="{B6FBDA6B-F2A7-4BBE-A2C3-07D2143358BF}" dt="2026-10-11T20:23:05.643" v="26949" actId="790"/>
          <ac:spMkLst>
            <pc:docMk/>
            <pc:sldMk cId="3504548975" sldId="421"/>
            <ac:spMk id="37" creationId="{8CE0C840-CFE0-202D-1E6D-841BD8911453}"/>
          </ac:spMkLst>
        </pc:spChg>
        <pc:spChg chg="add mod">
          <ac:chgData name="elvio rodriguez" userId="1c1449da70e07349" providerId="LiveId" clId="{B6FBDA6B-F2A7-4BBE-A2C3-07D2143358BF}" dt="2026-10-11T04:01:09.898" v="20298" actId="1035"/>
          <ac:spMkLst>
            <pc:docMk/>
            <pc:sldMk cId="3504548975" sldId="421"/>
            <ac:spMk id="38" creationId="{0F17278F-9706-6523-0530-A850EC712F5D}"/>
          </ac:spMkLst>
        </pc:spChg>
        <pc:spChg chg="mod">
          <ac:chgData name="elvio rodriguez" userId="1c1449da70e07349" providerId="LiveId" clId="{B6FBDA6B-F2A7-4BBE-A2C3-07D2143358BF}" dt="2026-10-11T04:02:17.367" v="20322" actId="14100"/>
          <ac:spMkLst>
            <pc:docMk/>
            <pc:sldMk cId="3504548975" sldId="421"/>
            <ac:spMk id="40" creationId="{ED4E0F61-5D10-A022-73D0-8D8CA04C73B0}"/>
          </ac:spMkLst>
        </pc:spChg>
        <pc:spChg chg="mod topLvl">
          <ac:chgData name="elvio rodriguez" userId="1c1449da70e07349" providerId="LiveId" clId="{B6FBDA6B-F2A7-4BBE-A2C3-07D2143358BF}" dt="2026-10-11T20:23:05.643" v="26949" actId="790"/>
          <ac:spMkLst>
            <pc:docMk/>
            <pc:sldMk cId="3504548975" sldId="421"/>
            <ac:spMk id="42" creationId="{DA3C7845-12FE-93D0-27E2-E99D30191A45}"/>
          </ac:spMkLst>
        </pc:spChg>
        <pc:spChg chg="mod">
          <ac:chgData name="elvio rodriguez" userId="1c1449da70e07349" providerId="LiveId" clId="{B6FBDA6B-F2A7-4BBE-A2C3-07D2143358BF}" dt="2026-10-11T04:02:17.367" v="20322" actId="14100"/>
          <ac:spMkLst>
            <pc:docMk/>
            <pc:sldMk cId="3504548975" sldId="421"/>
            <ac:spMk id="43" creationId="{A2B816DE-D3BC-27DE-9283-4046555AA6C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504548975" sldId="421"/>
            <ac:spMk id="44" creationId="{2DE2FFF3-4ED2-0A43-0ACB-06FA57EAC20D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04548975" sldId="421"/>
            <ac:spMk id="45" creationId="{52C5F8B5-956F-6966-36A4-51622B1E432B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504548975" sldId="421"/>
            <ac:spMk id="46" creationId="{314C5FD2-7C38-C3DF-E59E-868D7FB1B59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504548975" sldId="421"/>
            <ac:spMk id="47" creationId="{F42DDE58-CB73-09C5-93DC-B420A47EA60E}"/>
          </ac:spMkLst>
        </pc:spChg>
        <pc:spChg chg="mod">
          <ac:chgData name="elvio rodriguez" userId="1c1449da70e07349" providerId="LiveId" clId="{B6FBDA6B-F2A7-4BBE-A2C3-07D2143358BF}" dt="2026-10-11T03:54:47.673" v="20180" actId="1076"/>
          <ac:spMkLst>
            <pc:docMk/>
            <pc:sldMk cId="3504548975" sldId="421"/>
            <ac:spMk id="48" creationId="{81590DD1-1776-92A4-781A-CC71851627AF}"/>
          </ac:spMkLst>
        </pc:spChg>
        <pc:spChg chg="mod topLvl">
          <ac:chgData name="elvio rodriguez" userId="1c1449da70e07349" providerId="LiveId" clId="{B6FBDA6B-F2A7-4BBE-A2C3-07D2143358BF}" dt="2026-10-11T04:04:00.629" v="20347" actId="165"/>
          <ac:spMkLst>
            <pc:docMk/>
            <pc:sldMk cId="3504548975" sldId="421"/>
            <ac:spMk id="49" creationId="{8A62D537-44C8-EBA4-971F-8CCAB3EEC173}"/>
          </ac:spMkLst>
        </pc:spChg>
        <pc:spChg chg="mod">
          <ac:chgData name="elvio rodriguez" userId="1c1449da70e07349" providerId="LiveId" clId="{B6FBDA6B-F2A7-4BBE-A2C3-07D2143358BF}" dt="2026-10-11T03:54:54.592" v="20182" actId="1076"/>
          <ac:spMkLst>
            <pc:docMk/>
            <pc:sldMk cId="3504548975" sldId="421"/>
            <ac:spMk id="50" creationId="{73674D2B-91FA-9F63-AA8B-612A492FE551}"/>
          </ac:spMkLst>
        </pc:spChg>
        <pc:spChg chg="mod">
          <ac:chgData name="elvio rodriguez" userId="1c1449da70e07349" providerId="LiveId" clId="{B6FBDA6B-F2A7-4BBE-A2C3-07D2143358BF}" dt="2026-10-11T03:54:47.673" v="20180" actId="1076"/>
          <ac:spMkLst>
            <pc:docMk/>
            <pc:sldMk cId="3504548975" sldId="421"/>
            <ac:spMk id="51" creationId="{9341F75A-89EE-51CC-E0D5-7AA326D92DC0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504548975" sldId="421"/>
            <ac:spMk id="52" creationId="{EF3579C2-56DB-1C71-0143-7DD6CD515589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04548975" sldId="421"/>
            <ac:spMk id="53" creationId="{39A96B70-0EAF-B089-335E-00B4A411D967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04548975" sldId="421"/>
            <ac:spMk id="54" creationId="{C01B0575-0D1E-C0BB-3FA1-67A32807D94F}"/>
          </ac:spMkLst>
        </pc:spChg>
        <pc:spChg chg="mod">
          <ac:chgData name="elvio rodriguez" userId="1c1449da70e07349" providerId="LiveId" clId="{B6FBDA6B-F2A7-4BBE-A2C3-07D2143358BF}" dt="2026-10-11T04:02:17.367" v="20322" actId="14100"/>
          <ac:spMkLst>
            <pc:docMk/>
            <pc:sldMk cId="3504548975" sldId="421"/>
            <ac:spMk id="55" creationId="{339CB082-C1F8-722F-D293-9B8CE222DC0D}"/>
          </ac:spMkLst>
        </pc:spChg>
        <pc:spChg chg="add mod topLvl">
          <ac:chgData name="elvio rodriguez" userId="1c1449da70e07349" providerId="LiveId" clId="{B6FBDA6B-F2A7-4BBE-A2C3-07D2143358BF}" dt="2026-10-11T04:04:00.629" v="20347" actId="165"/>
          <ac:spMkLst>
            <pc:docMk/>
            <pc:sldMk cId="3504548975" sldId="421"/>
            <ac:spMk id="56" creationId="{5910F319-ED39-9584-5659-5579C0328851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3504548975" sldId="421"/>
            <ac:spMk id="57" creationId="{F4596AF2-67CD-F25E-586B-1995EEB22EBB}"/>
          </ac:spMkLst>
        </pc:spChg>
        <pc:cxnChg chg="add mod">
          <ac:chgData name="elvio rodriguez" userId="1c1449da70e07349" providerId="LiveId" clId="{B6FBDA6B-F2A7-4BBE-A2C3-07D2143358BF}" dt="2026-10-11T04:02:57.776" v="20335" actId="1582"/>
          <ac:cxnSpMkLst>
            <pc:docMk/>
            <pc:sldMk cId="3504548975" sldId="421"/>
            <ac:cxnSpMk id="62" creationId="{D1972F50-DCE9-ABB5-4646-D58C32C58BDC}"/>
          </ac:cxnSpMkLst>
        </pc:cxnChg>
        <pc:cxnChg chg="add mod">
          <ac:chgData name="elvio rodriguez" userId="1c1449da70e07349" providerId="LiveId" clId="{B6FBDA6B-F2A7-4BBE-A2C3-07D2143358BF}" dt="2026-10-11T04:02:57.776" v="20335" actId="1582"/>
          <ac:cxnSpMkLst>
            <pc:docMk/>
            <pc:sldMk cId="3504548975" sldId="421"/>
            <ac:cxnSpMk id="63" creationId="{B0AC2339-ED4A-9789-4030-AD1648DB178D}"/>
          </ac:cxnSpMkLst>
        </pc:cxnChg>
        <pc:cxnChg chg="add mod">
          <ac:chgData name="elvio rodriguez" userId="1c1449da70e07349" providerId="LiveId" clId="{B6FBDA6B-F2A7-4BBE-A2C3-07D2143358BF}" dt="2026-10-11T04:02:57.776" v="20335" actId="1582"/>
          <ac:cxnSpMkLst>
            <pc:docMk/>
            <pc:sldMk cId="3504548975" sldId="421"/>
            <ac:cxnSpMk id="72" creationId="{68765B68-866E-1205-9B99-82B08F2E167A}"/>
          </ac:cxnSpMkLst>
        </pc:cxnChg>
        <pc:cxnChg chg="add mod">
          <ac:chgData name="elvio rodriguez" userId="1c1449da70e07349" providerId="LiveId" clId="{B6FBDA6B-F2A7-4BBE-A2C3-07D2143358BF}" dt="2026-10-11T04:02:57.776" v="20335" actId="1582"/>
          <ac:cxnSpMkLst>
            <pc:docMk/>
            <pc:sldMk cId="3504548975" sldId="421"/>
            <ac:cxnSpMk id="75" creationId="{0E719608-7599-1DFD-473D-F37DA0CB2A1A}"/>
          </ac:cxnSpMkLst>
        </pc:cxnChg>
        <pc:cxnChg chg="add mod">
          <ac:chgData name="elvio rodriguez" userId="1c1449da70e07349" providerId="LiveId" clId="{B6FBDA6B-F2A7-4BBE-A2C3-07D2143358BF}" dt="2026-10-11T04:02:57.776" v="20335" actId="1582"/>
          <ac:cxnSpMkLst>
            <pc:docMk/>
            <pc:sldMk cId="3504548975" sldId="421"/>
            <ac:cxnSpMk id="78" creationId="{4167C6DE-E196-B4A1-F624-C3683ADD529B}"/>
          </ac:cxnSpMkLst>
        </pc:cxnChg>
        <pc:cxnChg chg="add mod">
          <ac:chgData name="elvio rodriguez" userId="1c1449da70e07349" providerId="LiveId" clId="{B6FBDA6B-F2A7-4BBE-A2C3-07D2143358BF}" dt="2026-10-11T04:02:57.776" v="20335" actId="1582"/>
          <ac:cxnSpMkLst>
            <pc:docMk/>
            <pc:sldMk cId="3504548975" sldId="421"/>
            <ac:cxnSpMk id="79" creationId="{A6B7FC9F-CEC1-D6D8-0D04-2D1D4EF47325}"/>
          </ac:cxnSpMkLst>
        </pc:cxnChg>
        <pc:cxnChg chg="add mod">
          <ac:chgData name="elvio rodriguez" userId="1c1449da70e07349" providerId="LiveId" clId="{B6FBDA6B-F2A7-4BBE-A2C3-07D2143358BF}" dt="2026-10-11T04:02:57.776" v="20335" actId="1582"/>
          <ac:cxnSpMkLst>
            <pc:docMk/>
            <pc:sldMk cId="3504548975" sldId="421"/>
            <ac:cxnSpMk id="80" creationId="{81EF7F59-3BFE-7AE6-419D-98B7795A856C}"/>
          </ac:cxnSpMkLst>
        </pc:cxnChg>
        <pc:cxnChg chg="add mod">
          <ac:chgData name="elvio rodriguez" userId="1c1449da70e07349" providerId="LiveId" clId="{B6FBDA6B-F2A7-4BBE-A2C3-07D2143358BF}" dt="2026-10-11T04:02:57.776" v="20335" actId="1582"/>
          <ac:cxnSpMkLst>
            <pc:docMk/>
            <pc:sldMk cId="3504548975" sldId="421"/>
            <ac:cxnSpMk id="81" creationId="{3600D48D-8CD9-0958-BAC9-26CBE895159B}"/>
          </ac:cxnSpMkLst>
        </pc:cxnChg>
      </pc:sldChg>
      <pc:sldChg chg="addSp delSp modSp add mod ord modTransition delAnim modAnim modShow">
        <pc:chgData name="elvio rodriguez" userId="1c1449da70e07349" providerId="LiveId" clId="{B6FBDA6B-F2A7-4BBE-A2C3-07D2143358BF}" dt="2026-10-24T15:20:36.582" v="35180"/>
        <pc:sldMkLst>
          <pc:docMk/>
          <pc:sldMk cId="1551853517" sldId="422"/>
        </pc:sldMkLst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551853517" sldId="422"/>
            <ac:spMk id="2" creationId="{4887408C-8919-93E7-6047-613C954385F2}"/>
          </ac:spMkLst>
        </pc:spChg>
        <pc:spChg chg="mod">
          <ac:chgData name="elvio rodriguez" userId="1c1449da70e07349" providerId="LiveId" clId="{B6FBDA6B-F2A7-4BBE-A2C3-07D2143358BF}" dt="2026-10-11T15:46:12.567" v="22245" actId="790"/>
          <ac:spMkLst>
            <pc:docMk/>
            <pc:sldMk cId="1551853517" sldId="422"/>
            <ac:spMk id="3" creationId="{FC7E39A5-95D4-98FF-A30F-C7051BCFF949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551853517" sldId="422"/>
            <ac:spMk id="4" creationId="{B5E72F06-B49C-8EBB-6DEE-605F81F9CD5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551853517" sldId="422"/>
            <ac:spMk id="5" creationId="{BD03D85C-8CA5-BEBF-1D7A-3B44E0333BBA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1551853517" sldId="422"/>
            <ac:spMk id="6" creationId="{667F2EE0-5933-DED0-2480-0D4B981815EA}"/>
          </ac:spMkLst>
        </pc:spChg>
        <pc:spChg chg="mod">
          <ac:chgData name="elvio rodriguez" userId="1c1449da70e07349" providerId="LiveId" clId="{B6FBDA6B-F2A7-4BBE-A2C3-07D2143358BF}" dt="2026-10-11T04:15:45.147" v="20478" actId="207"/>
          <ac:spMkLst>
            <pc:docMk/>
            <pc:sldMk cId="1551853517" sldId="422"/>
            <ac:spMk id="7" creationId="{6BB3A28E-F66D-66CB-DC3A-EC5A37FF6F92}"/>
          </ac:spMkLst>
        </pc:spChg>
        <pc:spChg chg="mod">
          <ac:chgData name="elvio rodriguez" userId="1c1449da70e07349" providerId="LiveId" clId="{B6FBDA6B-F2A7-4BBE-A2C3-07D2143358BF}" dt="2026-10-11T15:46:12.567" v="22245" actId="790"/>
          <ac:spMkLst>
            <pc:docMk/>
            <pc:sldMk cId="1551853517" sldId="422"/>
            <ac:spMk id="9" creationId="{CCEB6933-D885-70D0-E49F-9ED3834880F9}"/>
          </ac:spMkLst>
        </pc:spChg>
        <pc:spChg chg="mod">
          <ac:chgData name="elvio rodriguez" userId="1c1449da70e07349" providerId="LiveId" clId="{B6FBDA6B-F2A7-4BBE-A2C3-07D2143358BF}" dt="2026-10-11T04:10:32.658" v="20392" actId="1076"/>
          <ac:spMkLst>
            <pc:docMk/>
            <pc:sldMk cId="1551853517" sldId="422"/>
            <ac:spMk id="10" creationId="{4BE3C0B7-DE27-5620-1CF2-F5B008BB864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551853517" sldId="422"/>
            <ac:spMk id="11" creationId="{3CB91317-66DF-C207-C537-7B2010E79B1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551853517" sldId="422"/>
            <ac:spMk id="12" creationId="{0AC08BCA-904B-D074-BA54-C6E232351969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551853517" sldId="422"/>
            <ac:spMk id="14" creationId="{56282BB7-F4F4-7A25-390D-FFB307D48089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1551853517" sldId="422"/>
            <ac:spMk id="15" creationId="{E19DF0FE-8CC6-8736-0F0D-0DC8175CFABD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551853517" sldId="422"/>
            <ac:spMk id="17" creationId="{83A13B0D-54D9-0A45-EE78-10429E88B066}"/>
          </ac:spMkLst>
        </pc:spChg>
        <pc:spChg chg="add mod">
          <ac:chgData name="elvio rodriguez" userId="1c1449da70e07349" providerId="LiveId" clId="{B6FBDA6B-F2A7-4BBE-A2C3-07D2143358BF}" dt="2026-10-11T04:20:34.626" v="20548" actId="207"/>
          <ac:spMkLst>
            <pc:docMk/>
            <pc:sldMk cId="1551853517" sldId="422"/>
            <ac:spMk id="19" creationId="{F126E813-86C8-1ACC-D542-D38A5030CB2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551853517" sldId="422"/>
            <ac:spMk id="20" creationId="{61D82DA9-59E0-3E43-C17D-B87283488B9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551853517" sldId="422"/>
            <ac:spMk id="21" creationId="{5F82B461-F17D-7F31-41DC-2B7D557C3848}"/>
          </ac:spMkLst>
        </pc:spChg>
        <pc:spChg chg="mod">
          <ac:chgData name="elvio rodriguez" userId="1c1449da70e07349" providerId="LiveId" clId="{B6FBDA6B-F2A7-4BBE-A2C3-07D2143358BF}" dt="2026-10-11T04:20:34.626" v="20548" actId="207"/>
          <ac:spMkLst>
            <pc:docMk/>
            <pc:sldMk cId="1551853517" sldId="422"/>
            <ac:spMk id="22" creationId="{EF6128C0-4E80-EF9D-6CC0-BDAC2B28C673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551853517" sldId="422"/>
            <ac:spMk id="23" creationId="{EB9AD58C-A9A8-8003-E86F-6BD5B25EDE08}"/>
          </ac:spMkLst>
        </pc:spChg>
        <pc:spChg chg="add del mod">
          <ac:chgData name="elvio rodriguez" userId="1c1449da70e07349" providerId="LiveId" clId="{B6FBDA6B-F2A7-4BBE-A2C3-07D2143358BF}" dt="2026-10-24T15:17:27.128" v="35047" actId="478"/>
          <ac:spMkLst>
            <pc:docMk/>
            <pc:sldMk cId="1551853517" sldId="422"/>
            <ac:spMk id="24" creationId="{D257B01A-F3F7-111F-517F-F75D662C5529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1551853517" sldId="422"/>
            <ac:spMk id="25" creationId="{A68589DE-4C96-3152-22BE-5DCF06D85B6E}"/>
          </ac:spMkLst>
        </pc:spChg>
        <pc:spChg chg="mod">
          <ac:chgData name="elvio rodriguez" userId="1c1449da70e07349" providerId="LiveId" clId="{B6FBDA6B-F2A7-4BBE-A2C3-07D2143358BF}" dt="2026-10-11T04:20:34.626" v="20548" actId="207"/>
          <ac:spMkLst>
            <pc:docMk/>
            <pc:sldMk cId="1551853517" sldId="422"/>
            <ac:spMk id="26" creationId="{C3CF6579-C447-6F1B-FD41-68026B32F168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551853517" sldId="422"/>
            <ac:spMk id="27" creationId="{1E8671FF-D589-FBF2-B9F4-5E49B51ED1FD}"/>
          </ac:spMkLst>
        </pc:spChg>
        <pc:spChg chg="mod">
          <ac:chgData name="elvio rodriguez" userId="1c1449da70e07349" providerId="LiveId" clId="{B6FBDA6B-F2A7-4BBE-A2C3-07D2143358BF}" dt="2026-10-11T04:20:34.626" v="20548" actId="207"/>
          <ac:spMkLst>
            <pc:docMk/>
            <pc:sldMk cId="1551853517" sldId="422"/>
            <ac:spMk id="28" creationId="{B55FFFD3-5C19-ECB3-B6E3-175D30007FF2}"/>
          </ac:spMkLst>
        </pc:spChg>
        <pc:spChg chg="add mod">
          <ac:chgData name="elvio rodriguez" userId="1c1449da70e07349" providerId="LiveId" clId="{B6FBDA6B-F2A7-4BBE-A2C3-07D2143358BF}" dt="2026-10-11T15:25:35.896" v="22041" actId="1076"/>
          <ac:spMkLst>
            <pc:docMk/>
            <pc:sldMk cId="1551853517" sldId="422"/>
            <ac:spMk id="30" creationId="{BB31DE88-12B4-97D6-7FFA-AC2E1D59022A}"/>
          </ac:spMkLst>
        </pc:spChg>
        <pc:spChg chg="add mod">
          <ac:chgData name="elvio rodriguez" userId="1c1449da70e07349" providerId="LiveId" clId="{B6FBDA6B-F2A7-4BBE-A2C3-07D2143358BF}" dt="2026-10-11T04:09:37.141" v="20376" actId="1076"/>
          <ac:spMkLst>
            <pc:docMk/>
            <pc:sldMk cId="1551853517" sldId="422"/>
            <ac:spMk id="31" creationId="{6645D33D-4F52-D6FB-EDC2-48CBDA2DBB83}"/>
          </ac:spMkLst>
        </pc:spChg>
        <pc:spChg chg="add mod">
          <ac:chgData name="elvio rodriguez" userId="1c1449da70e07349" providerId="LiveId" clId="{B6FBDA6B-F2A7-4BBE-A2C3-07D2143358BF}" dt="2026-10-24T15:20:18.263" v="35177" actId="1037"/>
          <ac:spMkLst>
            <pc:docMk/>
            <pc:sldMk cId="1551853517" sldId="422"/>
            <ac:spMk id="32" creationId="{96BA1B53-8AE6-A02F-7F84-46531AD3F57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551853517" sldId="422"/>
            <ac:spMk id="72" creationId="{179B36DE-3EEB-0DC7-1F90-732904490010}"/>
          </ac:spMkLst>
        </pc:spChg>
        <pc:spChg chg="add mod">
          <ac:chgData name="elvio rodriguez" userId="1c1449da70e07349" providerId="LiveId" clId="{B6FBDA6B-F2A7-4BBE-A2C3-07D2143358BF}" dt="2026-10-24T15:18:52.990" v="35128" actId="207"/>
          <ac:spMkLst>
            <pc:docMk/>
            <pc:sldMk cId="1551853517" sldId="422"/>
            <ac:spMk id="75" creationId="{3D00258B-7BC0-43A6-8E11-18B5982D95C5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1551853517" sldId="422"/>
            <ac:spMk id="81" creationId="{A6AE51A4-7DC1-B010-A478-8F53D38FD360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551853517" sldId="422"/>
            <ac:spMk id="82" creationId="{4B0D703B-78A2-3FBB-8D58-73152183810D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1551853517" sldId="422"/>
            <ac:spMk id="83" creationId="{C5AE70BC-C626-966E-7BFB-B8B6C08D4465}"/>
          </ac:spMkLst>
        </pc:spChg>
        <pc:cxnChg chg="mod">
          <ac:chgData name="elvio rodriguez" userId="1c1449da70e07349" providerId="LiveId" clId="{B6FBDA6B-F2A7-4BBE-A2C3-07D2143358BF}" dt="2026-10-11T15:25:32.897" v="22039" actId="20577"/>
          <ac:cxnSpMkLst>
            <pc:docMk/>
            <pc:sldMk cId="1551853517" sldId="422"/>
            <ac:cxnSpMk id="8" creationId="{88A30B07-FB63-B0E8-7472-5F87453B70D3}"/>
          </ac:cxnSpMkLst>
        </pc:cxnChg>
        <pc:cxnChg chg="mod">
          <ac:chgData name="elvio rodriguez" userId="1c1449da70e07349" providerId="LiveId" clId="{B6FBDA6B-F2A7-4BBE-A2C3-07D2143358BF}" dt="2026-10-11T15:26:27.307" v="22051" actId="14100"/>
          <ac:cxnSpMkLst>
            <pc:docMk/>
            <pc:sldMk cId="1551853517" sldId="422"/>
            <ac:cxnSpMk id="16" creationId="{02B09905-0F56-A556-BFCD-6E1242DCBACE}"/>
          </ac:cxnSpMkLst>
        </pc:cxnChg>
        <pc:cxnChg chg="mod">
          <ac:chgData name="elvio rodriguez" userId="1c1449da70e07349" providerId="LiveId" clId="{B6FBDA6B-F2A7-4BBE-A2C3-07D2143358BF}" dt="2026-10-11T15:26:21.778" v="22050" actId="14100"/>
          <ac:cxnSpMkLst>
            <pc:docMk/>
            <pc:sldMk cId="1551853517" sldId="422"/>
            <ac:cxnSpMk id="18" creationId="{C818D38E-395F-6E9A-CD14-3DFE65B98B48}"/>
          </ac:cxnSpMkLst>
        </pc:cxnChg>
        <pc:cxnChg chg="add mod">
          <ac:chgData name="elvio rodriguez" userId="1c1449da70e07349" providerId="LiveId" clId="{B6FBDA6B-F2A7-4BBE-A2C3-07D2143358BF}" dt="2026-10-24T15:20:25.883" v="35179" actId="17032"/>
          <ac:cxnSpMkLst>
            <pc:docMk/>
            <pc:sldMk cId="1551853517" sldId="422"/>
            <ac:cxnSpMk id="34" creationId="{C463E8C0-F43F-944B-736A-62820E072B59}"/>
          </ac:cxnSpMkLst>
        </pc:cxnChg>
        <pc:cxnChg chg="add mod">
          <ac:chgData name="elvio rodriguez" userId="1c1449da70e07349" providerId="LiveId" clId="{B6FBDA6B-F2A7-4BBE-A2C3-07D2143358BF}" dt="2026-10-11T04:25:45.959" v="20642" actId="1037"/>
          <ac:cxnSpMkLst>
            <pc:docMk/>
            <pc:sldMk cId="1551853517" sldId="422"/>
            <ac:cxnSpMk id="73" creationId="{2D201587-0CCA-86F3-43C6-53A8EE66A185}"/>
          </ac:cxnSpMkLst>
        </pc:cxnChg>
        <pc:cxnChg chg="add mod">
          <ac:chgData name="elvio rodriguez" userId="1c1449da70e07349" providerId="LiveId" clId="{B6FBDA6B-F2A7-4BBE-A2C3-07D2143358BF}" dt="2026-10-11T04:25:45.959" v="20642" actId="1037"/>
          <ac:cxnSpMkLst>
            <pc:docMk/>
            <pc:sldMk cId="1551853517" sldId="422"/>
            <ac:cxnSpMk id="74" creationId="{0E59D95D-1F75-D4DE-23B4-A07F3CEBD66D}"/>
          </ac:cxnSpMkLst>
        </pc:cxnChg>
        <pc:cxnChg chg="add mod">
          <ac:chgData name="elvio rodriguez" userId="1c1449da70e07349" providerId="LiveId" clId="{B6FBDA6B-F2A7-4BBE-A2C3-07D2143358BF}" dt="2026-10-11T04:24:48.850" v="20608" actId="14100"/>
          <ac:cxnSpMkLst>
            <pc:docMk/>
            <pc:sldMk cId="1551853517" sldId="422"/>
            <ac:cxnSpMk id="88" creationId="{5C7F2B7B-6362-E296-9385-6BD2194BE26A}"/>
          </ac:cxnSpMkLst>
        </pc:cxnChg>
        <pc:cxnChg chg="add mod">
          <ac:chgData name="elvio rodriguez" userId="1c1449da70e07349" providerId="LiveId" clId="{B6FBDA6B-F2A7-4BBE-A2C3-07D2143358BF}" dt="2026-10-11T04:24:57.188" v="20612" actId="14100"/>
          <ac:cxnSpMkLst>
            <pc:docMk/>
            <pc:sldMk cId="1551853517" sldId="422"/>
            <ac:cxnSpMk id="90" creationId="{09CEB254-0234-256F-00C9-77063361C69E}"/>
          </ac:cxnSpMkLst>
        </pc:cxnChg>
      </pc:sldChg>
      <pc:sldChg chg="addSp delSp modSp add mod modTransition modAnim">
        <pc:chgData name="elvio rodriguez" userId="1c1449da70e07349" providerId="LiveId" clId="{B6FBDA6B-F2A7-4BBE-A2C3-07D2143358BF}" dt="2026-10-25T13:54:19.037" v="36240"/>
        <pc:sldMkLst>
          <pc:docMk/>
          <pc:sldMk cId="4083052007" sldId="423"/>
        </pc:sldMkLst>
        <pc:spChg chg="add mod">
          <ac:chgData name="elvio rodriguez" userId="1c1449da70e07349" providerId="LiveId" clId="{B6FBDA6B-F2A7-4BBE-A2C3-07D2143358BF}" dt="2026-10-25T13:52:46.993" v="36196" actId="14100"/>
          <ac:spMkLst>
            <pc:docMk/>
            <pc:sldMk cId="4083052007" sldId="423"/>
            <ac:spMk id="2" creationId="{571D227A-8704-1202-1672-313C93BA9DD4}"/>
          </ac:spMkLst>
        </pc:spChg>
        <pc:spChg chg="add mod">
          <ac:chgData name="elvio rodriguez" userId="1c1449da70e07349" providerId="LiveId" clId="{B6FBDA6B-F2A7-4BBE-A2C3-07D2143358BF}" dt="2026-10-25T13:52:39.167" v="36195" actId="207"/>
          <ac:spMkLst>
            <pc:docMk/>
            <pc:sldMk cId="4083052007" sldId="423"/>
            <ac:spMk id="3" creationId="{F3BA3A63-AAEE-0D42-1F8A-89CC1B888625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4083052007" sldId="423"/>
            <ac:spMk id="5" creationId="{9BCBD7B4-33AE-9118-DC63-2F33299C38EE}"/>
          </ac:spMkLst>
        </pc:spChg>
        <pc:spChg chg="add mod">
          <ac:chgData name="elvio rodriguez" userId="1c1449da70e07349" providerId="LiveId" clId="{B6FBDA6B-F2A7-4BBE-A2C3-07D2143358BF}" dt="2026-10-20T20:23:20.406" v="34831" actId="1036"/>
          <ac:spMkLst>
            <pc:docMk/>
            <pc:sldMk cId="4083052007" sldId="423"/>
            <ac:spMk id="7" creationId="{5FFB1F4F-351C-DDC6-AFEB-5371F1AD2A43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4083052007" sldId="423"/>
            <ac:spMk id="12" creationId="{DC6C9ACC-8F66-8101-B26A-F1A690F38630}"/>
          </ac:spMkLst>
        </pc:spChg>
        <pc:spChg chg="add mod">
          <ac:chgData name="elvio rodriguez" userId="1c1449da70e07349" providerId="LiveId" clId="{B6FBDA6B-F2A7-4BBE-A2C3-07D2143358BF}" dt="2026-10-25T13:53:57.359" v="36235" actId="14100"/>
          <ac:spMkLst>
            <pc:docMk/>
            <pc:sldMk cId="4083052007" sldId="423"/>
            <ac:spMk id="15" creationId="{38906A95-B54E-5FAD-B515-8F5DC9CAEF77}"/>
          </ac:spMkLst>
        </pc:spChg>
        <pc:spChg chg="add mod">
          <ac:chgData name="elvio rodriguez" userId="1c1449da70e07349" providerId="LiveId" clId="{B6FBDA6B-F2A7-4BBE-A2C3-07D2143358BF}" dt="2026-10-25T13:53:58.947" v="36236" actId="14100"/>
          <ac:spMkLst>
            <pc:docMk/>
            <pc:sldMk cId="4083052007" sldId="423"/>
            <ac:spMk id="16" creationId="{ABDF7692-4BD9-7A06-3217-B3CF613AE502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4083052007" sldId="423"/>
            <ac:spMk id="17" creationId="{C129BA10-B8E1-7E13-3642-EB9F63B20A4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4083052007" sldId="423"/>
            <ac:spMk id="25" creationId="{89DCEDCC-C6B5-15B7-52A6-F4A85E02C632}"/>
          </ac:spMkLst>
        </pc:spChg>
        <pc:picChg chg="add mod">
          <ac:chgData name="elvio rodriguez" userId="1c1449da70e07349" providerId="LiveId" clId="{B6FBDA6B-F2A7-4BBE-A2C3-07D2143358BF}" dt="2026-10-11T15:14:20.293" v="21751" actId="1035"/>
          <ac:picMkLst>
            <pc:docMk/>
            <pc:sldMk cId="4083052007" sldId="423"/>
            <ac:picMk id="6" creationId="{04EA45A3-7AED-C2F1-D057-7CB64DDE4567}"/>
          </ac:picMkLst>
        </pc:picChg>
        <pc:cxnChg chg="add mod">
          <ac:chgData name="elvio rodriguez" userId="1c1449da70e07349" providerId="LiveId" clId="{B6FBDA6B-F2A7-4BBE-A2C3-07D2143358BF}" dt="2026-10-11T15:14:20.293" v="21751" actId="1035"/>
          <ac:cxnSpMkLst>
            <pc:docMk/>
            <pc:sldMk cId="4083052007" sldId="423"/>
            <ac:cxnSpMk id="9" creationId="{14E748A1-736D-C319-4A23-8E58DD1E3127}"/>
          </ac:cxnSpMkLst>
        </pc:cxnChg>
        <pc:cxnChg chg="add mod">
          <ac:chgData name="elvio rodriguez" userId="1c1449da70e07349" providerId="LiveId" clId="{B6FBDA6B-F2A7-4BBE-A2C3-07D2143358BF}" dt="2026-10-25T13:53:57.359" v="36235" actId="14100"/>
          <ac:cxnSpMkLst>
            <pc:docMk/>
            <pc:sldMk cId="4083052007" sldId="423"/>
            <ac:cxnSpMk id="14" creationId="{77A891EB-FF5A-9B7E-0871-4BC5454E8F35}"/>
          </ac:cxnSpMkLst>
        </pc:cxnChg>
        <pc:cxnChg chg="add mod">
          <ac:chgData name="elvio rodriguez" userId="1c1449da70e07349" providerId="LiveId" clId="{B6FBDA6B-F2A7-4BBE-A2C3-07D2143358BF}" dt="2026-10-25T13:53:58.947" v="36236" actId="14100"/>
          <ac:cxnSpMkLst>
            <pc:docMk/>
            <pc:sldMk cId="4083052007" sldId="423"/>
            <ac:cxnSpMk id="18" creationId="{523870D2-4AF0-649A-AA33-760FE9E99994}"/>
          </ac:cxnSpMkLst>
        </pc:cxnChg>
      </pc:sldChg>
      <pc:sldChg chg="addSp delSp modSp new mod modTransition modClrScheme modAnim chgLayout">
        <pc:chgData name="elvio rodriguez" userId="1c1449da70e07349" providerId="LiveId" clId="{B6FBDA6B-F2A7-4BBE-A2C3-07D2143358BF}" dt="2026-10-12T20:18:51.261" v="34267" actId="113"/>
        <pc:sldMkLst>
          <pc:docMk/>
          <pc:sldMk cId="3863969180" sldId="424"/>
        </pc:sldMkLst>
        <pc:spChg chg="add mod ord">
          <ac:chgData name="elvio rodriguez" userId="1c1449da70e07349" providerId="LiveId" clId="{B6FBDA6B-F2A7-4BBE-A2C3-07D2143358BF}" dt="2026-10-11T16:20:31.943" v="23093" actId="113"/>
          <ac:spMkLst>
            <pc:docMk/>
            <pc:sldMk cId="3863969180" sldId="424"/>
            <ac:spMk id="4" creationId="{D0474CCA-32D6-AA63-02F4-35E8E6256996}"/>
          </ac:spMkLst>
        </pc:spChg>
        <pc:spChg chg="add mod">
          <ac:chgData name="elvio rodriguez" userId="1c1449da70e07349" providerId="LiveId" clId="{B6FBDA6B-F2A7-4BBE-A2C3-07D2143358BF}" dt="2026-10-11T16:15:24.161" v="22822" actId="1035"/>
          <ac:spMkLst>
            <pc:docMk/>
            <pc:sldMk cId="3863969180" sldId="424"/>
            <ac:spMk id="6" creationId="{37841B3F-4076-A8D4-5EFE-EE2943EEDB1A}"/>
          </ac:spMkLst>
        </pc:spChg>
        <pc:spChg chg="mod">
          <ac:chgData name="elvio rodriguez" userId="1c1449da70e07349" providerId="LiveId" clId="{B6FBDA6B-F2A7-4BBE-A2C3-07D2143358BF}" dt="2026-10-11T15:55:23.694" v="22341" actId="165"/>
          <ac:spMkLst>
            <pc:docMk/>
            <pc:sldMk cId="3863969180" sldId="424"/>
            <ac:spMk id="14" creationId="{057274BD-5A42-CDDC-DAC2-30DFD322A5B0}"/>
          </ac:spMkLst>
        </pc:spChg>
        <pc:spChg chg="mod">
          <ac:chgData name="elvio rodriguez" userId="1c1449da70e07349" providerId="LiveId" clId="{B6FBDA6B-F2A7-4BBE-A2C3-07D2143358BF}" dt="2026-10-11T15:55:34.063" v="22349" actId="164"/>
          <ac:spMkLst>
            <pc:docMk/>
            <pc:sldMk cId="3863969180" sldId="424"/>
            <ac:spMk id="26" creationId="{A715C735-C8CC-4D99-91CB-4BFEBCEF9A27}"/>
          </ac:spMkLst>
        </pc:spChg>
        <pc:spChg chg="mod">
          <ac:chgData name="elvio rodriguez" userId="1c1449da70e07349" providerId="LiveId" clId="{B6FBDA6B-F2A7-4BBE-A2C3-07D2143358BF}" dt="2026-10-11T15:55:34.063" v="22349" actId="164"/>
          <ac:spMkLst>
            <pc:docMk/>
            <pc:sldMk cId="3863969180" sldId="424"/>
            <ac:spMk id="27" creationId="{69D21033-9720-8F45-4BBB-5871220E0FDA}"/>
          </ac:spMkLst>
        </pc:spChg>
        <pc:spChg chg="mod">
          <ac:chgData name="elvio rodriguez" userId="1c1449da70e07349" providerId="LiveId" clId="{B6FBDA6B-F2A7-4BBE-A2C3-07D2143358BF}" dt="2026-10-11T15:55:34.063" v="22349" actId="164"/>
          <ac:spMkLst>
            <pc:docMk/>
            <pc:sldMk cId="3863969180" sldId="424"/>
            <ac:spMk id="33" creationId="{A9C8ABD0-9C56-050D-4027-C9BCF0EDE310}"/>
          </ac:spMkLst>
        </pc:spChg>
        <pc:spChg chg="mod">
          <ac:chgData name="elvio rodriguez" userId="1c1449da70e07349" providerId="LiveId" clId="{B6FBDA6B-F2A7-4BBE-A2C3-07D2143358BF}" dt="2026-10-11T15:58:50.184" v="22439" actId="790"/>
          <ac:spMkLst>
            <pc:docMk/>
            <pc:sldMk cId="3863969180" sldId="424"/>
            <ac:spMk id="35" creationId="{54F1F8B6-8C0F-E7DA-1CEA-67F16C737F5C}"/>
          </ac:spMkLst>
        </pc:spChg>
        <pc:spChg chg="mod">
          <ac:chgData name="elvio rodriguez" userId="1c1449da70e07349" providerId="LiveId" clId="{B6FBDA6B-F2A7-4BBE-A2C3-07D2143358BF}" dt="2026-10-11T15:58:50.184" v="22439" actId="790"/>
          <ac:spMkLst>
            <pc:docMk/>
            <pc:sldMk cId="3863969180" sldId="424"/>
            <ac:spMk id="40" creationId="{49CE91E0-08D1-0FF2-77AC-B9BDB0CD2329}"/>
          </ac:spMkLst>
        </pc:spChg>
        <pc:spChg chg="mod">
          <ac:chgData name="elvio rodriguez" userId="1c1449da70e07349" providerId="LiveId" clId="{B6FBDA6B-F2A7-4BBE-A2C3-07D2143358BF}" dt="2026-10-11T15:58:50.184" v="22439" actId="790"/>
          <ac:spMkLst>
            <pc:docMk/>
            <pc:sldMk cId="3863969180" sldId="424"/>
            <ac:spMk id="54" creationId="{8D004D43-7F34-DE06-36CB-4C8A55AF62EF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863969180" sldId="424"/>
            <ac:spMk id="61" creationId="{486A2C8D-F123-48B9-D39E-C60369AF1D22}"/>
          </ac:spMkLst>
        </pc:spChg>
        <pc:spChg chg="mod">
          <ac:chgData name="elvio rodriguez" userId="1c1449da70e07349" providerId="LiveId" clId="{B6FBDA6B-F2A7-4BBE-A2C3-07D2143358BF}" dt="2026-10-11T15:55:23.694" v="22341" actId="165"/>
          <ac:spMkLst>
            <pc:docMk/>
            <pc:sldMk cId="3863969180" sldId="424"/>
            <ac:spMk id="72" creationId="{C46B7C6E-555D-B66A-CCED-7378A9B14193}"/>
          </ac:spMkLst>
        </pc:spChg>
        <pc:spChg chg="mod">
          <ac:chgData name="elvio rodriguez" userId="1c1449da70e07349" providerId="LiveId" clId="{B6FBDA6B-F2A7-4BBE-A2C3-07D2143358BF}" dt="2026-10-11T15:55:34.063" v="22349" actId="164"/>
          <ac:spMkLst>
            <pc:docMk/>
            <pc:sldMk cId="3863969180" sldId="424"/>
            <ac:spMk id="73" creationId="{B6AD748F-36D3-330F-A9F3-5F3038019177}"/>
          </ac:spMkLst>
        </pc:spChg>
        <pc:spChg chg="mod">
          <ac:chgData name="elvio rodriguez" userId="1c1449da70e07349" providerId="LiveId" clId="{B6FBDA6B-F2A7-4BBE-A2C3-07D2143358BF}" dt="2026-10-11T15:55:34.063" v="22349" actId="164"/>
          <ac:spMkLst>
            <pc:docMk/>
            <pc:sldMk cId="3863969180" sldId="424"/>
            <ac:spMk id="74" creationId="{78E36451-1537-94C9-FB9A-D4E63E0DC40E}"/>
          </ac:spMkLst>
        </pc:spChg>
        <pc:spChg chg="mod">
          <ac:chgData name="elvio rodriguez" userId="1c1449da70e07349" providerId="LiveId" clId="{B6FBDA6B-F2A7-4BBE-A2C3-07D2143358BF}" dt="2026-10-11T15:55:34.063" v="22349" actId="164"/>
          <ac:spMkLst>
            <pc:docMk/>
            <pc:sldMk cId="3863969180" sldId="424"/>
            <ac:spMk id="75" creationId="{E1C01CBD-88A7-29F2-5881-DC060235D339}"/>
          </ac:spMkLst>
        </pc:spChg>
        <pc:spChg chg="mod">
          <ac:chgData name="elvio rodriguez" userId="1c1449da70e07349" providerId="LiveId" clId="{B6FBDA6B-F2A7-4BBE-A2C3-07D2143358BF}" dt="2026-10-11T15:58:50.184" v="22439" actId="790"/>
          <ac:spMkLst>
            <pc:docMk/>
            <pc:sldMk cId="3863969180" sldId="424"/>
            <ac:spMk id="86" creationId="{148D77B4-7495-B91A-04EC-17392C8F7D0B}"/>
          </ac:spMkLst>
        </pc:spChg>
        <pc:spChg chg="mod">
          <ac:chgData name="elvio rodriguez" userId="1c1449da70e07349" providerId="LiveId" clId="{B6FBDA6B-F2A7-4BBE-A2C3-07D2143358BF}" dt="2026-10-11T15:55:23.694" v="22341" actId="165"/>
          <ac:spMkLst>
            <pc:docMk/>
            <pc:sldMk cId="3863969180" sldId="424"/>
            <ac:spMk id="87" creationId="{F122F439-4CEA-2D35-DED6-A47C1E2E0E58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863969180" sldId="424"/>
            <ac:spMk id="91" creationId="{5D763B02-4115-A022-4504-BE3D723829EF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3969180" sldId="424"/>
            <ac:spMk id="114" creationId="{8DEC364A-C227-999B-1AB5-681A4EC8F971}"/>
          </ac:spMkLst>
        </pc:spChg>
        <pc:spChg chg="mod">
          <ac:chgData name="elvio rodriguez" userId="1c1449da70e07349" providerId="LiveId" clId="{B6FBDA6B-F2A7-4BBE-A2C3-07D2143358BF}" dt="2026-10-11T15:55:23.694" v="22341" actId="165"/>
          <ac:spMkLst>
            <pc:docMk/>
            <pc:sldMk cId="3863969180" sldId="424"/>
            <ac:spMk id="123" creationId="{747BF2F4-BF29-75E0-0C38-4406295421C1}"/>
          </ac:spMkLst>
        </pc:spChg>
        <pc:spChg chg="mod">
          <ac:chgData name="elvio rodriguez" userId="1c1449da70e07349" providerId="LiveId" clId="{B6FBDA6B-F2A7-4BBE-A2C3-07D2143358BF}" dt="2026-10-11T15:55:34.063" v="22349" actId="164"/>
          <ac:spMkLst>
            <pc:docMk/>
            <pc:sldMk cId="3863969180" sldId="424"/>
            <ac:spMk id="140" creationId="{0FC36DEC-154B-A6B9-583C-DDEE7825EFD9}"/>
          </ac:spMkLst>
        </pc:spChg>
        <pc:spChg chg="mod">
          <ac:chgData name="elvio rodriguez" userId="1c1449da70e07349" providerId="LiveId" clId="{B6FBDA6B-F2A7-4BBE-A2C3-07D2143358BF}" dt="2026-10-11T15:55:34.063" v="22349" actId="164"/>
          <ac:spMkLst>
            <pc:docMk/>
            <pc:sldMk cId="3863969180" sldId="424"/>
            <ac:spMk id="142" creationId="{9CFC1B57-660B-10E8-5820-EBF0DE7D2BC5}"/>
          </ac:spMkLst>
        </pc:spChg>
        <pc:spChg chg="mod">
          <ac:chgData name="elvio rodriguez" userId="1c1449da70e07349" providerId="LiveId" clId="{B6FBDA6B-F2A7-4BBE-A2C3-07D2143358BF}" dt="2026-10-11T15:58:50.184" v="22439" actId="790"/>
          <ac:spMkLst>
            <pc:docMk/>
            <pc:sldMk cId="3863969180" sldId="424"/>
            <ac:spMk id="151" creationId="{F9201300-9EAB-AE70-D6CC-87CDECC8D070}"/>
          </ac:spMkLst>
        </pc:spChg>
        <pc:spChg chg="mod">
          <ac:chgData name="elvio rodriguez" userId="1c1449da70e07349" providerId="LiveId" clId="{B6FBDA6B-F2A7-4BBE-A2C3-07D2143358BF}" dt="2026-10-11T15:55:23.694" v="22341" actId="165"/>
          <ac:spMkLst>
            <pc:docMk/>
            <pc:sldMk cId="3863969180" sldId="424"/>
            <ac:spMk id="158" creationId="{22EFB580-9290-3EBF-3059-43CF3AB888F1}"/>
          </ac:spMkLst>
        </pc:spChg>
        <pc:spChg chg="mod">
          <ac:chgData name="elvio rodriguez" userId="1c1449da70e07349" providerId="LiveId" clId="{B6FBDA6B-F2A7-4BBE-A2C3-07D2143358BF}" dt="2026-10-11T15:55:23.694" v="22341" actId="165"/>
          <ac:spMkLst>
            <pc:docMk/>
            <pc:sldMk cId="3863969180" sldId="424"/>
            <ac:spMk id="168" creationId="{C1AF437D-6C74-7FD4-94C3-FA1E654F919C}"/>
          </ac:spMkLst>
        </pc:spChg>
        <pc:spChg chg="mod">
          <ac:chgData name="elvio rodriguez" userId="1c1449da70e07349" providerId="LiveId" clId="{B6FBDA6B-F2A7-4BBE-A2C3-07D2143358BF}" dt="2026-10-11T15:58:50.184" v="22439" actId="790"/>
          <ac:spMkLst>
            <pc:docMk/>
            <pc:sldMk cId="3863969180" sldId="424"/>
            <ac:spMk id="172" creationId="{45505157-63AD-9690-2C34-6DC2432628CB}"/>
          </ac:spMkLst>
        </pc:spChg>
        <pc:spChg chg="add mod">
          <ac:chgData name="elvio rodriguez" userId="1c1449da70e07349" providerId="LiveId" clId="{B6FBDA6B-F2A7-4BBE-A2C3-07D2143358BF}" dt="2026-10-11T16:07:52.565" v="22675" actId="790"/>
          <ac:spMkLst>
            <pc:docMk/>
            <pc:sldMk cId="3863969180" sldId="424"/>
            <ac:spMk id="173" creationId="{2F5B846F-9E84-BB94-F615-931AE2E82B42}"/>
          </ac:spMkLst>
        </pc:spChg>
        <pc:spChg chg="mod">
          <ac:chgData name="elvio rodriguez" userId="1c1449da70e07349" providerId="LiveId" clId="{B6FBDA6B-F2A7-4BBE-A2C3-07D2143358BF}" dt="2026-10-11T15:55:34.063" v="22349" actId="164"/>
          <ac:spMkLst>
            <pc:docMk/>
            <pc:sldMk cId="3863969180" sldId="424"/>
            <ac:spMk id="175" creationId="{8BF79051-842B-E897-AB2B-F353DBEA74AE}"/>
          </ac:spMkLst>
        </pc:spChg>
        <pc:spChg chg="mod">
          <ac:chgData name="elvio rodriguez" userId="1c1449da70e07349" providerId="LiveId" clId="{B6FBDA6B-F2A7-4BBE-A2C3-07D2143358BF}" dt="2026-10-11T15:58:50.184" v="22439" actId="790"/>
          <ac:spMkLst>
            <pc:docMk/>
            <pc:sldMk cId="3863969180" sldId="424"/>
            <ac:spMk id="181" creationId="{B7337EB5-6392-0E74-98FD-49BCEB61055E}"/>
          </ac:spMkLst>
        </pc:spChg>
        <pc:spChg chg="mod">
          <ac:chgData name="elvio rodriguez" userId="1c1449da70e07349" providerId="LiveId" clId="{B6FBDA6B-F2A7-4BBE-A2C3-07D2143358BF}" dt="2026-10-11T15:58:50.184" v="22439" actId="790"/>
          <ac:spMkLst>
            <pc:docMk/>
            <pc:sldMk cId="3863969180" sldId="424"/>
            <ac:spMk id="182" creationId="{9AB36B94-6F27-92F0-CA1D-0EAF47E0C592}"/>
          </ac:spMkLst>
        </pc:spChg>
        <pc:spChg chg="mod">
          <ac:chgData name="elvio rodriguez" userId="1c1449da70e07349" providerId="LiveId" clId="{B6FBDA6B-F2A7-4BBE-A2C3-07D2143358BF}" dt="2026-10-11T15:58:50.184" v="22439" actId="790"/>
          <ac:spMkLst>
            <pc:docMk/>
            <pc:sldMk cId="3863969180" sldId="424"/>
            <ac:spMk id="189" creationId="{16DAECB5-D35B-5E63-7D05-37023FE22978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863969180" sldId="424"/>
            <ac:spMk id="196" creationId="{D7A94F4F-05C6-AD6A-0F88-37EC037F4AA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3969180" sldId="424"/>
            <ac:spMk id="204" creationId="{B9DEE7D4-00E7-72EF-8F6B-FF5679BB7394}"/>
          </ac:spMkLst>
        </pc:spChg>
        <pc:spChg chg="mod">
          <ac:chgData name="elvio rodriguez" userId="1c1449da70e07349" providerId="LiveId" clId="{B6FBDA6B-F2A7-4BBE-A2C3-07D2143358BF}" dt="2026-10-11T15:55:23.694" v="22341" actId="165"/>
          <ac:spMkLst>
            <pc:docMk/>
            <pc:sldMk cId="3863969180" sldId="424"/>
            <ac:spMk id="223" creationId="{FFCE5755-C887-8BF7-31A6-34FE40356FC1}"/>
          </ac:spMkLst>
        </pc:spChg>
        <pc:spChg chg="add mod">
          <ac:chgData name="elvio rodriguez" userId="1c1449da70e07349" providerId="LiveId" clId="{B6FBDA6B-F2A7-4BBE-A2C3-07D2143358BF}" dt="2026-10-11T16:15:24.161" v="22822" actId="1035"/>
          <ac:spMkLst>
            <pc:docMk/>
            <pc:sldMk cId="3863969180" sldId="424"/>
            <ac:spMk id="244" creationId="{CD5E7259-EA57-5AB1-E309-AA895CB1D3FD}"/>
          </ac:spMkLst>
        </pc:spChg>
        <pc:spChg chg="add mod">
          <ac:chgData name="elvio rodriguez" userId="1c1449da70e07349" providerId="LiveId" clId="{B6FBDA6B-F2A7-4BBE-A2C3-07D2143358BF}" dt="2026-10-11T16:14:20.758" v="22801" actId="113"/>
          <ac:spMkLst>
            <pc:docMk/>
            <pc:sldMk cId="3863969180" sldId="424"/>
            <ac:spMk id="245" creationId="{74025D9A-1BB2-615A-3AB6-D03A31C4DE4D}"/>
          </ac:spMkLst>
        </pc:spChg>
        <pc:spChg chg="mod">
          <ac:chgData name="elvio rodriguez" userId="1c1449da70e07349" providerId="LiveId" clId="{B6FBDA6B-F2A7-4BBE-A2C3-07D2143358BF}" dt="2026-10-11T16:13:48.683" v="22796" actId="164"/>
          <ac:spMkLst>
            <pc:docMk/>
            <pc:sldMk cId="3863969180" sldId="424"/>
            <ac:spMk id="250" creationId="{E2FE2224-4DA3-8AAF-3364-4640E06820C2}"/>
          </ac:spMkLst>
        </pc:spChg>
        <pc:spChg chg="mod">
          <ac:chgData name="elvio rodriguez" userId="1c1449da70e07349" providerId="LiveId" clId="{B6FBDA6B-F2A7-4BBE-A2C3-07D2143358BF}" dt="2026-10-11T16:13:48.683" v="22796" actId="164"/>
          <ac:spMkLst>
            <pc:docMk/>
            <pc:sldMk cId="3863969180" sldId="424"/>
            <ac:spMk id="251" creationId="{54206C37-1C69-0084-F985-B7FA120B07DB}"/>
          </ac:spMkLst>
        </pc:spChg>
        <pc:spChg chg="mod">
          <ac:chgData name="elvio rodriguez" userId="1c1449da70e07349" providerId="LiveId" clId="{B6FBDA6B-F2A7-4BBE-A2C3-07D2143358BF}" dt="2026-10-11T16:13:48.683" v="22796" actId="164"/>
          <ac:spMkLst>
            <pc:docMk/>
            <pc:sldMk cId="3863969180" sldId="424"/>
            <ac:spMk id="253" creationId="{AF392671-FB56-461A-DFC2-ACB52F6FD20B}"/>
          </ac:spMkLst>
        </pc:spChg>
        <pc:spChg chg="mod topLvl">
          <ac:chgData name="elvio rodriguez" userId="1c1449da70e07349" providerId="LiveId" clId="{B6FBDA6B-F2A7-4BBE-A2C3-07D2143358BF}" dt="2026-10-11T16:13:48.683" v="22796" actId="164"/>
          <ac:spMkLst>
            <pc:docMk/>
            <pc:sldMk cId="3863969180" sldId="424"/>
            <ac:spMk id="280" creationId="{CB3AF615-9FA7-566D-5AE8-639AD35B5F50}"/>
          </ac:spMkLst>
        </pc:spChg>
        <pc:spChg chg="mod">
          <ac:chgData name="elvio rodriguez" userId="1c1449da70e07349" providerId="LiveId" clId="{B6FBDA6B-F2A7-4BBE-A2C3-07D2143358BF}" dt="2026-10-11T16:13:48.683" v="22796" actId="164"/>
          <ac:spMkLst>
            <pc:docMk/>
            <pc:sldMk cId="3863969180" sldId="424"/>
            <ac:spMk id="281" creationId="{DA4DC830-E521-FE73-ED57-7819BE6BDDC1}"/>
          </ac:spMkLst>
        </pc:spChg>
        <pc:spChg chg="mod">
          <ac:chgData name="elvio rodriguez" userId="1c1449da70e07349" providerId="LiveId" clId="{B6FBDA6B-F2A7-4BBE-A2C3-07D2143358BF}" dt="2026-10-11T16:13:48.683" v="22796" actId="164"/>
          <ac:spMkLst>
            <pc:docMk/>
            <pc:sldMk cId="3863969180" sldId="424"/>
            <ac:spMk id="282" creationId="{A8CA2D57-9FFE-058F-EDCE-AE76332A0E53}"/>
          </ac:spMkLst>
        </pc:spChg>
        <pc:spChg chg="mod">
          <ac:chgData name="elvio rodriguez" userId="1c1449da70e07349" providerId="LiveId" clId="{B6FBDA6B-F2A7-4BBE-A2C3-07D2143358BF}" dt="2026-10-11T16:01:38.389" v="22485" actId="165"/>
          <ac:spMkLst>
            <pc:docMk/>
            <pc:sldMk cId="3863969180" sldId="424"/>
            <ac:spMk id="313" creationId="{7129E278-D6BC-3416-7A55-FFA79C982D6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3969180" sldId="424"/>
            <ac:spMk id="350" creationId="{366408F7-788B-0E6C-FE99-9EEA554E141D}"/>
          </ac:spMkLst>
        </pc:spChg>
        <pc:spChg chg="mod">
          <ac:chgData name="elvio rodriguez" userId="1c1449da70e07349" providerId="LiveId" clId="{B6FBDA6B-F2A7-4BBE-A2C3-07D2143358BF}" dt="2026-10-11T16:01:38.389" v="22485" actId="165"/>
          <ac:spMkLst>
            <pc:docMk/>
            <pc:sldMk cId="3863969180" sldId="424"/>
            <ac:spMk id="365" creationId="{E8B3D71C-4EF7-5725-2670-1006F4A09085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3969180" sldId="424"/>
            <ac:spMk id="428" creationId="{8BE0A000-4590-8B25-E866-0F7288092980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863969180" sldId="424"/>
            <ac:spMk id="465" creationId="{8540F4FC-D5C3-8B02-6FB1-F4F2C9511E5C}"/>
          </ac:spMkLst>
        </pc:spChg>
        <pc:spChg chg="mod">
          <ac:chgData name="elvio rodriguez" userId="1c1449da70e07349" providerId="LiveId" clId="{B6FBDA6B-F2A7-4BBE-A2C3-07D2143358BF}" dt="2026-10-11T16:14:22.075" v="22802" actId="113"/>
          <ac:spMkLst>
            <pc:docMk/>
            <pc:sldMk cId="3863969180" sldId="424"/>
            <ac:spMk id="467" creationId="{8E5434AA-274C-32FD-A892-5B7029F111D6}"/>
          </ac:spMkLst>
        </pc:spChg>
        <pc:spChg chg="add mod">
          <ac:chgData name="elvio rodriguez" userId="1c1449da70e07349" providerId="LiveId" clId="{B6FBDA6B-F2A7-4BBE-A2C3-07D2143358BF}" dt="2026-10-11T16:15:24.161" v="22822" actId="1035"/>
          <ac:spMkLst>
            <pc:docMk/>
            <pc:sldMk cId="3863969180" sldId="424"/>
            <ac:spMk id="469" creationId="{0D5B40D9-DD7B-5747-BA0D-B401E92436A9}"/>
          </ac:spMkLst>
        </pc:spChg>
        <pc:spChg chg="mod">
          <ac:chgData name="elvio rodriguez" userId="1c1449da70e07349" providerId="LiveId" clId="{B6FBDA6B-F2A7-4BBE-A2C3-07D2143358BF}" dt="2026-10-11T16:01:17.347" v="22481" actId="207"/>
          <ac:spMkLst>
            <pc:docMk/>
            <pc:sldMk cId="3863969180" sldId="424"/>
            <ac:spMk id="489" creationId="{87577782-14EE-CB91-2990-3F387F04E203}"/>
          </ac:spMkLst>
        </pc:spChg>
        <pc:spChg chg="mod">
          <ac:chgData name="elvio rodriguez" userId="1c1449da70e07349" providerId="LiveId" clId="{B6FBDA6B-F2A7-4BBE-A2C3-07D2143358BF}" dt="2026-10-11T16:01:17.347" v="22481" actId="207"/>
          <ac:spMkLst>
            <pc:docMk/>
            <pc:sldMk cId="3863969180" sldId="424"/>
            <ac:spMk id="531" creationId="{F7718D3B-DDCB-6B93-AF76-9E02272C74A3}"/>
          </ac:spMkLst>
        </pc:spChg>
        <pc:spChg chg="mod">
          <ac:chgData name="elvio rodriguez" userId="1c1449da70e07349" providerId="LiveId" clId="{B6FBDA6B-F2A7-4BBE-A2C3-07D2143358BF}" dt="2026-10-11T16:01:17.347" v="22481" actId="207"/>
          <ac:spMkLst>
            <pc:docMk/>
            <pc:sldMk cId="3863969180" sldId="424"/>
            <ac:spMk id="559" creationId="{DE71DD6E-C4D3-19BF-F5F5-FED64462A158}"/>
          </ac:spMkLst>
        </pc:spChg>
        <pc:spChg chg="mod">
          <ac:chgData name="elvio rodriguez" userId="1c1449da70e07349" providerId="LiveId" clId="{B6FBDA6B-F2A7-4BBE-A2C3-07D2143358BF}" dt="2026-10-11T16:01:17.347" v="22481" actId="207"/>
          <ac:spMkLst>
            <pc:docMk/>
            <pc:sldMk cId="3863969180" sldId="424"/>
            <ac:spMk id="567" creationId="{9FBCBA14-85D1-CB21-6968-514830426E18}"/>
          </ac:spMkLst>
        </pc:spChg>
        <pc:spChg chg="mod">
          <ac:chgData name="elvio rodriguez" userId="1c1449da70e07349" providerId="LiveId" clId="{B6FBDA6B-F2A7-4BBE-A2C3-07D2143358BF}" dt="2026-10-11T16:07:52.565" v="22675" actId="790"/>
          <ac:spMkLst>
            <pc:docMk/>
            <pc:sldMk cId="3863969180" sldId="424"/>
            <ac:spMk id="580" creationId="{80EDC720-4D40-6354-F94C-C8D7E868E83E}"/>
          </ac:spMkLst>
        </pc:spChg>
        <pc:spChg chg="mod">
          <ac:chgData name="elvio rodriguez" userId="1c1449da70e07349" providerId="LiveId" clId="{B6FBDA6B-F2A7-4BBE-A2C3-07D2143358BF}" dt="2026-10-11T16:01:17.347" v="22481" actId="207"/>
          <ac:spMkLst>
            <pc:docMk/>
            <pc:sldMk cId="3863969180" sldId="424"/>
            <ac:spMk id="583" creationId="{A40726FB-E947-B6E3-AA35-48C01E9C29FA}"/>
          </ac:spMkLst>
        </pc:spChg>
        <pc:spChg chg="mod">
          <ac:chgData name="elvio rodriguez" userId="1c1449da70e07349" providerId="LiveId" clId="{B6FBDA6B-F2A7-4BBE-A2C3-07D2143358BF}" dt="2026-10-11T16:01:17.347" v="22481" actId="207"/>
          <ac:spMkLst>
            <pc:docMk/>
            <pc:sldMk cId="3863969180" sldId="424"/>
            <ac:spMk id="588" creationId="{F1652145-18C0-2F22-6118-C1F2E6850720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863969180" sldId="424"/>
            <ac:spMk id="632" creationId="{58288D13-7BF0-D689-2473-D886C5245994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863969180" sldId="424"/>
            <ac:spMk id="642" creationId="{F7DBC842-3BD1-4D45-2FAB-C3202B01D38A}"/>
          </ac:spMkLst>
        </pc:spChg>
        <pc:spChg chg="mod">
          <ac:chgData name="elvio rodriguez" userId="1c1449da70e07349" providerId="LiveId" clId="{B6FBDA6B-F2A7-4BBE-A2C3-07D2143358BF}" dt="2026-10-11T16:01:17.347" v="22481" actId="207"/>
          <ac:spMkLst>
            <pc:docMk/>
            <pc:sldMk cId="3863969180" sldId="424"/>
            <ac:spMk id="673" creationId="{FA53DBF1-338D-E510-976E-0BD3F828FE8A}"/>
          </ac:spMkLst>
        </pc:spChg>
        <pc:spChg chg="mod">
          <ac:chgData name="elvio rodriguez" userId="1c1449da70e07349" providerId="LiveId" clId="{B6FBDA6B-F2A7-4BBE-A2C3-07D2143358BF}" dt="2026-10-11T16:01:17.347" v="22481" actId="207"/>
          <ac:spMkLst>
            <pc:docMk/>
            <pc:sldMk cId="3863969180" sldId="424"/>
            <ac:spMk id="679" creationId="{C86828C7-5424-F3D9-97C1-5A7CB955ADF3}"/>
          </ac:spMkLst>
        </pc:spChg>
        <pc:spChg chg="mod">
          <ac:chgData name="elvio rodriguez" userId="1c1449da70e07349" providerId="LiveId" clId="{B6FBDA6B-F2A7-4BBE-A2C3-07D2143358BF}" dt="2026-10-11T16:07:52.565" v="22675" actId="790"/>
          <ac:spMkLst>
            <pc:docMk/>
            <pc:sldMk cId="3863969180" sldId="424"/>
            <ac:spMk id="681" creationId="{06191C55-B9C6-CBD0-6DF8-CC1B7699BFAF}"/>
          </ac:spMkLst>
        </pc:spChg>
        <pc:spChg chg="mod">
          <ac:chgData name="elvio rodriguez" userId="1c1449da70e07349" providerId="LiveId" clId="{B6FBDA6B-F2A7-4BBE-A2C3-07D2143358BF}" dt="2026-10-11T16:01:17.347" v="22481" actId="207"/>
          <ac:spMkLst>
            <pc:docMk/>
            <pc:sldMk cId="3863969180" sldId="424"/>
            <ac:spMk id="683" creationId="{17C4402A-74AF-F56A-A002-B18C0DC85115}"/>
          </ac:spMkLst>
        </pc:spChg>
        <pc:spChg chg="mod">
          <ac:chgData name="elvio rodriguez" userId="1c1449da70e07349" providerId="LiveId" clId="{B6FBDA6B-F2A7-4BBE-A2C3-07D2143358BF}" dt="2026-10-11T16:01:17.347" v="22481" actId="207"/>
          <ac:spMkLst>
            <pc:docMk/>
            <pc:sldMk cId="3863969180" sldId="424"/>
            <ac:spMk id="690" creationId="{F788DA77-F4EB-ACCB-1E4F-44C18332D527}"/>
          </ac:spMkLst>
        </pc:spChg>
        <pc:spChg chg="mod">
          <ac:chgData name="elvio rodriguez" userId="1c1449da70e07349" providerId="LiveId" clId="{B6FBDA6B-F2A7-4BBE-A2C3-07D2143358BF}" dt="2026-10-11T16:15:24.161" v="22822" actId="1035"/>
          <ac:spMkLst>
            <pc:docMk/>
            <pc:sldMk cId="3863969180" sldId="424"/>
            <ac:spMk id="691" creationId="{06D0E5FF-C9C0-D9CA-BBC9-8BFB333D3A0B}"/>
          </ac:spMkLst>
        </pc:spChg>
        <pc:spChg chg="mod topLvl">
          <ac:chgData name="elvio rodriguez" userId="1c1449da70e07349" providerId="LiveId" clId="{B6FBDA6B-F2A7-4BBE-A2C3-07D2143358BF}" dt="2026-10-11T16:14:13.071" v="22799" actId="164"/>
          <ac:spMkLst>
            <pc:docMk/>
            <pc:sldMk cId="3863969180" sldId="424"/>
            <ac:spMk id="696" creationId="{E6FBE815-ABDB-DD28-4750-A9CD7CE4AED5}"/>
          </ac:spMkLst>
        </pc:spChg>
        <pc:spChg chg="mod">
          <ac:chgData name="elvio rodriguez" userId="1c1449da70e07349" providerId="LiveId" clId="{B6FBDA6B-F2A7-4BBE-A2C3-07D2143358BF}" dt="2026-10-11T16:14:13.071" v="22799" actId="164"/>
          <ac:spMkLst>
            <pc:docMk/>
            <pc:sldMk cId="3863969180" sldId="424"/>
            <ac:spMk id="699" creationId="{3651B4FC-B95B-8D02-D76C-F2916EB2151E}"/>
          </ac:spMkLst>
        </pc:spChg>
        <pc:spChg chg="mod">
          <ac:chgData name="elvio rodriguez" userId="1c1449da70e07349" providerId="LiveId" clId="{B6FBDA6B-F2A7-4BBE-A2C3-07D2143358BF}" dt="2026-10-11T16:14:13.071" v="22799" actId="164"/>
          <ac:spMkLst>
            <pc:docMk/>
            <pc:sldMk cId="3863969180" sldId="424"/>
            <ac:spMk id="709" creationId="{A3F2542B-E061-AD46-E5C8-7067F25FA4A9}"/>
          </ac:spMkLst>
        </pc:spChg>
        <pc:spChg chg="mod">
          <ac:chgData name="elvio rodriguez" userId="1c1449da70e07349" providerId="LiveId" clId="{B6FBDA6B-F2A7-4BBE-A2C3-07D2143358BF}" dt="2026-10-11T16:14:13.071" v="22799" actId="164"/>
          <ac:spMkLst>
            <pc:docMk/>
            <pc:sldMk cId="3863969180" sldId="424"/>
            <ac:spMk id="710" creationId="{21BF5DE6-FBA2-C381-1C05-94689E665A3E}"/>
          </ac:spMkLst>
        </pc:spChg>
        <pc:spChg chg="mod">
          <ac:chgData name="elvio rodriguez" userId="1c1449da70e07349" providerId="LiveId" clId="{B6FBDA6B-F2A7-4BBE-A2C3-07D2143358BF}" dt="2026-10-11T16:14:13.071" v="22799" actId="164"/>
          <ac:spMkLst>
            <pc:docMk/>
            <pc:sldMk cId="3863969180" sldId="424"/>
            <ac:spMk id="726" creationId="{BBDCF716-EE21-2F4D-83E3-187177BF0E35}"/>
          </ac:spMkLst>
        </pc:spChg>
        <pc:spChg chg="mod">
          <ac:chgData name="elvio rodriguez" userId="1c1449da70e07349" providerId="LiveId" clId="{B6FBDA6B-F2A7-4BBE-A2C3-07D2143358BF}" dt="2026-10-11T16:14:13.071" v="22799" actId="164"/>
          <ac:spMkLst>
            <pc:docMk/>
            <pc:sldMk cId="3863969180" sldId="424"/>
            <ac:spMk id="727" creationId="{5C5B38A7-C1A4-5FC7-56DF-5CFC4229A9DC}"/>
          </ac:spMkLst>
        </pc:spChg>
        <pc:spChg chg="mod">
          <ac:chgData name="elvio rodriguez" userId="1c1449da70e07349" providerId="LiveId" clId="{B6FBDA6B-F2A7-4BBE-A2C3-07D2143358BF}" dt="2026-10-11T16:14:13.071" v="22799" actId="164"/>
          <ac:spMkLst>
            <pc:docMk/>
            <pc:sldMk cId="3863969180" sldId="424"/>
            <ac:spMk id="728" creationId="{A66B2474-1C1D-5F2A-8CA8-42DAC353E6E3}"/>
          </ac:spMkLst>
        </pc:spChg>
        <pc:spChg chg="mod">
          <ac:chgData name="elvio rodriguez" userId="1c1449da70e07349" providerId="LiveId" clId="{B6FBDA6B-F2A7-4BBE-A2C3-07D2143358BF}" dt="2026-10-11T16:14:13.071" v="22799" actId="164"/>
          <ac:spMkLst>
            <pc:docMk/>
            <pc:sldMk cId="3863969180" sldId="424"/>
            <ac:spMk id="736" creationId="{7F531B56-F598-1196-BAF8-4E3339BA9777}"/>
          </ac:spMkLst>
        </pc:spChg>
        <pc:spChg chg="mod topLvl">
          <ac:chgData name="elvio rodriguez" userId="1c1449da70e07349" providerId="LiveId" clId="{B6FBDA6B-F2A7-4BBE-A2C3-07D2143358BF}" dt="2026-10-11T16:03:28.904" v="22551" actId="165"/>
          <ac:spMkLst>
            <pc:docMk/>
            <pc:sldMk cId="3863969180" sldId="424"/>
            <ac:spMk id="737" creationId="{85CBF7DC-D1E4-7167-7479-F1EB450BCD39}"/>
          </ac:spMkLst>
        </pc:spChg>
        <pc:spChg chg="mod">
          <ac:chgData name="elvio rodriguez" userId="1c1449da70e07349" providerId="LiveId" clId="{B6FBDA6B-F2A7-4BBE-A2C3-07D2143358BF}" dt="2026-10-11T16:14:13.071" v="22799" actId="164"/>
          <ac:spMkLst>
            <pc:docMk/>
            <pc:sldMk cId="3863969180" sldId="424"/>
            <ac:spMk id="738" creationId="{356B3483-3E9C-FF74-E0DE-676E8C7BBAB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3969180" sldId="424"/>
            <ac:spMk id="761" creationId="{A362C4CC-6649-8614-6B29-70F79E041209}"/>
          </ac:spMkLst>
        </pc:spChg>
        <pc:spChg chg="mod">
          <ac:chgData name="elvio rodriguez" userId="1c1449da70e07349" providerId="LiveId" clId="{B6FBDA6B-F2A7-4BBE-A2C3-07D2143358BF}" dt="2026-10-11T16:03:28.904" v="22551" actId="165"/>
          <ac:spMkLst>
            <pc:docMk/>
            <pc:sldMk cId="3863969180" sldId="424"/>
            <ac:spMk id="774" creationId="{25030C7D-EC4B-EB8A-9445-C500B3DB38AA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863969180" sldId="424"/>
            <ac:spMk id="785" creationId="{901F5163-979B-8AA5-B3F6-8B5E38978556}"/>
          </ac:spMkLst>
        </pc:spChg>
        <pc:spChg chg="mod">
          <ac:chgData name="elvio rodriguez" userId="1c1449da70e07349" providerId="LiveId" clId="{B6FBDA6B-F2A7-4BBE-A2C3-07D2143358BF}" dt="2026-10-11T16:03:28.904" v="22551" actId="165"/>
          <ac:spMkLst>
            <pc:docMk/>
            <pc:sldMk cId="3863969180" sldId="424"/>
            <ac:spMk id="787" creationId="{B8BB6308-C2F3-1BF8-7294-77CFC77CA3DF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863969180" sldId="424"/>
            <ac:spMk id="788" creationId="{7FBE6758-D40D-857E-533E-997DA2872210}"/>
          </ac:spMkLst>
        </pc:spChg>
        <pc:spChg chg="mod">
          <ac:chgData name="elvio rodriguez" userId="1c1449da70e07349" providerId="LiveId" clId="{B6FBDA6B-F2A7-4BBE-A2C3-07D2143358BF}" dt="2026-10-11T16:07:52.565" v="22675" actId="790"/>
          <ac:spMkLst>
            <pc:docMk/>
            <pc:sldMk cId="3863969180" sldId="424"/>
            <ac:spMk id="796" creationId="{E1190616-F77F-3168-56E3-49CA0B168408}"/>
          </ac:spMkLst>
        </pc:spChg>
        <pc:spChg chg="mod">
          <ac:chgData name="elvio rodriguez" userId="1c1449da70e07349" providerId="LiveId" clId="{B6FBDA6B-F2A7-4BBE-A2C3-07D2143358BF}" dt="2026-10-11T16:03:28.904" v="22551" actId="165"/>
          <ac:spMkLst>
            <pc:docMk/>
            <pc:sldMk cId="3863969180" sldId="424"/>
            <ac:spMk id="805" creationId="{7A457E68-616F-3505-8ACA-F2324A43634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3969180" sldId="424"/>
            <ac:spMk id="840" creationId="{5955A59F-8EAD-ACF5-D387-7187E1A172BA}"/>
          </ac:spMkLst>
        </pc:spChg>
        <pc:spChg chg="mod">
          <ac:chgData name="elvio rodriguez" userId="1c1449da70e07349" providerId="LiveId" clId="{B6FBDA6B-F2A7-4BBE-A2C3-07D2143358BF}" dt="2026-10-11T16:03:28.904" v="22551" actId="165"/>
          <ac:spMkLst>
            <pc:docMk/>
            <pc:sldMk cId="3863969180" sldId="424"/>
            <ac:spMk id="844" creationId="{1C934942-29F9-A716-91CD-84FEFD34F7A9}"/>
          </ac:spMkLst>
        </pc:spChg>
        <pc:spChg chg="mod">
          <ac:chgData name="elvio rodriguez" userId="1c1449da70e07349" providerId="LiveId" clId="{B6FBDA6B-F2A7-4BBE-A2C3-07D2143358BF}" dt="2026-10-11T16:03:28.904" v="22551" actId="165"/>
          <ac:spMkLst>
            <pc:docMk/>
            <pc:sldMk cId="3863969180" sldId="424"/>
            <ac:spMk id="848" creationId="{6247889E-76A7-C1D3-247B-19ABE32DB541}"/>
          </ac:spMkLst>
        </pc:spChg>
        <pc:spChg chg="mod">
          <ac:chgData name="elvio rodriguez" userId="1c1449da70e07349" providerId="LiveId" clId="{B6FBDA6B-F2A7-4BBE-A2C3-07D2143358BF}" dt="2026-10-11T16:03:28.904" v="22551" actId="165"/>
          <ac:spMkLst>
            <pc:docMk/>
            <pc:sldMk cId="3863969180" sldId="424"/>
            <ac:spMk id="866" creationId="{D2A30703-7A41-2EBD-E0E9-9D3B6568E7D5}"/>
          </ac:spMkLst>
        </pc:spChg>
        <pc:spChg chg="mod">
          <ac:chgData name="elvio rodriguez" userId="1c1449da70e07349" providerId="LiveId" clId="{B6FBDA6B-F2A7-4BBE-A2C3-07D2143358BF}" dt="2026-10-11T16:03:28.904" v="22551" actId="165"/>
          <ac:spMkLst>
            <pc:docMk/>
            <pc:sldMk cId="3863969180" sldId="424"/>
            <ac:spMk id="888" creationId="{2C99B936-554E-E358-A55F-31A155EE6909}"/>
          </ac:spMkLst>
        </pc:spChg>
        <pc:spChg chg="mod">
          <ac:chgData name="elvio rodriguez" userId="1c1449da70e07349" providerId="LiveId" clId="{B6FBDA6B-F2A7-4BBE-A2C3-07D2143358BF}" dt="2026-10-11T16:03:28.904" v="22551" actId="165"/>
          <ac:spMkLst>
            <pc:docMk/>
            <pc:sldMk cId="3863969180" sldId="424"/>
            <ac:spMk id="912" creationId="{F2C73DDF-DFEC-DE46-038F-6D6EE39F200B}"/>
          </ac:spMkLst>
        </pc:spChg>
        <pc:spChg chg="mod">
          <ac:chgData name="elvio rodriguez" userId="1c1449da70e07349" providerId="LiveId" clId="{B6FBDA6B-F2A7-4BBE-A2C3-07D2143358BF}" dt="2026-10-11T16:14:17.971" v="22800" actId="164"/>
          <ac:spMkLst>
            <pc:docMk/>
            <pc:sldMk cId="3863969180" sldId="424"/>
            <ac:spMk id="917" creationId="{4CD54026-8243-F527-4EC8-8449EED4EBA0}"/>
          </ac:spMkLst>
        </pc:spChg>
        <pc:spChg chg="mod">
          <ac:chgData name="elvio rodriguez" userId="1c1449da70e07349" providerId="LiveId" clId="{B6FBDA6B-F2A7-4BBE-A2C3-07D2143358BF}" dt="2026-10-11T16:14:17.971" v="22800" actId="164"/>
          <ac:spMkLst>
            <pc:docMk/>
            <pc:sldMk cId="3863969180" sldId="424"/>
            <ac:spMk id="918" creationId="{B4ECD349-DEE0-CC62-46D6-1C985F87BC17}"/>
          </ac:spMkLst>
        </pc:spChg>
        <pc:spChg chg="mod">
          <ac:chgData name="elvio rodriguez" userId="1c1449da70e07349" providerId="LiveId" clId="{B6FBDA6B-F2A7-4BBE-A2C3-07D2143358BF}" dt="2026-10-11T16:14:17.971" v="22800" actId="164"/>
          <ac:spMkLst>
            <pc:docMk/>
            <pc:sldMk cId="3863969180" sldId="424"/>
            <ac:spMk id="920" creationId="{389450B8-4668-6D24-FEBB-7CDD6E0EBD39}"/>
          </ac:spMkLst>
        </pc:spChg>
        <pc:spChg chg="mod">
          <ac:chgData name="elvio rodriguez" userId="1c1449da70e07349" providerId="LiveId" clId="{B6FBDA6B-F2A7-4BBE-A2C3-07D2143358BF}" dt="2026-10-11T16:14:17.971" v="22800" actId="164"/>
          <ac:spMkLst>
            <pc:docMk/>
            <pc:sldMk cId="3863969180" sldId="424"/>
            <ac:spMk id="930" creationId="{C8EC87DB-531F-374D-98C0-FECC6BAACF0B}"/>
          </ac:spMkLst>
        </pc:spChg>
        <pc:spChg chg="mod">
          <ac:chgData name="elvio rodriguez" userId="1c1449da70e07349" providerId="LiveId" clId="{B6FBDA6B-F2A7-4BBE-A2C3-07D2143358BF}" dt="2026-10-11T16:14:17.971" v="22800" actId="164"/>
          <ac:spMkLst>
            <pc:docMk/>
            <pc:sldMk cId="3863969180" sldId="424"/>
            <ac:spMk id="931" creationId="{AAF09A67-8744-4BAA-93C5-A31765FE0D1C}"/>
          </ac:spMkLst>
        </pc:spChg>
        <pc:spChg chg="mod topLvl">
          <ac:chgData name="elvio rodriguez" userId="1c1449da70e07349" providerId="LiveId" clId="{B6FBDA6B-F2A7-4BBE-A2C3-07D2143358BF}" dt="2026-10-11T16:14:17.971" v="22800" actId="164"/>
          <ac:spMkLst>
            <pc:docMk/>
            <pc:sldMk cId="3863969180" sldId="424"/>
            <ac:spMk id="932" creationId="{9706A997-3193-74A8-6B32-DDFE3B102D6A}"/>
          </ac:spMkLst>
        </pc:spChg>
        <pc:spChg chg="mod">
          <ac:chgData name="elvio rodriguez" userId="1c1449da70e07349" providerId="LiveId" clId="{B6FBDA6B-F2A7-4BBE-A2C3-07D2143358BF}" dt="2026-10-11T16:14:17.971" v="22800" actId="164"/>
          <ac:spMkLst>
            <pc:docMk/>
            <pc:sldMk cId="3863969180" sldId="424"/>
            <ac:spMk id="947" creationId="{E61434D6-E3DF-9545-61FF-3E20438D8EA5}"/>
          </ac:spMkLst>
        </pc:spChg>
        <pc:spChg chg="mod">
          <ac:chgData name="elvio rodriguez" userId="1c1449da70e07349" providerId="LiveId" clId="{B6FBDA6B-F2A7-4BBE-A2C3-07D2143358BF}" dt="2026-10-11T16:14:17.971" v="22800" actId="164"/>
          <ac:spMkLst>
            <pc:docMk/>
            <pc:sldMk cId="3863969180" sldId="424"/>
            <ac:spMk id="948" creationId="{DD4ECCF2-FC07-255C-7141-BA443F231FF3}"/>
          </ac:spMkLst>
        </pc:spChg>
        <pc:spChg chg="mod">
          <ac:chgData name="elvio rodriguez" userId="1c1449da70e07349" providerId="LiveId" clId="{B6FBDA6B-F2A7-4BBE-A2C3-07D2143358BF}" dt="2026-10-11T16:14:17.971" v="22800" actId="164"/>
          <ac:spMkLst>
            <pc:docMk/>
            <pc:sldMk cId="3863969180" sldId="424"/>
            <ac:spMk id="957" creationId="{0BB64163-CFC1-C588-6941-1DB53F4D1BC2}"/>
          </ac:spMkLst>
        </pc:spChg>
        <pc:spChg chg="mod">
          <ac:chgData name="elvio rodriguez" userId="1c1449da70e07349" providerId="LiveId" clId="{B6FBDA6B-F2A7-4BBE-A2C3-07D2143358BF}" dt="2026-10-11T16:14:17.971" v="22800" actId="164"/>
          <ac:spMkLst>
            <pc:docMk/>
            <pc:sldMk cId="3863969180" sldId="424"/>
            <ac:spMk id="958" creationId="{18EDCCC5-69E9-7471-7C59-B2DD0D167B7D}"/>
          </ac:spMkLst>
        </pc:spChg>
        <pc:spChg chg="mod">
          <ac:chgData name="elvio rodriguez" userId="1c1449da70e07349" providerId="LiveId" clId="{B6FBDA6B-F2A7-4BBE-A2C3-07D2143358BF}" dt="2026-10-11T16:07:52.565" v="22675" actId="790"/>
          <ac:spMkLst>
            <pc:docMk/>
            <pc:sldMk cId="3863969180" sldId="424"/>
            <ac:spMk id="959" creationId="{7D09C6C8-39CA-E76C-23A1-A5BDD795FC38}"/>
          </ac:spMkLst>
        </pc:spChg>
        <pc:spChg chg="mod">
          <ac:chgData name="elvio rodriguez" userId="1c1449da70e07349" providerId="LiveId" clId="{B6FBDA6B-F2A7-4BBE-A2C3-07D2143358BF}" dt="2026-10-11T16:12:46.438" v="22763" actId="165"/>
          <ac:spMkLst>
            <pc:docMk/>
            <pc:sldMk cId="3863969180" sldId="424"/>
            <ac:spMk id="1046" creationId="{83186ECD-2D03-7692-9BB3-2648BA6A1481}"/>
          </ac:spMkLst>
        </pc:spChg>
        <pc:spChg chg="mod">
          <ac:chgData name="elvio rodriguez" userId="1c1449da70e07349" providerId="LiveId" clId="{B6FBDA6B-F2A7-4BBE-A2C3-07D2143358BF}" dt="2026-10-11T16:12:46.438" v="22763" actId="165"/>
          <ac:spMkLst>
            <pc:docMk/>
            <pc:sldMk cId="3863969180" sldId="424"/>
            <ac:spMk id="1049" creationId="{3CE07EB4-9945-038F-CAE2-9C7166A73D1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3969180" sldId="424"/>
            <ac:spMk id="1068" creationId="{66BE4F26-0C5C-977A-B158-EAD0B40692BD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863969180" sldId="424"/>
            <ac:spMk id="1107" creationId="{D17195AA-36C0-2D1E-4551-EF663FBFE0CE}"/>
          </ac:spMkLst>
        </pc:spChg>
        <pc:spChg chg="mod">
          <ac:chgData name="elvio rodriguez" userId="1c1449da70e07349" providerId="LiveId" clId="{B6FBDA6B-F2A7-4BBE-A2C3-07D2143358BF}" dt="2026-10-11T16:12:46.438" v="22763" actId="165"/>
          <ac:spMkLst>
            <pc:docMk/>
            <pc:sldMk cId="3863969180" sldId="424"/>
            <ac:spMk id="1112" creationId="{4AA2D0F9-38E9-7795-A33E-23CFC489910C}"/>
          </ac:spMkLst>
        </pc:spChg>
        <pc:spChg chg="mod">
          <ac:chgData name="elvio rodriguez" userId="1c1449da70e07349" providerId="LiveId" clId="{B6FBDA6B-F2A7-4BBE-A2C3-07D2143358BF}" dt="2026-10-11T16:12:46.438" v="22763" actId="165"/>
          <ac:spMkLst>
            <pc:docMk/>
            <pc:sldMk cId="3863969180" sldId="424"/>
            <ac:spMk id="1121" creationId="{13944998-7EF6-B434-9C9D-1B639606424A}"/>
          </ac:spMkLst>
        </pc:spChg>
        <pc:spChg chg="mod">
          <ac:chgData name="elvio rodriguez" userId="1c1449da70e07349" providerId="LiveId" clId="{B6FBDA6B-F2A7-4BBE-A2C3-07D2143358BF}" dt="2026-10-11T16:12:46.438" v="22763" actId="165"/>
          <ac:spMkLst>
            <pc:docMk/>
            <pc:sldMk cId="3863969180" sldId="424"/>
            <ac:spMk id="1133" creationId="{1ECD4B79-F786-C3CA-CF22-563C684E2EC3}"/>
          </ac:spMkLst>
        </pc:spChg>
        <pc:spChg chg="mod">
          <ac:chgData name="elvio rodriguez" userId="1c1449da70e07349" providerId="LiveId" clId="{B6FBDA6B-F2A7-4BBE-A2C3-07D2143358BF}" dt="2026-10-11T16:03:31.477" v="22552" actId="571"/>
          <ac:spMkLst>
            <pc:docMk/>
            <pc:sldMk cId="3863969180" sldId="424"/>
            <ac:spMk id="1135" creationId="{E4F3D365-D6B3-8F6A-E981-877D7C1D32DF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863969180" sldId="424"/>
            <ac:spMk id="1136" creationId="{03C15308-D838-5B31-1A5B-4C7DF6AD0B7D}"/>
          </ac:spMkLst>
        </pc:spChg>
        <pc:spChg chg="mod">
          <ac:chgData name="elvio rodriguez" userId="1c1449da70e07349" providerId="LiveId" clId="{B6FBDA6B-F2A7-4BBE-A2C3-07D2143358BF}" dt="2026-10-11T16:03:31.477" v="22552" actId="571"/>
          <ac:spMkLst>
            <pc:docMk/>
            <pc:sldMk cId="3863969180" sldId="424"/>
            <ac:spMk id="1137" creationId="{98A7F817-B76F-C6F8-0BFA-8B50BE775777}"/>
          </ac:spMkLst>
        </pc:spChg>
        <pc:spChg chg="mod">
          <ac:chgData name="elvio rodriguez" userId="1c1449da70e07349" providerId="LiveId" clId="{B6FBDA6B-F2A7-4BBE-A2C3-07D2143358BF}" dt="2026-10-11T16:03:31.477" v="22552" actId="571"/>
          <ac:spMkLst>
            <pc:docMk/>
            <pc:sldMk cId="3863969180" sldId="424"/>
            <ac:spMk id="1138" creationId="{20D87A5A-D74C-1886-5502-5A0C043F3703}"/>
          </ac:spMkLst>
        </pc:spChg>
        <pc:spChg chg="mod">
          <ac:chgData name="elvio rodriguez" userId="1c1449da70e07349" providerId="LiveId" clId="{B6FBDA6B-F2A7-4BBE-A2C3-07D2143358BF}" dt="2026-10-11T16:03:32.887" v="22553" actId="571"/>
          <ac:spMkLst>
            <pc:docMk/>
            <pc:sldMk cId="3863969180" sldId="424"/>
            <ac:spMk id="1140" creationId="{624D18C4-F66D-75D3-7F4D-098247AE90DF}"/>
          </ac:spMkLst>
        </pc:spChg>
        <pc:spChg chg="mod">
          <ac:chgData name="elvio rodriguez" userId="1c1449da70e07349" providerId="LiveId" clId="{B6FBDA6B-F2A7-4BBE-A2C3-07D2143358BF}" dt="2026-10-11T16:03:32.887" v="22553" actId="571"/>
          <ac:spMkLst>
            <pc:docMk/>
            <pc:sldMk cId="3863969180" sldId="424"/>
            <ac:spMk id="1141" creationId="{06525D3C-2D7A-329B-59EC-B12C80D8DA85}"/>
          </ac:spMkLst>
        </pc:spChg>
        <pc:spChg chg="mod">
          <ac:chgData name="elvio rodriguez" userId="1c1449da70e07349" providerId="LiveId" clId="{B6FBDA6B-F2A7-4BBE-A2C3-07D2143358BF}" dt="2026-10-11T16:03:32.887" v="22553" actId="571"/>
          <ac:spMkLst>
            <pc:docMk/>
            <pc:sldMk cId="3863969180" sldId="424"/>
            <ac:spMk id="1142" creationId="{58F718BD-B53F-FD7E-1C5E-7C5D40CC89A1}"/>
          </ac:spMkLst>
        </pc:spChg>
        <pc:spChg chg="mod">
          <ac:chgData name="elvio rodriguez" userId="1c1449da70e07349" providerId="LiveId" clId="{B6FBDA6B-F2A7-4BBE-A2C3-07D2143358BF}" dt="2026-10-11T16:03:32.887" v="22553" actId="571"/>
          <ac:spMkLst>
            <pc:docMk/>
            <pc:sldMk cId="3863969180" sldId="424"/>
            <ac:spMk id="1143" creationId="{A96721EE-38E8-E6B1-793E-05D2457580E2}"/>
          </ac:spMkLst>
        </pc:spChg>
        <pc:spChg chg="mod">
          <ac:chgData name="elvio rodriguez" userId="1c1449da70e07349" providerId="LiveId" clId="{B6FBDA6B-F2A7-4BBE-A2C3-07D2143358BF}" dt="2026-10-11T16:03:34.443" v="22554" actId="571"/>
          <ac:spMkLst>
            <pc:docMk/>
            <pc:sldMk cId="3863969180" sldId="424"/>
            <ac:spMk id="1145" creationId="{E35C893E-69DC-AA53-9BA2-8B0F371425DC}"/>
          </ac:spMkLst>
        </pc:spChg>
        <pc:spChg chg="mod">
          <ac:chgData name="elvio rodriguez" userId="1c1449da70e07349" providerId="LiveId" clId="{B6FBDA6B-F2A7-4BBE-A2C3-07D2143358BF}" dt="2026-10-11T16:03:34.443" v="22554" actId="571"/>
          <ac:spMkLst>
            <pc:docMk/>
            <pc:sldMk cId="3863969180" sldId="424"/>
            <ac:spMk id="1146" creationId="{46AA836E-D079-0762-4065-879EB8FD2A56}"/>
          </ac:spMkLst>
        </pc:spChg>
        <pc:spChg chg="mod">
          <ac:chgData name="elvio rodriguez" userId="1c1449da70e07349" providerId="LiveId" clId="{B6FBDA6B-F2A7-4BBE-A2C3-07D2143358BF}" dt="2026-10-11T16:03:34.443" v="22554" actId="571"/>
          <ac:spMkLst>
            <pc:docMk/>
            <pc:sldMk cId="3863969180" sldId="424"/>
            <ac:spMk id="1147" creationId="{868D1A28-FB26-8257-7076-BF385D5CC8E1}"/>
          </ac:spMkLst>
        </pc:spChg>
        <pc:spChg chg="mod">
          <ac:chgData name="elvio rodriguez" userId="1c1449da70e07349" providerId="LiveId" clId="{B6FBDA6B-F2A7-4BBE-A2C3-07D2143358BF}" dt="2026-10-11T16:07:52.565" v="22675" actId="790"/>
          <ac:spMkLst>
            <pc:docMk/>
            <pc:sldMk cId="3863969180" sldId="424"/>
            <ac:spMk id="1148" creationId="{0A995C4C-2F40-34DA-7FC9-7DE9B011189C}"/>
          </ac:spMkLst>
        </pc:spChg>
        <pc:spChg chg="mod">
          <ac:chgData name="elvio rodriguez" userId="1c1449da70e07349" providerId="LiveId" clId="{B6FBDA6B-F2A7-4BBE-A2C3-07D2143358BF}" dt="2026-10-11T16:14:01.638" v="22798" actId="164"/>
          <ac:spMkLst>
            <pc:docMk/>
            <pc:sldMk cId="3863969180" sldId="424"/>
            <ac:spMk id="1156" creationId="{E362C598-EA61-A047-B0E4-51026AE810B0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3969180" sldId="424"/>
            <ac:spMk id="1166" creationId="{DA490327-F9D4-6BBB-FF18-0DA08E743F75}"/>
          </ac:spMkLst>
        </pc:spChg>
        <pc:spChg chg="mod">
          <ac:chgData name="elvio rodriguez" userId="1c1449da70e07349" providerId="LiveId" clId="{B6FBDA6B-F2A7-4BBE-A2C3-07D2143358BF}" dt="2026-10-11T16:14:01.638" v="22798" actId="164"/>
          <ac:spMkLst>
            <pc:docMk/>
            <pc:sldMk cId="3863969180" sldId="424"/>
            <ac:spMk id="1167" creationId="{C43C07E5-148B-C2F2-9AAD-2F65D9095BDA}"/>
          </ac:spMkLst>
        </pc:spChg>
        <pc:spChg chg="mod">
          <ac:chgData name="elvio rodriguez" userId="1c1449da70e07349" providerId="LiveId" clId="{B6FBDA6B-F2A7-4BBE-A2C3-07D2143358BF}" dt="2026-10-11T16:14:01.638" v="22798" actId="164"/>
          <ac:spMkLst>
            <pc:docMk/>
            <pc:sldMk cId="3863969180" sldId="424"/>
            <ac:spMk id="1168" creationId="{7B2D8317-911D-B4E4-2E71-94E37428911B}"/>
          </ac:spMkLst>
        </pc:spChg>
        <pc:spChg chg="mod topLvl">
          <ac:chgData name="elvio rodriguez" userId="1c1449da70e07349" providerId="LiveId" clId="{B6FBDA6B-F2A7-4BBE-A2C3-07D2143358BF}" dt="2026-10-11T16:14:01.638" v="22798" actId="164"/>
          <ac:spMkLst>
            <pc:docMk/>
            <pc:sldMk cId="3863969180" sldId="424"/>
            <ac:spMk id="1184" creationId="{29EE6812-7D24-CEEB-B25D-1EB0A1678F0C}"/>
          </ac:spMkLst>
        </pc:spChg>
        <pc:spChg chg="mod">
          <ac:chgData name="elvio rodriguez" userId="1c1449da70e07349" providerId="LiveId" clId="{B6FBDA6B-F2A7-4BBE-A2C3-07D2143358BF}" dt="2026-10-11T16:14:01.638" v="22798" actId="164"/>
          <ac:spMkLst>
            <pc:docMk/>
            <pc:sldMk cId="3863969180" sldId="424"/>
            <ac:spMk id="1185" creationId="{BA80C0C3-9AA5-CD10-936A-BAB3A2CBDA03}"/>
          </ac:spMkLst>
        </pc:spChg>
        <pc:spChg chg="mod">
          <ac:chgData name="elvio rodriguez" userId="1c1449da70e07349" providerId="LiveId" clId="{B6FBDA6B-F2A7-4BBE-A2C3-07D2143358BF}" dt="2026-10-11T16:14:01.638" v="22798" actId="164"/>
          <ac:spMkLst>
            <pc:docMk/>
            <pc:sldMk cId="3863969180" sldId="424"/>
            <ac:spMk id="1193" creationId="{98DBEB6C-B124-E978-7555-139E9E516A53}"/>
          </ac:spMkLst>
        </pc:spChg>
        <pc:spChg chg="mod">
          <ac:chgData name="elvio rodriguez" userId="1c1449da70e07349" providerId="LiveId" clId="{B6FBDA6B-F2A7-4BBE-A2C3-07D2143358BF}" dt="2026-10-11T16:14:01.638" v="22798" actId="164"/>
          <ac:spMkLst>
            <pc:docMk/>
            <pc:sldMk cId="3863969180" sldId="424"/>
            <ac:spMk id="1194" creationId="{E3EA59C9-4360-2D3A-C538-07B244DECCA0}"/>
          </ac:spMkLst>
        </pc:spChg>
        <pc:spChg chg="mod">
          <ac:chgData name="elvio rodriguez" userId="1c1449da70e07349" providerId="LiveId" clId="{B6FBDA6B-F2A7-4BBE-A2C3-07D2143358BF}" dt="2026-10-11T16:14:01.638" v="22798" actId="164"/>
          <ac:spMkLst>
            <pc:docMk/>
            <pc:sldMk cId="3863969180" sldId="424"/>
            <ac:spMk id="1195" creationId="{2CAA23BD-F281-30DC-1EB3-534FF36DAB9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3969180" sldId="424"/>
            <ac:spMk id="1232" creationId="{7B1198A3-6DFA-9E39-50AD-73E943CC3838}"/>
          </ac:spMkLst>
        </pc:spChg>
        <pc:spChg chg="mod">
          <ac:chgData name="elvio rodriguez" userId="1c1449da70e07349" providerId="LiveId" clId="{B6FBDA6B-F2A7-4BBE-A2C3-07D2143358BF}" dt="2026-10-11T16:12:36.209" v="22761" actId="165"/>
          <ac:spMkLst>
            <pc:docMk/>
            <pc:sldMk cId="3863969180" sldId="424"/>
            <ac:spMk id="1234" creationId="{1504BE2A-C452-87BA-041C-E0556813464A}"/>
          </ac:spMkLst>
        </pc:spChg>
        <pc:spChg chg="mod">
          <ac:chgData name="elvio rodriguez" userId="1c1449da70e07349" providerId="LiveId" clId="{B6FBDA6B-F2A7-4BBE-A2C3-07D2143358BF}" dt="2026-10-11T16:12:36.209" v="22761" actId="165"/>
          <ac:spMkLst>
            <pc:docMk/>
            <pc:sldMk cId="3863969180" sldId="424"/>
            <ac:spMk id="1266" creationId="{FF720F28-516A-33A8-2EC0-ABF2ED95C16B}"/>
          </ac:spMkLst>
        </pc:spChg>
        <pc:spChg chg="mod">
          <ac:chgData name="elvio rodriguez" userId="1c1449da70e07349" providerId="LiveId" clId="{B6FBDA6B-F2A7-4BBE-A2C3-07D2143358BF}" dt="2026-10-11T16:12:36.209" v="22761" actId="165"/>
          <ac:spMkLst>
            <pc:docMk/>
            <pc:sldMk cId="3863969180" sldId="424"/>
            <ac:spMk id="1285" creationId="{F91C69BC-B2EA-C686-C212-32AAB3962F8B}"/>
          </ac:spMkLst>
        </pc:spChg>
        <pc:spChg chg="mod">
          <ac:chgData name="elvio rodriguez" userId="1c1449da70e07349" providerId="LiveId" clId="{B6FBDA6B-F2A7-4BBE-A2C3-07D2143358BF}" dt="2026-10-11T16:12:36.209" v="22761" actId="165"/>
          <ac:spMkLst>
            <pc:docMk/>
            <pc:sldMk cId="3863969180" sldId="424"/>
            <ac:spMk id="1286" creationId="{E3ECF67E-EE03-8E7E-04AF-12B635E561C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3969180" sldId="424"/>
            <ac:spMk id="1310" creationId="{919B86EB-E5A0-9433-7EA1-1034E144F609}"/>
          </ac:spMkLst>
        </pc:spChg>
        <pc:spChg chg="mod">
          <ac:chgData name="elvio rodriguez" userId="1c1449da70e07349" providerId="LiveId" clId="{B6FBDA6B-F2A7-4BBE-A2C3-07D2143358BF}" dt="2026-10-11T16:12:36.209" v="22761" actId="165"/>
          <ac:spMkLst>
            <pc:docMk/>
            <pc:sldMk cId="3863969180" sldId="424"/>
            <ac:spMk id="1315" creationId="{20C41A3F-6A8A-A807-E6E7-25D073AF6D90}"/>
          </ac:spMkLst>
        </pc:spChg>
        <pc:spChg chg="mod">
          <ac:chgData name="elvio rodriguez" userId="1c1449da70e07349" providerId="LiveId" clId="{B6FBDA6B-F2A7-4BBE-A2C3-07D2143358BF}" dt="2026-10-11T16:12:36.209" v="22761" actId="165"/>
          <ac:spMkLst>
            <pc:docMk/>
            <pc:sldMk cId="3863969180" sldId="424"/>
            <ac:spMk id="1317" creationId="{7D353EC8-FA34-39D1-BF26-6C218421C085}"/>
          </ac:spMkLst>
        </pc:spChg>
        <pc:spChg chg="mod">
          <ac:chgData name="elvio rodriguez" userId="1c1449da70e07349" providerId="LiveId" clId="{B6FBDA6B-F2A7-4BBE-A2C3-07D2143358BF}" dt="2026-10-11T16:12:36.209" v="22761" actId="165"/>
          <ac:spMkLst>
            <pc:docMk/>
            <pc:sldMk cId="3863969180" sldId="424"/>
            <ac:spMk id="1336" creationId="{9A594E50-E30B-3D40-BF3E-4DBA9E4D8207}"/>
          </ac:spMkLst>
        </pc:spChg>
        <pc:spChg chg="mod">
          <ac:chgData name="elvio rodriguez" userId="1c1449da70e07349" providerId="LiveId" clId="{B6FBDA6B-F2A7-4BBE-A2C3-07D2143358BF}" dt="2026-10-11T16:12:36.209" v="22761" actId="165"/>
          <ac:spMkLst>
            <pc:docMk/>
            <pc:sldMk cId="3863969180" sldId="424"/>
            <ac:spMk id="1339" creationId="{321F5204-A641-6B0C-7996-3FB4A7C69E3B}"/>
          </ac:spMkLst>
        </pc:spChg>
        <pc:spChg chg="mod">
          <ac:chgData name="elvio rodriguez" userId="1c1449da70e07349" providerId="LiveId" clId="{B6FBDA6B-F2A7-4BBE-A2C3-07D2143358BF}" dt="2026-10-11T16:12:36.209" v="22761" actId="165"/>
          <ac:spMkLst>
            <pc:docMk/>
            <pc:sldMk cId="3863969180" sldId="424"/>
            <ac:spMk id="1353" creationId="{4E6C2EC3-5762-2DB4-CBAC-D2675572E8A6}"/>
          </ac:spMkLst>
        </pc:spChg>
        <pc:spChg chg="add mod">
          <ac:chgData name="elvio rodriguez" userId="1c1449da70e07349" providerId="LiveId" clId="{B6FBDA6B-F2A7-4BBE-A2C3-07D2143358BF}" dt="2026-10-11T16:15:24.161" v="22822" actId="1035"/>
          <ac:spMkLst>
            <pc:docMk/>
            <pc:sldMk cId="3863969180" sldId="424"/>
            <ac:spMk id="1370" creationId="{DF8EAC94-222B-36E6-2F18-6E4F9855D90F}"/>
          </ac:spMkLst>
        </pc:spChg>
        <pc:spChg chg="add mod">
          <ac:chgData name="elvio rodriguez" userId="1c1449da70e07349" providerId="LiveId" clId="{B6FBDA6B-F2A7-4BBE-A2C3-07D2143358BF}" dt="2026-10-11T16:13:48.683" v="22796" actId="164"/>
          <ac:spMkLst>
            <pc:docMk/>
            <pc:sldMk cId="3863969180" sldId="424"/>
            <ac:spMk id="1371" creationId="{78F255D8-F4C0-4E9B-2B5E-9BA7D69CB5D7}"/>
          </ac:spMkLst>
        </pc:spChg>
        <pc:spChg chg="add mod">
          <ac:chgData name="elvio rodriguez" userId="1c1449da70e07349" providerId="LiveId" clId="{B6FBDA6B-F2A7-4BBE-A2C3-07D2143358BF}" dt="2026-10-11T16:14:01.638" v="22798" actId="164"/>
          <ac:spMkLst>
            <pc:docMk/>
            <pc:sldMk cId="3863969180" sldId="424"/>
            <ac:spMk id="1372" creationId="{EF8ABB1C-CFE6-883B-FD12-667735109794}"/>
          </ac:spMkLst>
        </pc:spChg>
        <pc:spChg chg="add mod">
          <ac:chgData name="elvio rodriguez" userId="1c1449da70e07349" providerId="LiveId" clId="{B6FBDA6B-F2A7-4BBE-A2C3-07D2143358BF}" dt="2026-10-11T16:14:39.240" v="22810" actId="1076"/>
          <ac:spMkLst>
            <pc:docMk/>
            <pc:sldMk cId="3863969180" sldId="424"/>
            <ac:spMk id="1373" creationId="{B4835C63-EC2F-F455-A40B-3459627845EF}"/>
          </ac:spMkLst>
        </pc:spChg>
        <pc:spChg chg="add mod">
          <ac:chgData name="elvio rodriguez" userId="1c1449da70e07349" providerId="LiveId" clId="{B6FBDA6B-F2A7-4BBE-A2C3-07D2143358BF}" dt="2026-10-11T16:14:13.071" v="22799" actId="164"/>
          <ac:spMkLst>
            <pc:docMk/>
            <pc:sldMk cId="3863969180" sldId="424"/>
            <ac:spMk id="1374" creationId="{6CC0F992-ACE8-A435-8057-57D26DD0EF61}"/>
          </ac:spMkLst>
        </pc:spChg>
        <pc:spChg chg="add mod">
          <ac:chgData name="elvio rodriguez" userId="1c1449da70e07349" providerId="LiveId" clId="{B6FBDA6B-F2A7-4BBE-A2C3-07D2143358BF}" dt="2026-10-11T16:12:20.030" v="22760" actId="1036"/>
          <ac:spMkLst>
            <pc:docMk/>
            <pc:sldMk cId="3863969180" sldId="424"/>
            <ac:spMk id="1375" creationId="{94C3270D-DD38-C2F8-1203-E66BECADEC67}"/>
          </ac:spMkLst>
        </pc:spChg>
        <pc:spChg chg="add mod">
          <ac:chgData name="elvio rodriguez" userId="1c1449da70e07349" providerId="LiveId" clId="{B6FBDA6B-F2A7-4BBE-A2C3-07D2143358BF}" dt="2026-10-11T16:08:24.554" v="22684" actId="207"/>
          <ac:spMkLst>
            <pc:docMk/>
            <pc:sldMk cId="3863969180" sldId="424"/>
            <ac:spMk id="1391" creationId="{58918CB7-775F-6486-83B6-A386E9F02D40}"/>
          </ac:spMkLst>
        </pc:spChg>
        <pc:spChg chg="add mod">
          <ac:chgData name="elvio rodriguez" userId="1c1449da70e07349" providerId="LiveId" clId="{B6FBDA6B-F2A7-4BBE-A2C3-07D2143358BF}" dt="2026-10-11T16:15:24.161" v="22822" actId="1035"/>
          <ac:spMkLst>
            <pc:docMk/>
            <pc:sldMk cId="3863969180" sldId="424"/>
            <ac:spMk id="1392" creationId="{E0885427-C51E-AEF9-209E-0699A06E3CF8}"/>
          </ac:spMkLst>
        </pc:spChg>
        <pc:spChg chg="add mod">
          <ac:chgData name="elvio rodriguez" userId="1c1449da70e07349" providerId="LiveId" clId="{B6FBDA6B-F2A7-4BBE-A2C3-07D2143358BF}" dt="2026-10-11T16:15:24.161" v="22822" actId="1035"/>
          <ac:spMkLst>
            <pc:docMk/>
            <pc:sldMk cId="3863969180" sldId="424"/>
            <ac:spMk id="1396" creationId="{B4A44526-E285-7042-CCBD-4266C7945B69}"/>
          </ac:spMkLst>
        </pc:spChg>
        <pc:spChg chg="add mod">
          <ac:chgData name="elvio rodriguez" userId="1c1449da70e07349" providerId="LiveId" clId="{B6FBDA6B-F2A7-4BBE-A2C3-07D2143358BF}" dt="2026-10-11T16:15:24.161" v="22822" actId="1035"/>
          <ac:spMkLst>
            <pc:docMk/>
            <pc:sldMk cId="3863969180" sldId="424"/>
            <ac:spMk id="1397" creationId="{8103854B-EFAA-F58C-3408-074DD5D84778}"/>
          </ac:spMkLst>
        </pc:spChg>
        <pc:spChg chg="add mod ord">
          <ac:chgData name="elvio rodriguez" userId="1c1449da70e07349" providerId="LiveId" clId="{B6FBDA6B-F2A7-4BBE-A2C3-07D2143358BF}" dt="2026-10-11T16:09:58.430" v="22701" actId="207"/>
          <ac:spMkLst>
            <pc:docMk/>
            <pc:sldMk cId="3863969180" sldId="424"/>
            <ac:spMk id="1398" creationId="{1BDD7D17-AE1C-F521-7EA0-C8516F0FE704}"/>
          </ac:spMkLst>
        </pc:spChg>
        <pc:spChg chg="add mod">
          <ac:chgData name="elvio rodriguez" userId="1c1449da70e07349" providerId="LiveId" clId="{B6FBDA6B-F2A7-4BBE-A2C3-07D2143358BF}" dt="2026-10-12T20:18:51.261" v="34267" actId="113"/>
          <ac:spMkLst>
            <pc:docMk/>
            <pc:sldMk cId="3863969180" sldId="424"/>
            <ac:spMk id="1400" creationId="{3A7B2D28-4E9A-ED84-75C0-7103FE721AE2}"/>
          </ac:spMkLst>
        </pc:spChg>
        <pc:spChg chg="add mod">
          <ac:chgData name="elvio rodriguez" userId="1c1449da70e07349" providerId="LiveId" clId="{B6FBDA6B-F2A7-4BBE-A2C3-07D2143358BF}" dt="2026-10-12T20:18:51.261" v="34267" actId="113"/>
          <ac:spMkLst>
            <pc:docMk/>
            <pc:sldMk cId="3863969180" sldId="424"/>
            <ac:spMk id="1401" creationId="{AD82FB59-A79D-CE8D-37DF-094B11FD74CF}"/>
          </ac:spMkLst>
        </pc:spChg>
        <pc:spChg chg="add mod">
          <ac:chgData name="elvio rodriguez" userId="1c1449da70e07349" providerId="LiveId" clId="{B6FBDA6B-F2A7-4BBE-A2C3-07D2143358BF}" dt="2026-10-12T20:18:51.261" v="34267" actId="113"/>
          <ac:spMkLst>
            <pc:docMk/>
            <pc:sldMk cId="3863969180" sldId="424"/>
            <ac:spMk id="1407" creationId="{9BCCD895-CB28-7CFD-4A49-BCC7ACE93E22}"/>
          </ac:spMkLst>
        </pc:spChg>
        <pc:spChg chg="add mod">
          <ac:chgData name="elvio rodriguez" userId="1c1449da70e07349" providerId="LiveId" clId="{B6FBDA6B-F2A7-4BBE-A2C3-07D2143358BF}" dt="2026-10-11T16:20:06.588" v="23062" actId="20577"/>
          <ac:spMkLst>
            <pc:docMk/>
            <pc:sldMk cId="3863969180" sldId="424"/>
            <ac:spMk id="1408" creationId="{FBFF1157-53C9-248B-913A-0DED1560A5A3}"/>
          </ac:spMkLst>
        </pc:spChg>
        <pc:grpChg chg="mod">
          <ac:chgData name="elvio rodriguez" userId="1c1449da70e07349" providerId="LiveId" clId="{B6FBDA6B-F2A7-4BBE-A2C3-07D2143358BF}" dt="2026-10-11T15:55:26.507" v="22342" actId="1076"/>
          <ac:grpSpMkLst>
            <pc:docMk/>
            <pc:sldMk cId="3863969180" sldId="424"/>
            <ac:grpSpMk id="28" creationId="{11DE13AD-BEA8-EA0B-D403-4BB4386431BA}"/>
          </ac:grpSpMkLst>
        </pc:grpChg>
        <pc:grpChg chg="mod">
          <ac:chgData name="elvio rodriguez" userId="1c1449da70e07349" providerId="LiveId" clId="{B6FBDA6B-F2A7-4BBE-A2C3-07D2143358BF}" dt="2026-10-11T15:55:26.507" v="22342" actId="1076"/>
          <ac:grpSpMkLst>
            <pc:docMk/>
            <pc:sldMk cId="3863969180" sldId="424"/>
            <ac:grpSpMk id="60" creationId="{C79ABEAC-4160-96EC-0E6E-495D8B4F740C}"/>
          </ac:grpSpMkLst>
        </pc:grpChg>
        <pc:grpChg chg="mod">
          <ac:chgData name="elvio rodriguez" userId="1c1449da70e07349" providerId="LiveId" clId="{B6FBDA6B-F2A7-4BBE-A2C3-07D2143358BF}" dt="2026-10-11T15:59:30.910" v="22450" actId="1076"/>
          <ac:grpSpMkLst>
            <pc:docMk/>
            <pc:sldMk cId="3863969180" sldId="424"/>
            <ac:grpSpMk id="239" creationId="{EAC35589-B3CF-CBB6-969F-117D6D451E0E}"/>
          </ac:grpSpMkLst>
        </pc:grpChg>
        <pc:grpChg chg="mod">
          <ac:chgData name="elvio rodriguez" userId="1c1449da70e07349" providerId="LiveId" clId="{B6FBDA6B-F2A7-4BBE-A2C3-07D2143358BF}" dt="2026-10-11T16:13:48.683" v="22796" actId="164"/>
          <ac:grpSpMkLst>
            <pc:docMk/>
            <pc:sldMk cId="3863969180" sldId="424"/>
            <ac:grpSpMk id="249" creationId="{D65816FA-43CD-079C-C087-A1446AC17244}"/>
          </ac:grpSpMkLst>
        </pc:grpChg>
        <pc:grpChg chg="mod">
          <ac:chgData name="elvio rodriguez" userId="1c1449da70e07349" providerId="LiveId" clId="{B6FBDA6B-F2A7-4BBE-A2C3-07D2143358BF}" dt="2026-10-11T16:13:48.683" v="22796" actId="164"/>
          <ac:grpSpMkLst>
            <pc:docMk/>
            <pc:sldMk cId="3863969180" sldId="424"/>
            <ac:grpSpMk id="269" creationId="{0945DA47-1BAE-0CD3-50F3-965E9657C80E}"/>
          </ac:grpSpMkLst>
        </pc:grpChg>
        <pc:grpChg chg="mod">
          <ac:chgData name="elvio rodriguez" userId="1c1449da70e07349" providerId="LiveId" clId="{B6FBDA6B-F2A7-4BBE-A2C3-07D2143358BF}" dt="2026-10-11T16:13:48.683" v="22796" actId="164"/>
          <ac:grpSpMkLst>
            <pc:docMk/>
            <pc:sldMk cId="3863969180" sldId="424"/>
            <ac:grpSpMk id="275" creationId="{B6BD6B6C-0062-3E07-9AEB-D327FFCB2A4A}"/>
          </ac:grpSpMkLst>
        </pc:grpChg>
        <pc:grpChg chg="mod">
          <ac:chgData name="elvio rodriguez" userId="1c1449da70e07349" providerId="LiveId" clId="{B6FBDA6B-F2A7-4BBE-A2C3-07D2143358BF}" dt="2026-10-11T16:02:04.928" v="22509" actId="1076"/>
          <ac:grpSpMkLst>
            <pc:docMk/>
            <pc:sldMk cId="3863969180" sldId="424"/>
            <ac:grpSpMk id="294" creationId="{FBEDA31D-2B55-87B4-8A59-5283716009F3}"/>
          </ac:grpSpMkLst>
        </pc:grpChg>
        <pc:grpChg chg="add del mod">
          <ac:chgData name="elvio rodriguez" userId="1c1449da70e07349" providerId="LiveId" clId="{B6FBDA6B-F2A7-4BBE-A2C3-07D2143358BF}" dt="2026-10-11T16:14:39.240" v="22810" actId="1076"/>
          <ac:grpSpMkLst>
            <pc:docMk/>
            <pc:sldMk cId="3863969180" sldId="424"/>
            <ac:grpSpMk id="470" creationId="{F8D0B8AC-37B8-C80F-3A93-AD8BDB969FE1}"/>
          </ac:grpSpMkLst>
        </pc:grpChg>
        <pc:grpChg chg="add mod">
          <ac:chgData name="elvio rodriguez" userId="1c1449da70e07349" providerId="LiveId" clId="{B6FBDA6B-F2A7-4BBE-A2C3-07D2143358BF}" dt="2026-10-11T16:05:17.100" v="22589" actId="1076"/>
          <ac:grpSpMkLst>
            <pc:docMk/>
            <pc:sldMk cId="3863969180" sldId="424"/>
            <ac:grpSpMk id="1134" creationId="{2F357734-77AC-7AA2-9D1B-10C5024220A7}"/>
          </ac:grpSpMkLst>
        </pc:grpChg>
        <pc:grpChg chg="add mod">
          <ac:chgData name="elvio rodriguez" userId="1c1449da70e07349" providerId="LiveId" clId="{B6FBDA6B-F2A7-4BBE-A2C3-07D2143358BF}" dt="2026-10-11T16:03:32.887" v="22553" actId="571"/>
          <ac:grpSpMkLst>
            <pc:docMk/>
            <pc:sldMk cId="3863969180" sldId="424"/>
            <ac:grpSpMk id="1139" creationId="{622E4AB6-46B2-AFDB-AAD8-3DB957F28B91}"/>
          </ac:grpSpMkLst>
        </pc:grpChg>
        <pc:grpChg chg="add mod">
          <ac:chgData name="elvio rodriguez" userId="1c1449da70e07349" providerId="LiveId" clId="{B6FBDA6B-F2A7-4BBE-A2C3-07D2143358BF}" dt="2026-10-11T16:03:34.443" v="22554" actId="571"/>
          <ac:grpSpMkLst>
            <pc:docMk/>
            <pc:sldMk cId="3863969180" sldId="424"/>
            <ac:grpSpMk id="1144" creationId="{153759CB-F80C-526E-471F-9B6B011C148F}"/>
          </ac:grpSpMkLst>
        </pc:grpChg>
        <pc:grpChg chg="mod">
          <ac:chgData name="elvio rodriguez" userId="1c1449da70e07349" providerId="LiveId" clId="{B6FBDA6B-F2A7-4BBE-A2C3-07D2143358BF}" dt="2026-10-11T16:14:34.246" v="22807" actId="1076"/>
          <ac:grpSpMkLst>
            <pc:docMk/>
            <pc:sldMk cId="3863969180" sldId="424"/>
            <ac:grpSpMk id="1406" creationId="{590305C2-B102-9E6B-F4C8-F23CBA888860}"/>
          </ac:grpSpMkLst>
        </pc:grpChg>
        <pc:picChg chg="add mod">
          <ac:chgData name="elvio rodriguez" userId="1c1449da70e07349" providerId="LiveId" clId="{B6FBDA6B-F2A7-4BBE-A2C3-07D2143358BF}" dt="2026-10-11T16:08:45.499" v="22687" actId="208"/>
          <ac:picMkLst>
            <pc:docMk/>
            <pc:sldMk cId="3863969180" sldId="424"/>
            <ac:picMk id="241" creationId="{31A81CAD-B50A-8B44-4ADB-EF97253AC0AC}"/>
          </ac:picMkLst>
        </pc:picChg>
        <pc:picChg chg="add mod">
          <ac:chgData name="elvio rodriguez" userId="1c1449da70e07349" providerId="LiveId" clId="{B6FBDA6B-F2A7-4BBE-A2C3-07D2143358BF}" dt="2026-10-11T16:07:38.453" v="22663" actId="1076"/>
          <ac:picMkLst>
            <pc:docMk/>
            <pc:sldMk cId="3863969180" sldId="424"/>
            <ac:picMk id="468" creationId="{48BC99BC-63B8-B689-0669-CFF6A7F8B2C3}"/>
          </ac:picMkLst>
        </pc:picChg>
        <pc:picChg chg="add mod">
          <ac:chgData name="elvio rodriguez" userId="1c1449da70e07349" providerId="LiveId" clId="{B6FBDA6B-F2A7-4BBE-A2C3-07D2143358BF}" dt="2026-10-11T16:08:54.807" v="22688" actId="208"/>
          <ac:picMkLst>
            <pc:docMk/>
            <pc:sldMk cId="3863969180" sldId="424"/>
            <ac:picMk id="1383" creationId="{3BC2B5D1-6F93-91E0-502E-127CC228E424}"/>
          </ac:picMkLst>
        </pc:picChg>
        <pc:picChg chg="add mod ord">
          <ac:chgData name="elvio rodriguez" userId="1c1449da70e07349" providerId="LiveId" clId="{B6FBDA6B-F2A7-4BBE-A2C3-07D2143358BF}" dt="2026-10-11T16:09:24.409" v="22693" actId="208"/>
          <ac:picMkLst>
            <pc:docMk/>
            <pc:sldMk cId="3863969180" sldId="424"/>
            <ac:picMk id="1388" creationId="{7F0E53A5-E08C-7332-495F-EFB5DD7E29FA}"/>
          </ac:picMkLst>
        </pc:picChg>
        <pc:picChg chg="add mod ord">
          <ac:chgData name="elvio rodriguez" userId="1c1449da70e07349" providerId="LiveId" clId="{B6FBDA6B-F2A7-4BBE-A2C3-07D2143358BF}" dt="2026-10-11T16:09:50.707" v="22699" actId="208"/>
          <ac:picMkLst>
            <pc:docMk/>
            <pc:sldMk cId="3863969180" sldId="424"/>
            <ac:picMk id="1389" creationId="{B56E6159-7458-FD0D-D4DA-0CBFAE09E96E}"/>
          </ac:picMkLst>
        </pc:picChg>
        <pc:picChg chg="add mod ord">
          <ac:chgData name="elvio rodriguez" userId="1c1449da70e07349" providerId="LiveId" clId="{B6FBDA6B-F2A7-4BBE-A2C3-07D2143358BF}" dt="2026-10-11T16:09:54.518" v="22700" actId="208"/>
          <ac:picMkLst>
            <pc:docMk/>
            <pc:sldMk cId="3863969180" sldId="424"/>
            <ac:picMk id="1390" creationId="{BB1B95F2-BF8B-89B9-5EB0-F5BC6B185D0C}"/>
          </ac:picMkLst>
        </pc:picChg>
        <pc:cxnChg chg="mod">
          <ac:chgData name="elvio rodriguez" userId="1c1449da70e07349" providerId="LiveId" clId="{B6FBDA6B-F2A7-4BBE-A2C3-07D2143358BF}" dt="2026-10-11T15:55:30.172" v="22348" actId="1037"/>
          <ac:cxnSpMkLst>
            <pc:docMk/>
            <pc:sldMk cId="3863969180" sldId="424"/>
            <ac:cxnSpMk id="231" creationId="{E9298A16-1CBE-CD31-2E2D-DDFB2913BAD3}"/>
          </ac:cxnSpMkLst>
        </pc:cxnChg>
      </pc:sldChg>
      <pc:sldChg chg="addSp delSp modSp add mod modTransition delAnim modAnim">
        <pc:chgData name="elvio rodriguez" userId="1c1449da70e07349" providerId="LiveId" clId="{B6FBDA6B-F2A7-4BBE-A2C3-07D2143358BF}" dt="2026-10-12T20:17:23.048" v="34265"/>
        <pc:sldMkLst>
          <pc:docMk/>
          <pc:sldMk cId="662140736" sldId="425"/>
        </pc:sldMkLst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662140736" sldId="425"/>
            <ac:spMk id="3" creationId="{F4D64DB3-0154-20F7-93E5-5DF7A7F9221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662140736" sldId="425"/>
            <ac:spMk id="4" creationId="{64376914-CBC7-0BC8-9BF6-DAFC915D3D8B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662140736" sldId="425"/>
            <ac:spMk id="5" creationId="{A4FBA8D6-00DE-DBF7-DB04-E64347B2F5B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662140736" sldId="425"/>
            <ac:spMk id="7" creationId="{8067AFA5-8886-344D-3413-77C39AA32A2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662140736" sldId="425"/>
            <ac:spMk id="10" creationId="{E05E9CBE-353C-F679-C053-5B117D28F033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662140736" sldId="425"/>
            <ac:spMk id="11" creationId="{6678319C-F1B2-FCAC-2E2F-A81E3C7EDE35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662140736" sldId="425"/>
            <ac:spMk id="232" creationId="{11200949-6C76-EBFB-43E9-1AD5CF976F58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662140736" sldId="425"/>
            <ac:spMk id="233" creationId="{AD98B2B3-DFF0-A948-3EE6-0E17BB0742BD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662140736" sldId="425"/>
            <ac:spMk id="234" creationId="{C6B1BC68-2D52-4EBA-DF7B-DC6230EC6A9C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662140736" sldId="425"/>
            <ac:spMk id="235" creationId="{5EFFCC64-02CE-2C62-FC12-62E4D43FF3D8}"/>
          </ac:spMkLst>
        </pc:spChg>
        <pc:spChg chg="add del mod">
          <ac:chgData name="elvio rodriguez" userId="1c1449da70e07349" providerId="LiveId" clId="{B6FBDA6B-F2A7-4BBE-A2C3-07D2143358BF}" dt="2026-10-12T14:47:08.553" v="29378" actId="790"/>
          <ac:spMkLst>
            <pc:docMk/>
            <pc:sldMk cId="662140736" sldId="425"/>
            <ac:spMk id="236" creationId="{64A38F8A-AE92-DDF8-4C0C-A00708A53FD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662140736" sldId="425"/>
            <ac:spMk id="238" creationId="{837D0CD7-15C7-ACC7-07D0-12EAD9CC9ED9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662140736" sldId="425"/>
            <ac:spMk id="264" creationId="{8CD79FA2-881D-190B-0DC3-732F591CB688}"/>
          </ac:spMkLst>
        </pc:spChg>
        <pc:cxnChg chg="add mod">
          <ac:chgData name="elvio rodriguez" userId="1c1449da70e07349" providerId="LiveId" clId="{B6FBDA6B-F2A7-4BBE-A2C3-07D2143358BF}" dt="2026-10-11T17:31:37.922" v="24195" actId="208"/>
          <ac:cxnSpMkLst>
            <pc:docMk/>
            <pc:sldMk cId="662140736" sldId="425"/>
            <ac:cxnSpMk id="242" creationId="{7504525B-FEA8-261E-0120-6D26428C15D6}"/>
          </ac:cxnSpMkLst>
        </pc:cxnChg>
        <pc:cxnChg chg="add mod">
          <ac:chgData name="elvio rodriguez" userId="1c1449da70e07349" providerId="LiveId" clId="{B6FBDA6B-F2A7-4BBE-A2C3-07D2143358BF}" dt="2026-10-11T17:32:31.084" v="24207" actId="1036"/>
          <ac:cxnSpMkLst>
            <pc:docMk/>
            <pc:sldMk cId="662140736" sldId="425"/>
            <ac:cxnSpMk id="258" creationId="{E2EFD0E2-C521-F1A0-B9C5-B08C19043BF2}"/>
          </ac:cxnSpMkLst>
        </pc:cxnChg>
      </pc:sldChg>
      <pc:sldChg chg="addSp delSp modSp add mod modTransition modAnim">
        <pc:chgData name="elvio rodriguez" userId="1c1449da70e07349" providerId="LiveId" clId="{B6FBDA6B-F2A7-4BBE-A2C3-07D2143358BF}" dt="2026-10-12T20:21:53.862" v="34313"/>
        <pc:sldMkLst>
          <pc:docMk/>
          <pc:sldMk cId="1833177385" sldId="426"/>
        </pc:sldMkLst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833177385" sldId="426"/>
            <ac:spMk id="2" creationId="{27520B7A-A90C-FF69-3ABB-6475FD058B9A}"/>
          </ac:spMkLst>
        </pc:spChg>
        <pc:spChg chg="add mod">
          <ac:chgData name="elvio rodriguez" userId="1c1449da70e07349" providerId="LiveId" clId="{B6FBDA6B-F2A7-4BBE-A2C3-07D2143358BF}" dt="2026-10-12T14:50:09.719" v="29404" actId="1076"/>
          <ac:spMkLst>
            <pc:docMk/>
            <pc:sldMk cId="1833177385" sldId="426"/>
            <ac:spMk id="3" creationId="{2716A794-CA83-A55F-E097-5BD5545BD832}"/>
          </ac:spMkLst>
        </pc:spChg>
        <pc:spChg chg="mod">
          <ac:chgData name="elvio rodriguez" userId="1c1449da70e07349" providerId="LiveId" clId="{B6FBDA6B-F2A7-4BBE-A2C3-07D2143358BF}" dt="2026-10-12T14:42:07.531" v="29292" actId="1076"/>
          <ac:spMkLst>
            <pc:docMk/>
            <pc:sldMk cId="1833177385" sldId="426"/>
            <ac:spMk id="4" creationId="{DA395B9A-9D5A-DDE2-2BB9-907DF30A89A4}"/>
          </ac:spMkLst>
        </pc:spChg>
        <pc:spChg chg="add mod">
          <ac:chgData name="elvio rodriguez" userId="1c1449da70e07349" providerId="LiveId" clId="{B6FBDA6B-F2A7-4BBE-A2C3-07D2143358BF}" dt="2026-10-12T14:43:27.735" v="29304" actId="1038"/>
          <ac:spMkLst>
            <pc:docMk/>
            <pc:sldMk cId="1833177385" sldId="426"/>
            <ac:spMk id="5" creationId="{4D2C9977-7946-94D9-28D0-1280BD559930}"/>
          </ac:spMkLst>
        </pc:spChg>
        <pc:spChg chg="add mod ord">
          <ac:chgData name="elvio rodriguez" userId="1c1449da70e07349" providerId="LiveId" clId="{B6FBDA6B-F2A7-4BBE-A2C3-07D2143358BF}" dt="2026-10-12T14:43:27.735" v="29304" actId="1038"/>
          <ac:spMkLst>
            <pc:docMk/>
            <pc:sldMk cId="1833177385" sldId="426"/>
            <ac:spMk id="9" creationId="{BCA4C5A7-27F7-7E6F-1D86-5BCB51BF1E34}"/>
          </ac:spMkLst>
        </pc:spChg>
        <pc:spChg chg="add mod">
          <ac:chgData name="elvio rodriguez" userId="1c1449da70e07349" providerId="LiveId" clId="{B6FBDA6B-F2A7-4BBE-A2C3-07D2143358BF}" dt="2026-10-12T14:43:27.735" v="29304" actId="1038"/>
          <ac:spMkLst>
            <pc:docMk/>
            <pc:sldMk cId="1833177385" sldId="426"/>
            <ac:spMk id="10" creationId="{021E0F65-4572-3B89-B116-E6BF9D552311}"/>
          </ac:spMkLst>
        </pc:spChg>
        <pc:spChg chg="add mod">
          <ac:chgData name="elvio rodriguez" userId="1c1449da70e07349" providerId="LiveId" clId="{B6FBDA6B-F2A7-4BBE-A2C3-07D2143358BF}" dt="2026-10-11T22:56:27.084" v="29068" actId="14100"/>
          <ac:spMkLst>
            <pc:docMk/>
            <pc:sldMk cId="1833177385" sldId="426"/>
            <ac:spMk id="11" creationId="{19019AA0-0DB0-1242-276B-37304124FA0D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833177385" sldId="426"/>
            <ac:spMk id="13" creationId="{A7819E08-4B63-F98F-A92C-0046C50A3580}"/>
          </ac:spMkLst>
        </pc:spChg>
        <pc:spChg chg="add mod">
          <ac:chgData name="elvio rodriguez" userId="1c1449da70e07349" providerId="LiveId" clId="{B6FBDA6B-F2A7-4BBE-A2C3-07D2143358BF}" dt="2026-10-11T22:56:34.539" v="29070" actId="1076"/>
          <ac:spMkLst>
            <pc:docMk/>
            <pc:sldMk cId="1833177385" sldId="426"/>
            <ac:spMk id="14" creationId="{D158CC73-7C68-DCCE-3AF7-9CEFA1E354E8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833177385" sldId="426"/>
            <ac:spMk id="15" creationId="{1BE4305E-94DD-BA39-A1EC-4335504BACEE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833177385" sldId="426"/>
            <ac:spMk id="16" creationId="{C2FE4F1A-FC92-85A0-26AD-23F8028CA31E}"/>
          </ac:spMkLst>
        </pc:spChg>
        <pc:spChg chg="add mod ord">
          <ac:chgData name="elvio rodriguez" userId="1c1449da70e07349" providerId="LiveId" clId="{B6FBDA6B-F2A7-4BBE-A2C3-07D2143358BF}" dt="2026-10-12T14:47:08.553" v="29378" actId="790"/>
          <ac:spMkLst>
            <pc:docMk/>
            <pc:sldMk cId="1833177385" sldId="426"/>
            <ac:spMk id="17" creationId="{7221841A-B021-49D5-3C9D-E95F131CFBA3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833177385" sldId="426"/>
            <ac:spMk id="19" creationId="{A39E3AE8-1C83-2F19-A269-65A6D43079F1}"/>
          </ac:spMkLst>
        </pc:spChg>
        <pc:spChg chg="add mod">
          <ac:chgData name="elvio rodriguez" userId="1c1449da70e07349" providerId="LiveId" clId="{B6FBDA6B-F2A7-4BBE-A2C3-07D2143358BF}" dt="2026-10-12T19:11:09.206" v="32600" actId="20577"/>
          <ac:spMkLst>
            <pc:docMk/>
            <pc:sldMk cId="1833177385" sldId="426"/>
            <ac:spMk id="20" creationId="{3D02D29B-5968-8901-93EF-945665649AE6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833177385" sldId="426"/>
            <ac:spMk id="21" creationId="{2907806D-9635-FDB8-9EAF-36FD5963982A}"/>
          </ac:spMkLst>
        </pc:spChg>
        <pc:spChg chg="add mod">
          <ac:chgData name="elvio rodriguez" userId="1c1449da70e07349" providerId="LiveId" clId="{B6FBDA6B-F2A7-4BBE-A2C3-07D2143358BF}" dt="2026-10-11T22:58:00.167" v="29102" actId="1038"/>
          <ac:spMkLst>
            <pc:docMk/>
            <pc:sldMk cId="1833177385" sldId="426"/>
            <ac:spMk id="24" creationId="{1CCC4794-AD34-4E0C-8D8C-8FC28B5D6532}"/>
          </ac:spMkLst>
        </pc:spChg>
        <pc:spChg chg="add mod">
          <ac:chgData name="elvio rodriguez" userId="1c1449da70e07349" providerId="LiveId" clId="{B6FBDA6B-F2A7-4BBE-A2C3-07D2143358BF}" dt="2026-10-11T22:58:00.167" v="29102" actId="1038"/>
          <ac:spMkLst>
            <pc:docMk/>
            <pc:sldMk cId="1833177385" sldId="426"/>
            <ac:spMk id="26" creationId="{695982F3-8CE0-5713-D4F0-5A700063A002}"/>
          </ac:spMkLst>
        </pc:spChg>
        <pc:spChg chg="add mod">
          <ac:chgData name="elvio rodriguez" userId="1c1449da70e07349" providerId="LiveId" clId="{B6FBDA6B-F2A7-4BBE-A2C3-07D2143358BF}" dt="2026-10-12T14:50:03.974" v="29403" actId="207"/>
          <ac:spMkLst>
            <pc:docMk/>
            <pc:sldMk cId="1833177385" sldId="426"/>
            <ac:spMk id="32" creationId="{8DA4B514-AD8C-13E6-41FB-4CDD6E3B8701}"/>
          </ac:spMkLst>
        </pc:spChg>
        <pc:spChg chg="add mod">
          <ac:chgData name="elvio rodriguez" userId="1c1449da70e07349" providerId="LiveId" clId="{B6FBDA6B-F2A7-4BBE-A2C3-07D2143358BF}" dt="2026-10-12T14:50:21.273" v="29422" actId="1076"/>
          <ac:spMkLst>
            <pc:docMk/>
            <pc:sldMk cId="1833177385" sldId="426"/>
            <ac:spMk id="33" creationId="{2561FB0B-CAAF-F193-9C6D-57F9D0B7A409}"/>
          </ac:spMkLst>
        </pc:spChg>
        <pc:spChg chg="add mod">
          <ac:chgData name="elvio rodriguez" userId="1c1449da70e07349" providerId="LiveId" clId="{B6FBDA6B-F2A7-4BBE-A2C3-07D2143358BF}" dt="2026-10-12T14:50:45.124" v="29427" actId="1076"/>
          <ac:spMkLst>
            <pc:docMk/>
            <pc:sldMk cId="1833177385" sldId="426"/>
            <ac:spMk id="34" creationId="{BA609A4B-ACD0-F0A5-846D-5D15EB2C8F35}"/>
          </ac:spMkLst>
        </pc:spChg>
        <pc:spChg chg="add mod">
          <ac:chgData name="elvio rodriguez" userId="1c1449da70e07349" providerId="LiveId" clId="{B6FBDA6B-F2A7-4BBE-A2C3-07D2143358BF}" dt="2026-10-11T22:58:24.217" v="29132" actId="20577"/>
          <ac:spMkLst>
            <pc:docMk/>
            <pc:sldMk cId="1833177385" sldId="426"/>
            <ac:spMk id="36" creationId="{F297CF45-8B26-786B-6B3D-D015F522531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833177385" sldId="426"/>
            <ac:spMk id="39" creationId="{2A3D33EB-0546-9143-35EF-E489A111F626}"/>
          </ac:spMkLst>
        </pc:spChg>
        <pc:spChg chg="mod">
          <ac:chgData name="elvio rodriguez" userId="1c1449da70e07349" providerId="LiveId" clId="{B6FBDA6B-F2A7-4BBE-A2C3-07D2143358BF}" dt="2026-10-12T14:43:43.179" v="29306" actId="20577"/>
          <ac:spMkLst>
            <pc:docMk/>
            <pc:sldMk cId="1833177385" sldId="426"/>
            <ac:spMk id="49" creationId="{95FC0383-B498-A867-19A5-F45F85538D3C}"/>
          </ac:spMkLst>
        </pc:spChg>
        <pc:spChg chg="add mod ord">
          <ac:chgData name="elvio rodriguez" userId="1c1449da70e07349" providerId="LiveId" clId="{B6FBDA6B-F2A7-4BBE-A2C3-07D2143358BF}" dt="2026-10-11T23:01:07.153" v="29154" actId="1076"/>
          <ac:spMkLst>
            <pc:docMk/>
            <pc:sldMk cId="1833177385" sldId="426"/>
            <ac:spMk id="50" creationId="{B8DED963-CA4A-0E57-F581-63BC5A7B18A9}"/>
          </ac:spMkLst>
        </pc:spChg>
        <pc:spChg chg="add mod">
          <ac:chgData name="elvio rodriguez" userId="1c1449da70e07349" providerId="LiveId" clId="{B6FBDA6B-F2A7-4BBE-A2C3-07D2143358BF}" dt="2026-10-11T23:01:23.036" v="29156" actId="207"/>
          <ac:spMkLst>
            <pc:docMk/>
            <pc:sldMk cId="1833177385" sldId="426"/>
            <ac:spMk id="51" creationId="{DC2FBAF2-E6BF-F347-A6D0-A6B3F8A76065}"/>
          </ac:spMkLst>
        </pc:spChg>
        <pc:spChg chg="add mod">
          <ac:chgData name="elvio rodriguez" userId="1c1449da70e07349" providerId="LiveId" clId="{B6FBDA6B-F2A7-4BBE-A2C3-07D2143358BF}" dt="2026-10-12T14:48:27.943" v="29384" actId="2085"/>
          <ac:spMkLst>
            <pc:docMk/>
            <pc:sldMk cId="1833177385" sldId="426"/>
            <ac:spMk id="52" creationId="{E42E097E-0FD0-C398-CC1D-43BBF4BDFA32}"/>
          </ac:spMkLst>
        </pc:spChg>
        <pc:spChg chg="add mod">
          <ac:chgData name="elvio rodriguez" userId="1c1449da70e07349" providerId="LiveId" clId="{B6FBDA6B-F2A7-4BBE-A2C3-07D2143358BF}" dt="2026-10-12T14:48:27.943" v="29384" actId="2085"/>
          <ac:spMkLst>
            <pc:docMk/>
            <pc:sldMk cId="1833177385" sldId="426"/>
            <ac:spMk id="53" creationId="{425649A6-0214-A6CA-1684-669BD4449584}"/>
          </ac:spMkLst>
        </pc:spChg>
        <pc:spChg chg="add mod">
          <ac:chgData name="elvio rodriguez" userId="1c1449da70e07349" providerId="LiveId" clId="{B6FBDA6B-F2A7-4BBE-A2C3-07D2143358BF}" dt="2026-10-11T23:03:45.694" v="29181" actId="207"/>
          <ac:spMkLst>
            <pc:docMk/>
            <pc:sldMk cId="1833177385" sldId="426"/>
            <ac:spMk id="54" creationId="{0BC1AB3F-B2AF-4338-D92E-90FB72BA6029}"/>
          </ac:spMkLst>
        </pc:spChg>
        <pc:spChg chg="add mod">
          <ac:chgData name="elvio rodriguez" userId="1c1449da70e07349" providerId="LiveId" clId="{B6FBDA6B-F2A7-4BBE-A2C3-07D2143358BF}" dt="2026-10-11T23:04:12.363" v="29187" actId="14100"/>
          <ac:spMkLst>
            <pc:docMk/>
            <pc:sldMk cId="1833177385" sldId="426"/>
            <ac:spMk id="55" creationId="{E0961C2A-B6ED-89AF-7350-3DDD117026DD}"/>
          </ac:spMkLst>
        </pc:spChg>
        <pc:spChg chg="add mod">
          <ac:chgData name="elvio rodriguez" userId="1c1449da70e07349" providerId="LiveId" clId="{B6FBDA6B-F2A7-4BBE-A2C3-07D2143358BF}" dt="2026-10-12T16:07:08.327" v="30203" actId="1076"/>
          <ac:spMkLst>
            <pc:docMk/>
            <pc:sldMk cId="1833177385" sldId="426"/>
            <ac:spMk id="56" creationId="{6A426C03-8079-D1A0-39EF-6F032CF1BEE2}"/>
          </ac:spMkLst>
        </pc:spChg>
        <pc:spChg chg="add mod">
          <ac:chgData name="elvio rodriguez" userId="1c1449da70e07349" providerId="LiveId" clId="{B6FBDA6B-F2A7-4BBE-A2C3-07D2143358BF}" dt="2026-10-12T14:41:45.895" v="29290" actId="113"/>
          <ac:spMkLst>
            <pc:docMk/>
            <pc:sldMk cId="1833177385" sldId="426"/>
            <ac:spMk id="71" creationId="{DCA6ED73-6B0B-9953-5035-27C69460C1B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833177385" sldId="426"/>
            <ac:spMk id="77" creationId="{CC439E5D-78B9-1775-066F-EB0198B68E53}"/>
          </ac:spMkLst>
        </pc:spChg>
        <pc:cxnChg chg="add mod">
          <ac:chgData name="elvio rodriguez" userId="1c1449da70e07349" providerId="LiveId" clId="{B6FBDA6B-F2A7-4BBE-A2C3-07D2143358BF}" dt="2026-10-12T14:44:52.128" v="29350" actId="1037"/>
          <ac:cxnSpMkLst>
            <pc:docMk/>
            <pc:sldMk cId="1833177385" sldId="426"/>
            <ac:cxnSpMk id="7" creationId="{310FB99B-C903-25C2-C19B-229B2E7302D9}"/>
          </ac:cxnSpMkLst>
        </pc:cxnChg>
        <pc:cxnChg chg="add mod">
          <ac:chgData name="elvio rodriguez" userId="1c1449da70e07349" providerId="LiveId" clId="{B6FBDA6B-F2A7-4BBE-A2C3-07D2143358BF}" dt="2026-10-12T14:43:27.735" v="29304" actId="1038"/>
          <ac:cxnSpMkLst>
            <pc:docMk/>
            <pc:sldMk cId="1833177385" sldId="426"/>
            <ac:cxnSpMk id="22" creationId="{8C88A10C-1733-CED2-C6BB-EA687F2EABFC}"/>
          </ac:cxnSpMkLst>
        </pc:cxnChg>
        <pc:cxnChg chg="add mod">
          <ac:chgData name="elvio rodriguez" userId="1c1449da70e07349" providerId="LiveId" clId="{B6FBDA6B-F2A7-4BBE-A2C3-07D2143358BF}" dt="2026-10-11T22:58:00.167" v="29102" actId="1038"/>
          <ac:cxnSpMkLst>
            <pc:docMk/>
            <pc:sldMk cId="1833177385" sldId="426"/>
            <ac:cxnSpMk id="27" creationId="{FF2396DF-0C27-98CC-8FD9-91046649E246}"/>
          </ac:cxnSpMkLst>
        </pc:cxnChg>
        <pc:cxnChg chg="add mod">
          <ac:chgData name="elvio rodriguez" userId="1c1449da70e07349" providerId="LiveId" clId="{B6FBDA6B-F2A7-4BBE-A2C3-07D2143358BF}" dt="2026-10-12T14:48:54.798" v="29391" actId="208"/>
          <ac:cxnSpMkLst>
            <pc:docMk/>
            <pc:sldMk cId="1833177385" sldId="426"/>
            <ac:cxnSpMk id="29" creationId="{81462390-DD8B-489D-E3ED-19130992325B}"/>
          </ac:cxnSpMkLst>
        </pc:cxnChg>
        <pc:cxnChg chg="add mod">
          <ac:chgData name="elvio rodriguez" userId="1c1449da70e07349" providerId="LiveId" clId="{B6FBDA6B-F2A7-4BBE-A2C3-07D2143358BF}" dt="2026-10-12T14:48:54.798" v="29391" actId="208"/>
          <ac:cxnSpMkLst>
            <pc:docMk/>
            <pc:sldMk cId="1833177385" sldId="426"/>
            <ac:cxnSpMk id="30" creationId="{4FBDDC79-6C7F-804C-3F60-1552ED126E8A}"/>
          </ac:cxnSpMkLst>
        </pc:cxnChg>
        <pc:cxnChg chg="add mod">
          <ac:chgData name="elvio rodriguez" userId="1c1449da70e07349" providerId="LiveId" clId="{B6FBDA6B-F2A7-4BBE-A2C3-07D2143358BF}" dt="2026-10-11T23:05:49.600" v="29207" actId="693"/>
          <ac:cxnSpMkLst>
            <pc:docMk/>
            <pc:sldMk cId="1833177385" sldId="426"/>
            <ac:cxnSpMk id="58" creationId="{273E5E11-5534-F2DD-4700-5F2D34B1FC7C}"/>
          </ac:cxnSpMkLst>
        </pc:cxnChg>
        <pc:cxnChg chg="add mod">
          <ac:chgData name="elvio rodriguez" userId="1c1449da70e07349" providerId="LiveId" clId="{B6FBDA6B-F2A7-4BBE-A2C3-07D2143358BF}" dt="2026-10-11T23:05:49.600" v="29207" actId="693"/>
          <ac:cxnSpMkLst>
            <pc:docMk/>
            <pc:sldMk cId="1833177385" sldId="426"/>
            <ac:cxnSpMk id="59" creationId="{96DD0389-AA0B-72FE-4BCF-39604E3A71D6}"/>
          </ac:cxnSpMkLst>
        </pc:cxnChg>
        <pc:cxnChg chg="add mod">
          <ac:chgData name="elvio rodriguez" userId="1c1449da70e07349" providerId="LiveId" clId="{B6FBDA6B-F2A7-4BBE-A2C3-07D2143358BF}" dt="2026-10-12T16:07:08.327" v="30203" actId="1076"/>
          <ac:cxnSpMkLst>
            <pc:docMk/>
            <pc:sldMk cId="1833177385" sldId="426"/>
            <ac:cxnSpMk id="63" creationId="{7B26660E-BB9C-C02D-801B-98A6F83AA07E}"/>
          </ac:cxnSpMkLst>
        </pc:cxnChg>
        <pc:cxnChg chg="add mod">
          <ac:chgData name="elvio rodriguez" userId="1c1449da70e07349" providerId="LiveId" clId="{B6FBDA6B-F2A7-4BBE-A2C3-07D2143358BF}" dt="2026-10-11T23:05:49.600" v="29207" actId="693"/>
          <ac:cxnSpMkLst>
            <pc:docMk/>
            <pc:sldMk cId="1833177385" sldId="426"/>
            <ac:cxnSpMk id="67" creationId="{1C5F1056-360E-64CD-5277-5E4C88E75337}"/>
          </ac:cxnSpMkLst>
        </pc:cxnChg>
        <pc:cxnChg chg="add mod">
          <ac:chgData name="elvio rodriguez" userId="1c1449da70e07349" providerId="LiveId" clId="{B6FBDA6B-F2A7-4BBE-A2C3-07D2143358BF}" dt="2026-10-11T23:08:12.617" v="29278" actId="14100"/>
          <ac:cxnSpMkLst>
            <pc:docMk/>
            <pc:sldMk cId="1833177385" sldId="426"/>
            <ac:cxnSpMk id="74" creationId="{9FBBCC13-E409-E2ED-5FA7-32FC479AD31B}"/>
          </ac:cxnSpMkLst>
        </pc:cxnChg>
        <pc:cxnChg chg="add mod">
          <ac:chgData name="elvio rodriguez" userId="1c1449da70e07349" providerId="LiveId" clId="{B6FBDA6B-F2A7-4BBE-A2C3-07D2143358BF}" dt="2026-10-11T23:08:15.290" v="29279" actId="571"/>
          <ac:cxnSpMkLst>
            <pc:docMk/>
            <pc:sldMk cId="1833177385" sldId="426"/>
            <ac:cxnSpMk id="76" creationId="{BEF979BB-1819-D03D-AD8D-ACF1B02EED32}"/>
          </ac:cxnSpMkLst>
        </pc:cxnChg>
      </pc:sldChg>
      <pc:sldChg chg="delSp modSp add mod modTransition">
        <pc:chgData name="elvio rodriguez" userId="1c1449da70e07349" providerId="LiveId" clId="{B6FBDA6B-F2A7-4BBE-A2C3-07D2143358BF}" dt="2026-10-12T20:21:53.862" v="34313"/>
        <pc:sldMkLst>
          <pc:docMk/>
          <pc:sldMk cId="3266140239" sldId="427"/>
        </pc:sldMkLst>
        <pc:spChg chg="mod">
          <ac:chgData name="elvio rodriguez" userId="1c1449da70e07349" providerId="LiveId" clId="{B6FBDA6B-F2A7-4BBE-A2C3-07D2143358BF}" dt="2026-10-11T16:27:48.616" v="23322" actId="14100"/>
          <ac:spMkLst>
            <pc:docMk/>
            <pc:sldMk cId="3266140239" sldId="427"/>
            <ac:spMk id="2" creationId="{4C2FE1C6-C486-E4A5-81F5-D40EBE4245EF}"/>
          </ac:spMkLst>
        </pc:spChg>
        <pc:spChg chg="mod">
          <ac:chgData name="elvio rodriguez" userId="1c1449da70e07349" providerId="LiveId" clId="{B6FBDA6B-F2A7-4BBE-A2C3-07D2143358BF}" dt="2026-10-11T16:28:12.984" v="23371" actId="20577"/>
          <ac:spMkLst>
            <pc:docMk/>
            <pc:sldMk cId="3266140239" sldId="427"/>
            <ac:spMk id="6" creationId="{5C948DCB-DF45-4996-BCB8-0B74E626EB6B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266140239" sldId="427"/>
            <ac:spMk id="119" creationId="{921E25B7-2617-B4A2-D76E-FE876B281D0E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266140239" sldId="427"/>
            <ac:spMk id="120" creationId="{1523A079-B7F7-5752-076E-A57CA465B33C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266140239" sldId="427"/>
            <ac:spMk id="121" creationId="{CF4CAA12-EB86-D2E5-039C-14848568A75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66140239" sldId="427"/>
            <ac:spMk id="122" creationId="{5CF91084-E3D4-576B-DA48-F93E246FD6D3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66140239" sldId="427"/>
            <ac:spMk id="135" creationId="{4C7F44AB-73ED-0912-EE19-160D1AA74850}"/>
          </ac:spMkLst>
        </pc:spChg>
        <pc:spChg chg="mod">
          <ac:chgData name="elvio rodriguez" userId="1c1449da70e07349" providerId="LiveId" clId="{B6FBDA6B-F2A7-4BBE-A2C3-07D2143358BF}" dt="2026-10-11T16:28:17.107" v="23378" actId="1035"/>
          <ac:spMkLst>
            <pc:docMk/>
            <pc:sldMk cId="3266140239" sldId="427"/>
            <ac:spMk id="154" creationId="{3A8AC224-0FC3-A352-3CC5-0CA764D1F618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266140239" sldId="427"/>
            <ac:spMk id="158" creationId="{1856ECCD-A976-E9CC-8082-01EE8BD0CDC3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66140239" sldId="427"/>
            <ac:spMk id="168" creationId="{F53D2636-698F-92FF-BFA7-DC180D088DA0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66140239" sldId="427"/>
            <ac:spMk id="173" creationId="{CCECE543-0C5F-7ED8-3AD5-3FA59FC7CF5D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266140239" sldId="427"/>
            <ac:spMk id="226" creationId="{27BA5F0E-457D-AB62-53A2-C4869791D7C5}"/>
          </ac:spMkLst>
        </pc:spChg>
        <pc:spChg chg="mod">
          <ac:chgData name="elvio rodriguez" userId="1c1449da70e07349" providerId="LiveId" clId="{B6FBDA6B-F2A7-4BBE-A2C3-07D2143358BF}" dt="2026-10-11T16:28:17.107" v="23378" actId="1035"/>
          <ac:spMkLst>
            <pc:docMk/>
            <pc:sldMk cId="3266140239" sldId="427"/>
            <ac:spMk id="233" creationId="{F85EDE23-6FCE-91E7-C0DA-3F974E731CC6}"/>
          </ac:spMkLst>
        </pc:spChg>
        <pc:spChg chg="mod">
          <ac:chgData name="elvio rodriguez" userId="1c1449da70e07349" providerId="LiveId" clId="{B6FBDA6B-F2A7-4BBE-A2C3-07D2143358BF}" dt="2026-10-11T16:28:17.107" v="23378" actId="1035"/>
          <ac:spMkLst>
            <pc:docMk/>
            <pc:sldMk cId="3266140239" sldId="427"/>
            <ac:spMk id="234" creationId="{8553C511-AE58-6739-DAD5-501A7A3408BF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266140239" sldId="427"/>
            <ac:spMk id="236" creationId="{C2D6DCF9-1508-8325-6580-3CDF12A3036C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266140239" sldId="427"/>
            <ac:spMk id="240" creationId="{5D54264E-A47E-8860-86F0-204C1B5B32B0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66140239" sldId="427"/>
            <ac:spMk id="253" creationId="{88E99B3F-1D75-AE69-09A4-0ADE53BAD769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66140239" sldId="427"/>
            <ac:spMk id="281" creationId="{A0739992-BE55-DC60-44F9-B22345120ACE}"/>
          </ac:spMkLst>
        </pc:spChg>
        <pc:spChg chg="mod">
          <ac:chgData name="elvio rodriguez" userId="1c1449da70e07349" providerId="LiveId" clId="{B6FBDA6B-F2A7-4BBE-A2C3-07D2143358BF}" dt="2026-10-11T16:28:17.107" v="23378" actId="1035"/>
          <ac:spMkLst>
            <pc:docMk/>
            <pc:sldMk cId="3266140239" sldId="427"/>
            <ac:spMk id="299" creationId="{59D8027F-F787-9038-F9FD-F695DA33D508}"/>
          </ac:spMkLst>
        </pc:spChg>
        <pc:spChg chg="mod">
          <ac:chgData name="elvio rodriguez" userId="1c1449da70e07349" providerId="LiveId" clId="{B6FBDA6B-F2A7-4BBE-A2C3-07D2143358BF}" dt="2026-10-11T16:28:17.107" v="23378" actId="1035"/>
          <ac:spMkLst>
            <pc:docMk/>
            <pc:sldMk cId="3266140239" sldId="427"/>
            <ac:spMk id="300" creationId="{4F604B9D-04A1-E860-CC7C-35E9236B1BBD}"/>
          </ac:spMkLst>
        </pc:spChg>
        <pc:spChg chg="mod">
          <ac:chgData name="elvio rodriguez" userId="1c1449da70e07349" providerId="LiveId" clId="{B6FBDA6B-F2A7-4BBE-A2C3-07D2143358BF}" dt="2026-10-11T16:28:17.107" v="23378" actId="1035"/>
          <ac:spMkLst>
            <pc:docMk/>
            <pc:sldMk cId="3266140239" sldId="427"/>
            <ac:spMk id="301" creationId="{EDC162C5-8FF4-64C5-5DBA-05998E702CF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66140239" sldId="427"/>
            <ac:spMk id="321" creationId="{612494FF-03B9-DC52-86E5-CA3605E60287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266140239" sldId="427"/>
            <ac:spMk id="325" creationId="{65BCD8CD-3DA9-635B-2AEA-E155E8F73CB7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266140239" sldId="427"/>
            <ac:spMk id="326" creationId="{1A555303-E5CB-A693-505F-9C77807980F9}"/>
          </ac:spMkLst>
        </pc:spChg>
        <pc:spChg chg="mod">
          <ac:chgData name="elvio rodriguez" userId="1c1449da70e07349" providerId="LiveId" clId="{B6FBDA6B-F2A7-4BBE-A2C3-07D2143358BF}" dt="2026-10-11T16:28:17.107" v="23378" actId="1035"/>
          <ac:spMkLst>
            <pc:docMk/>
            <pc:sldMk cId="3266140239" sldId="427"/>
            <ac:spMk id="337" creationId="{72DF4D04-F500-B6FF-CE9C-12784F2DF169}"/>
          </ac:spMkLst>
        </pc:spChg>
        <pc:spChg chg="mod">
          <ac:chgData name="elvio rodriguez" userId="1c1449da70e07349" providerId="LiveId" clId="{B6FBDA6B-F2A7-4BBE-A2C3-07D2143358BF}" dt="2026-10-11T16:28:08.220" v="23368" actId="14100"/>
          <ac:spMkLst>
            <pc:docMk/>
            <pc:sldMk cId="3266140239" sldId="427"/>
            <ac:spMk id="338" creationId="{927E9B55-A42F-977B-573F-BC72F6048A82}"/>
          </ac:spMkLst>
        </pc:spChg>
        <pc:spChg chg="mod">
          <ac:chgData name="elvio rodriguez" userId="1c1449da70e07349" providerId="LiveId" clId="{B6FBDA6B-F2A7-4BBE-A2C3-07D2143358BF}" dt="2026-10-11T16:28:17.107" v="23378" actId="1035"/>
          <ac:spMkLst>
            <pc:docMk/>
            <pc:sldMk cId="3266140239" sldId="427"/>
            <ac:spMk id="339" creationId="{6B17B297-8A75-7144-FE0B-FF30F8A30725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66140239" sldId="427"/>
            <ac:spMk id="377" creationId="{0D8A95F4-A89C-9E90-6CDC-6B430CC98C4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66140239" sldId="427"/>
            <ac:spMk id="391" creationId="{85C60A65-793C-D104-E971-3D55067449FF}"/>
          </ac:spMkLst>
        </pc:spChg>
        <pc:spChg chg="mod">
          <ac:chgData name="elvio rodriguez" userId="1c1449da70e07349" providerId="LiveId" clId="{B6FBDA6B-F2A7-4BBE-A2C3-07D2143358BF}" dt="2026-10-11T16:28:17.107" v="23378" actId="1035"/>
          <ac:spMkLst>
            <pc:docMk/>
            <pc:sldMk cId="3266140239" sldId="427"/>
            <ac:spMk id="407" creationId="{79684330-5E11-7DCD-0617-D292D26E95E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66140239" sldId="427"/>
            <ac:spMk id="449" creationId="{29E0BEEA-89A9-653E-3BAD-76C0BAF95FCF}"/>
          </ac:spMkLst>
        </pc:spChg>
      </pc:sldChg>
      <pc:sldChg chg="delSp modSp add mod modTransition">
        <pc:chgData name="elvio rodriguez" userId="1c1449da70e07349" providerId="LiveId" clId="{B6FBDA6B-F2A7-4BBE-A2C3-07D2143358BF}" dt="2026-10-12T20:21:53.862" v="34313"/>
        <pc:sldMkLst>
          <pc:docMk/>
          <pc:sldMk cId="794757500" sldId="428"/>
        </pc:sldMkLst>
        <pc:spChg chg="mod">
          <ac:chgData name="elvio rodriguez" userId="1c1449da70e07349" providerId="LiveId" clId="{B6FBDA6B-F2A7-4BBE-A2C3-07D2143358BF}" dt="2026-10-11T16:30:38.147" v="23536" actId="1037"/>
          <ac:spMkLst>
            <pc:docMk/>
            <pc:sldMk cId="794757500" sldId="428"/>
            <ac:spMk id="4" creationId="{844F192D-A1CD-18B7-E704-B7A08011F982}"/>
          </ac:spMkLst>
        </pc:spChg>
        <pc:spChg chg="mod">
          <ac:chgData name="elvio rodriguez" userId="1c1449da70e07349" providerId="LiveId" clId="{B6FBDA6B-F2A7-4BBE-A2C3-07D2143358BF}" dt="2026-10-11T16:28:24.040" v="23379" actId="20577"/>
          <ac:spMkLst>
            <pc:docMk/>
            <pc:sldMk cId="794757500" sldId="428"/>
            <ac:spMk id="6" creationId="{7B2B2251-8152-88AA-7F82-9D258F946D6F}"/>
          </ac:spMkLst>
        </pc:spChg>
        <pc:spChg chg="mod">
          <ac:chgData name="elvio rodriguez" userId="1c1449da70e07349" providerId="LiveId" clId="{B6FBDA6B-F2A7-4BBE-A2C3-07D2143358BF}" dt="2026-10-11T20:51:22.797" v="26983" actId="113"/>
          <ac:spMkLst>
            <pc:docMk/>
            <pc:sldMk cId="794757500" sldId="428"/>
            <ac:spMk id="10" creationId="{3A840192-6243-CE26-E016-52A9830935E9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794757500" sldId="428"/>
            <ac:spMk id="17" creationId="{480714BD-F220-7DD7-AA19-53AFA81E604F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794757500" sldId="428"/>
            <ac:spMk id="24" creationId="{7DADBA6A-54C8-727E-6934-FC0B20C9255F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794757500" sldId="428"/>
            <ac:spMk id="27" creationId="{C232D426-A93B-542A-D0EE-FED342CC19CF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794757500" sldId="428"/>
            <ac:spMk id="42" creationId="{A3D42C73-935E-273E-0A50-BFA07A92A52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794757500" sldId="428"/>
            <ac:spMk id="50" creationId="{0F520EF6-A484-BE37-5EFB-2A50EDDB4513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794757500" sldId="428"/>
            <ac:spMk id="75" creationId="{3F854263-7C63-AFDC-DAB2-D9B97E61A306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794757500" sldId="428"/>
            <ac:spMk id="85" creationId="{D9EAA788-08BC-CD3D-8689-969121A9288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794757500" sldId="428"/>
            <ac:spMk id="86" creationId="{36F0969B-4F9A-5F0A-EB9A-993F7AB0F3A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794757500" sldId="428"/>
            <ac:spMk id="109" creationId="{71812536-9D0A-3719-1893-06E05DB8E2E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794757500" sldId="428"/>
            <ac:spMk id="122" creationId="{BE2569B1-C6AD-3A34-DC9C-A692E58BFA85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794757500" sldId="428"/>
            <ac:spMk id="134" creationId="{748593CE-F258-63D9-B980-6BC9240FCB3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794757500" sldId="428"/>
            <ac:spMk id="138" creationId="{D1EEFA7E-50EC-EB54-8F10-47DF0F397541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794757500" sldId="428"/>
            <ac:spMk id="150" creationId="{8793C53B-EBD5-4B1C-2634-D6B8B56A925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794757500" sldId="428"/>
            <ac:spMk id="158" creationId="{87A5F31E-260F-E991-B7CB-47227AD0A87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794757500" sldId="428"/>
            <ac:spMk id="162" creationId="{1FDB5873-A0EB-F1B2-5908-13D0E071FB73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794757500" sldId="428"/>
            <ac:spMk id="176" creationId="{02D96437-0FA2-D66F-E357-9E27FC878B28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794757500" sldId="428"/>
            <ac:spMk id="199" creationId="{27BA5FA9-27E9-4CD7-9812-1CF765ACF92E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794757500" sldId="428"/>
            <ac:spMk id="204" creationId="{DB332DFA-E6F3-E3C6-1F72-C71EE45171E3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794757500" sldId="428"/>
            <ac:spMk id="209" creationId="{46C02918-A8C8-BD45-84E4-C5453E3DD704}"/>
          </ac:spMkLst>
        </pc:spChg>
      </pc:sldChg>
      <pc:sldChg chg="addSp delSp modSp new mod modTransition modClrScheme modAnim chgLayout">
        <pc:chgData name="elvio rodriguez" userId="1c1449da70e07349" providerId="LiveId" clId="{B6FBDA6B-F2A7-4BBE-A2C3-07D2143358BF}" dt="2026-10-20T20:25:39.404" v="34844" actId="1076"/>
        <pc:sldMkLst>
          <pc:docMk/>
          <pc:sldMk cId="1559467114" sldId="429"/>
        </pc:sldMkLst>
        <pc:spChg chg="mod ord">
          <ac:chgData name="elvio rodriguez" userId="1c1449da70e07349" providerId="LiveId" clId="{B6FBDA6B-F2A7-4BBE-A2C3-07D2143358BF}" dt="2026-10-12T14:47:08.553" v="29378" actId="790"/>
          <ac:spMkLst>
            <pc:docMk/>
            <pc:sldMk cId="1559467114" sldId="429"/>
            <ac:spMk id="2" creationId="{69E02EBD-467B-0903-B44C-BEE67AC5026A}"/>
          </ac:spMkLst>
        </pc:spChg>
        <pc:spChg chg="add mod ord">
          <ac:chgData name="elvio rodriguez" userId="1c1449da70e07349" providerId="LiveId" clId="{B6FBDA6B-F2A7-4BBE-A2C3-07D2143358BF}" dt="2026-10-20T20:25:04.339" v="34837" actId="1036"/>
          <ac:spMkLst>
            <pc:docMk/>
            <pc:sldMk cId="1559467114" sldId="429"/>
            <ac:spMk id="3" creationId="{1652B015-5DFB-E6AC-4963-FA60CE3695FF}"/>
          </ac:spMkLst>
        </pc:spChg>
        <pc:spChg chg="add mod">
          <ac:chgData name="elvio rodriguez" userId="1c1449da70e07349" providerId="LiveId" clId="{B6FBDA6B-F2A7-4BBE-A2C3-07D2143358BF}" dt="2026-10-20T20:25:39.404" v="34844" actId="1076"/>
          <ac:spMkLst>
            <pc:docMk/>
            <pc:sldMk cId="1559467114" sldId="429"/>
            <ac:spMk id="6" creationId="{D2D4F87F-D87F-9E82-D295-9B6D9B8F8A2D}"/>
          </ac:spMkLst>
        </pc:spChg>
        <pc:picChg chg="add mod">
          <ac:chgData name="elvio rodriguez" userId="1c1449da70e07349" providerId="LiveId" clId="{B6FBDA6B-F2A7-4BBE-A2C3-07D2143358BF}" dt="2026-10-20T20:25:04.339" v="34837" actId="1036"/>
          <ac:picMkLst>
            <pc:docMk/>
            <pc:sldMk cId="1559467114" sldId="429"/>
            <ac:picMk id="5" creationId="{4AABB3D4-B153-4EAF-E542-1D7A2A879D19}"/>
          </ac:picMkLst>
        </pc:picChg>
      </pc:sldChg>
      <pc:sldChg chg="addSp delSp modSp add mod modTransition">
        <pc:chgData name="elvio rodriguez" userId="1c1449da70e07349" providerId="LiveId" clId="{B6FBDA6B-F2A7-4BBE-A2C3-07D2143358BF}" dt="2026-10-20T20:28:48.568" v="34872" actId="1076"/>
        <pc:sldMkLst>
          <pc:docMk/>
          <pc:sldMk cId="840838345" sldId="430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840838345" sldId="430"/>
            <ac:spMk id="2" creationId="{52A8F323-2A50-5BCB-2C98-B8000E1A6471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40838345" sldId="430"/>
            <ac:spMk id="5" creationId="{EC3DCA49-F48F-E1B6-A89B-BC528D9720D1}"/>
          </ac:spMkLst>
        </pc:spChg>
        <pc:spChg chg="add mod">
          <ac:chgData name="elvio rodriguez" userId="1c1449da70e07349" providerId="LiveId" clId="{B6FBDA6B-F2A7-4BBE-A2C3-07D2143358BF}" dt="2026-10-20T20:28:48.568" v="34872" actId="1076"/>
          <ac:spMkLst>
            <pc:docMk/>
            <pc:sldMk cId="840838345" sldId="430"/>
            <ac:spMk id="6" creationId="{F68B0F93-DA2F-6AFA-600D-DAF9794218E0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40838345" sldId="430"/>
            <ac:spMk id="10" creationId="{F981CDA3-7A50-E6C3-8A5D-F4A8F33CF6A2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40838345" sldId="430"/>
            <ac:spMk id="11" creationId="{7C8669C6-E054-C409-148D-429FC10C559E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40838345" sldId="430"/>
            <ac:spMk id="13" creationId="{8A944CB3-0357-2646-5E7F-BE9B866BC133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40838345" sldId="430"/>
            <ac:spMk id="16" creationId="{1633CEFE-0001-E83A-CEC8-A2AF18CCA517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40838345" sldId="430"/>
            <ac:spMk id="18" creationId="{3D62C771-70F7-E314-CE24-D236DD4019FD}"/>
          </ac:spMkLst>
        </pc:spChg>
        <pc:picChg chg="add mod">
          <ac:chgData name="elvio rodriguez" userId="1c1449da70e07349" providerId="LiveId" clId="{B6FBDA6B-F2A7-4BBE-A2C3-07D2143358BF}" dt="2026-10-11T21:01:06.223" v="27243" actId="1076"/>
          <ac:picMkLst>
            <pc:docMk/>
            <pc:sldMk cId="840838345" sldId="430"/>
            <ac:picMk id="4" creationId="{38127437-26EE-55C5-2699-67799738385A}"/>
          </ac:picMkLst>
        </pc:picChg>
        <pc:cxnChg chg="add mod">
          <ac:chgData name="elvio rodriguez" userId="1c1449da70e07349" providerId="LiveId" clId="{B6FBDA6B-F2A7-4BBE-A2C3-07D2143358BF}" dt="2026-10-11T20:59:20.352" v="27181" actId="208"/>
          <ac:cxnSpMkLst>
            <pc:docMk/>
            <pc:sldMk cId="840838345" sldId="430"/>
            <ac:cxnSpMk id="9" creationId="{1A801D30-D3D2-DDC4-17D3-F85F6D23E1AF}"/>
          </ac:cxnSpMkLst>
        </pc:cxnChg>
        <pc:cxnChg chg="add mod">
          <ac:chgData name="elvio rodriguez" userId="1c1449da70e07349" providerId="LiveId" clId="{B6FBDA6B-F2A7-4BBE-A2C3-07D2143358BF}" dt="2026-10-11T21:02:13.228" v="27288" actId="1038"/>
          <ac:cxnSpMkLst>
            <pc:docMk/>
            <pc:sldMk cId="840838345" sldId="430"/>
            <ac:cxnSpMk id="17" creationId="{33D86900-46D2-AC5D-7E6C-1CF71B4A6AD9}"/>
          </ac:cxnSpMkLst>
        </pc:cxnChg>
      </pc:sldChg>
      <pc:sldChg chg="addSp delSp modSp add mod modTransition delAnim modAnim">
        <pc:chgData name="elvio rodriguez" userId="1c1449da70e07349" providerId="LiveId" clId="{B6FBDA6B-F2A7-4BBE-A2C3-07D2143358BF}" dt="2026-10-20T20:26:09.408" v="34847"/>
        <pc:sldMkLst>
          <pc:docMk/>
          <pc:sldMk cId="2491402533" sldId="431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491402533" sldId="431"/>
            <ac:spMk id="2" creationId="{908DACAC-3478-7F42-6CB4-F4E9060A5160}"/>
          </ac:spMkLst>
        </pc:spChg>
        <pc:spChg chg="add mod">
          <ac:chgData name="elvio rodriguez" userId="1c1449da70e07349" providerId="LiveId" clId="{B6FBDA6B-F2A7-4BBE-A2C3-07D2143358BF}" dt="2026-10-20T20:26:09.408" v="34847"/>
          <ac:spMkLst>
            <pc:docMk/>
            <pc:sldMk cId="2491402533" sldId="431"/>
            <ac:spMk id="4" creationId="{55C38108-2E2C-4B6D-4ED2-5E8B7AAD342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491402533" sldId="431"/>
            <ac:spMk id="7" creationId="{C80A21EF-592F-6CB0-89C2-4E6EB7D7A623}"/>
          </ac:spMkLst>
        </pc:spChg>
        <pc:picChg chg="add mod">
          <ac:chgData name="elvio rodriguez" userId="1c1449da70e07349" providerId="LiveId" clId="{B6FBDA6B-F2A7-4BBE-A2C3-07D2143358BF}" dt="2026-10-11T22:16:42.942" v="28505" actId="1076"/>
          <ac:picMkLst>
            <pc:docMk/>
            <pc:sldMk cId="2491402533" sldId="431"/>
            <ac:picMk id="10" creationId="{81E9319E-910F-1150-FFAF-55D866A506A8}"/>
          </ac:picMkLst>
        </pc:picChg>
      </pc:sldChg>
      <pc:sldChg chg="addSp delSp modSp add mod modTransition delAnim modAnim">
        <pc:chgData name="elvio rodriguez" userId="1c1449da70e07349" providerId="LiveId" clId="{B6FBDA6B-F2A7-4BBE-A2C3-07D2143358BF}" dt="2026-10-12T14:47:08.553" v="29378" actId="790"/>
        <pc:sldMkLst>
          <pc:docMk/>
          <pc:sldMk cId="3836754313" sldId="432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36754313" sldId="432"/>
            <ac:spMk id="2" creationId="{FAB26942-3F6E-506B-CF10-C89A812E311B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836754313" sldId="432"/>
            <ac:spMk id="4" creationId="{99B79DA3-8EF1-BD88-E269-E89F49E9EEED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836754313" sldId="432"/>
            <ac:spMk id="6" creationId="{CF65344B-EACD-7A5E-B17A-B89A10D2AAE6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836754313" sldId="432"/>
            <ac:spMk id="10" creationId="{CE04FFC9-C91D-44B6-E2BA-3A1B92838A48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836754313" sldId="432"/>
            <ac:spMk id="11" creationId="{1FE1EF3C-B835-A056-FD31-F2138D0AD5DD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836754313" sldId="432"/>
            <ac:spMk id="14" creationId="{72AA1C7F-4AEA-2117-3C5A-500C217AB1AC}"/>
          </ac:spMkLst>
        </pc:spChg>
        <pc:cxnChg chg="add mod">
          <ac:chgData name="elvio rodriguez" userId="1c1449da70e07349" providerId="LiveId" clId="{B6FBDA6B-F2A7-4BBE-A2C3-07D2143358BF}" dt="2026-10-11T22:13:08.130" v="28406" actId="20577"/>
          <ac:cxnSpMkLst>
            <pc:docMk/>
            <pc:sldMk cId="3836754313" sldId="432"/>
            <ac:cxnSpMk id="13" creationId="{6A9648E8-A7F6-D64D-D77B-C7F45854E4B6}"/>
          </ac:cxnSpMkLst>
        </pc:cxnChg>
      </pc:sldChg>
      <pc:sldChg chg="addSp delSp modSp add mod modTransition addAnim delAnim modAnim">
        <pc:chgData name="elvio rodriguez" userId="1c1449da70e07349" providerId="LiveId" clId="{B6FBDA6B-F2A7-4BBE-A2C3-07D2143358BF}" dt="2026-10-12T14:47:08.553" v="29378" actId="790"/>
        <pc:sldMkLst>
          <pc:docMk/>
          <pc:sldMk cId="2719749942" sldId="433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719749942" sldId="433"/>
            <ac:spMk id="4" creationId="{FEF4FB72-8496-3CD4-2763-5424107101B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719749942" sldId="433"/>
            <ac:spMk id="7" creationId="{AC89ABEA-9BC3-F020-0A96-88DC56574EF7}"/>
          </ac:spMkLst>
        </pc:spChg>
        <pc:spChg chg="add mod">
          <ac:chgData name="elvio rodriguez" userId="1c1449da70e07349" providerId="LiveId" clId="{B6FBDA6B-F2A7-4BBE-A2C3-07D2143358BF}" dt="2026-10-11T22:13:51.103" v="28428" actId="20577"/>
          <ac:spMkLst>
            <pc:docMk/>
            <pc:sldMk cId="2719749942" sldId="433"/>
            <ac:spMk id="8" creationId="{5ECECF08-AB2F-DA86-FADA-631F18AA2780}"/>
          </ac:spMkLst>
        </pc:spChg>
        <pc:spChg chg="mod">
          <ac:chgData name="elvio rodriguez" userId="1c1449da70e07349" providerId="LiveId" clId="{B6FBDA6B-F2A7-4BBE-A2C3-07D2143358BF}" dt="2026-10-11T22:15:34.539" v="28476" actId="20577"/>
          <ac:spMkLst>
            <pc:docMk/>
            <pc:sldMk cId="2719749942" sldId="433"/>
            <ac:spMk id="9" creationId="{F079A5C8-D706-AD0E-9458-094FA23EAC22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2719749942" sldId="433"/>
            <ac:spMk id="11" creationId="{2BD8B83F-4BC4-ED53-292E-FF962B54BEEA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719749942" sldId="433"/>
            <ac:spMk id="12" creationId="{21BED7F7-03D1-38B8-E702-DF22234E1B6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719749942" sldId="433"/>
            <ac:spMk id="14" creationId="{FE2B1A8A-6E20-FD4B-4CDF-42BA1C3DAEEA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719749942" sldId="433"/>
            <ac:spMk id="15" creationId="{156BBE12-234D-6047-0D8F-0EEF25F76175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2719749942" sldId="433"/>
            <ac:spMk id="16" creationId="{C2DA4309-B5BE-097C-1041-C03773E9277B}"/>
          </ac:spMkLst>
        </pc:spChg>
        <pc:spChg chg="add mod">
          <ac:chgData name="elvio rodriguez" userId="1c1449da70e07349" providerId="LiveId" clId="{B6FBDA6B-F2A7-4BBE-A2C3-07D2143358BF}" dt="2026-10-11T22:18:33.272" v="28600" actId="20577"/>
          <ac:spMkLst>
            <pc:docMk/>
            <pc:sldMk cId="2719749942" sldId="433"/>
            <ac:spMk id="18" creationId="{F58F0C6E-4585-E429-CDEC-7ED7EABC7307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719749942" sldId="433"/>
            <ac:spMk id="20" creationId="{DD690501-AA98-2CBA-39DA-568003898A7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719749942" sldId="433"/>
            <ac:spMk id="22" creationId="{15F1BA80-990F-D725-CEC6-0B1774E96C3B}"/>
          </ac:spMkLst>
        </pc:spChg>
        <pc:spChg chg="add mod">
          <ac:chgData name="elvio rodriguez" userId="1c1449da70e07349" providerId="LiveId" clId="{B6FBDA6B-F2A7-4BBE-A2C3-07D2143358BF}" dt="2026-10-11T19:15:56.741" v="25331" actId="6549"/>
          <ac:spMkLst>
            <pc:docMk/>
            <pc:sldMk cId="2719749942" sldId="433"/>
            <ac:spMk id="23" creationId="{D4C882EF-C777-8021-4525-6011D659F8B3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719749942" sldId="433"/>
            <ac:spMk id="24" creationId="{83855898-16B7-F27A-672F-EB916148651C}"/>
          </ac:spMkLst>
        </pc:spChg>
        <pc:spChg chg="add">
          <ac:chgData name="elvio rodriguez" userId="1c1449da70e07349" providerId="LiveId" clId="{B6FBDA6B-F2A7-4BBE-A2C3-07D2143358BF}" dt="2026-10-11T22:17:59.461" v="28581" actId="22"/>
          <ac:spMkLst>
            <pc:docMk/>
            <pc:sldMk cId="2719749942" sldId="433"/>
            <ac:spMk id="29" creationId="{8CFFD1E1-226A-59CE-2270-0A7ADBB2965A}"/>
          </ac:spMkLst>
        </pc:spChg>
        <pc:spChg chg="add">
          <ac:chgData name="elvio rodriguez" userId="1c1449da70e07349" providerId="LiveId" clId="{B6FBDA6B-F2A7-4BBE-A2C3-07D2143358BF}" dt="2026-10-11T22:19:15.746" v="28618" actId="22"/>
          <ac:spMkLst>
            <pc:docMk/>
            <pc:sldMk cId="2719749942" sldId="433"/>
            <ac:spMk id="31" creationId="{9398148A-9131-2B45-5068-2D0687B39EF8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2719749942" sldId="433"/>
            <ac:spMk id="38" creationId="{D14B14DC-D314-F4D6-0531-C2956F47F6B9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719749942" sldId="433"/>
            <ac:spMk id="39" creationId="{08D84490-4C11-8CD5-1F49-095E7E5E01A8}"/>
          </ac:spMkLst>
        </pc:spChg>
        <pc:spChg chg="add mod">
          <ac:chgData name="elvio rodriguez" userId="1c1449da70e07349" providerId="LiveId" clId="{B6FBDA6B-F2A7-4BBE-A2C3-07D2143358BF}" dt="2026-10-11T22:12:44.582" v="28396" actId="1038"/>
          <ac:spMkLst>
            <pc:docMk/>
            <pc:sldMk cId="2719749942" sldId="433"/>
            <ac:spMk id="43" creationId="{99123C5B-832E-C879-1B41-794A0C77FE7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719749942" sldId="433"/>
            <ac:spMk id="44" creationId="{9CAE8B3D-FCC9-DAC3-EE87-2B06EEA9FD7C}"/>
          </ac:spMkLst>
        </pc:spChg>
        <pc:cxnChg chg="mod">
          <ac:chgData name="elvio rodriguez" userId="1c1449da70e07349" providerId="LiveId" clId="{B6FBDA6B-F2A7-4BBE-A2C3-07D2143358BF}" dt="2026-10-11T22:13:51.103" v="28428" actId="20577"/>
          <ac:cxnSpMkLst>
            <pc:docMk/>
            <pc:sldMk cId="2719749942" sldId="433"/>
            <ac:cxnSpMk id="10" creationId="{B4D09F6A-55F2-6278-74C8-15965E3B6706}"/>
          </ac:cxnSpMkLst>
        </pc:cxnChg>
        <pc:cxnChg chg="add mod">
          <ac:chgData name="elvio rodriguez" userId="1c1449da70e07349" providerId="LiveId" clId="{B6FBDA6B-F2A7-4BBE-A2C3-07D2143358BF}" dt="2026-10-11T19:02:55.436" v="25144"/>
          <ac:cxnSpMkLst>
            <pc:docMk/>
            <pc:sldMk cId="2719749942" sldId="433"/>
            <ac:cxnSpMk id="13" creationId="{98B10A13-2641-E3E3-DBA8-453BE3D8C4FD}"/>
          </ac:cxnSpMkLst>
        </pc:cxnChg>
        <pc:cxnChg chg="add mod">
          <ac:chgData name="elvio rodriguez" userId="1c1449da70e07349" providerId="LiveId" clId="{B6FBDA6B-F2A7-4BBE-A2C3-07D2143358BF}" dt="2026-10-11T19:02:55.436" v="25144"/>
          <ac:cxnSpMkLst>
            <pc:docMk/>
            <pc:sldMk cId="2719749942" sldId="433"/>
            <ac:cxnSpMk id="17" creationId="{CA45DC15-051F-0A15-F7AC-D862A0B0C21D}"/>
          </ac:cxnSpMkLst>
        </pc:cxnChg>
        <pc:cxnChg chg="add mod">
          <ac:chgData name="elvio rodriguez" userId="1c1449da70e07349" providerId="LiveId" clId="{B6FBDA6B-F2A7-4BBE-A2C3-07D2143358BF}" dt="2026-10-11T19:03:34.813" v="25150" actId="1076"/>
          <ac:cxnSpMkLst>
            <pc:docMk/>
            <pc:sldMk cId="2719749942" sldId="433"/>
            <ac:cxnSpMk id="21" creationId="{72909AF7-1E8B-B764-1EB9-16D2E658C8AF}"/>
          </ac:cxnSpMkLst>
        </pc:cxnChg>
        <pc:cxnChg chg="add mod">
          <ac:chgData name="elvio rodriguez" userId="1c1449da70e07349" providerId="LiveId" clId="{B6FBDA6B-F2A7-4BBE-A2C3-07D2143358BF}" dt="2026-10-11T19:03:34.813" v="25150" actId="1076"/>
          <ac:cxnSpMkLst>
            <pc:docMk/>
            <pc:sldMk cId="2719749942" sldId="433"/>
            <ac:cxnSpMk id="25" creationId="{4FBEC77A-FFEE-7087-F0A9-B12B2B91588B}"/>
          </ac:cxnSpMkLst>
        </pc:cxnChg>
        <pc:cxnChg chg="add mod">
          <ac:chgData name="elvio rodriguez" userId="1c1449da70e07349" providerId="LiveId" clId="{B6FBDA6B-F2A7-4BBE-A2C3-07D2143358BF}" dt="2026-10-11T19:19:23.086" v="25360" actId="553"/>
          <ac:cxnSpMkLst>
            <pc:docMk/>
            <pc:sldMk cId="2719749942" sldId="433"/>
            <ac:cxnSpMk id="27" creationId="{15D85BDB-040A-03AF-7AAE-66E354267959}"/>
          </ac:cxnSpMkLst>
        </pc:cxnChg>
      </pc:sldChg>
      <pc:sldChg chg="addSp modSp add mod modTransition modAnim">
        <pc:chgData name="elvio rodriguez" userId="1c1449da70e07349" providerId="LiveId" clId="{B6FBDA6B-F2A7-4BBE-A2C3-07D2143358BF}" dt="2026-10-12T14:47:08.553" v="29378" actId="790"/>
        <pc:sldMkLst>
          <pc:docMk/>
          <pc:sldMk cId="2635516025" sldId="434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635516025" sldId="434"/>
            <ac:spMk id="2" creationId="{9EFEB1BC-A906-A44D-1AB2-68CE312CDD2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635516025" sldId="434"/>
            <ac:spMk id="3" creationId="{A1A031B8-4A77-9473-23BE-BB19765AABC9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635516025" sldId="434"/>
            <ac:spMk id="4" creationId="{2DFE75E1-179B-032F-9603-CFA18878E4E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635516025" sldId="434"/>
            <ac:spMk id="6" creationId="{E1CC5979-9FA1-382C-FBCA-9225CF0FBD38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635516025" sldId="434"/>
            <ac:spMk id="7" creationId="{42C9E6C6-E734-D117-10C0-F37FB28A487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635516025" sldId="434"/>
            <ac:spMk id="10" creationId="{3C9A76B5-3473-598D-7291-95C9818E651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635516025" sldId="434"/>
            <ac:spMk id="11" creationId="{48CE1AF4-CF4C-599D-5E51-98F3DB438B3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635516025" sldId="434"/>
            <ac:spMk id="14" creationId="{978F9240-20E9-BC33-6E6A-1C02953C5B0E}"/>
          </ac:spMkLst>
        </pc:spChg>
        <pc:cxnChg chg="add mod">
          <ac:chgData name="elvio rodriguez" userId="1c1449da70e07349" providerId="LiveId" clId="{B6FBDA6B-F2A7-4BBE-A2C3-07D2143358BF}" dt="2026-10-11T19:01:13.557" v="25115" actId="20577"/>
          <ac:cxnSpMkLst>
            <pc:docMk/>
            <pc:sldMk cId="2635516025" sldId="434"/>
            <ac:cxnSpMk id="5" creationId="{2DD3FB80-B1F4-1211-7BD9-61F47A972032}"/>
          </ac:cxnSpMkLst>
        </pc:cxnChg>
        <pc:cxnChg chg="mod">
          <ac:chgData name="elvio rodriguez" userId="1c1449da70e07349" providerId="LiveId" clId="{B6FBDA6B-F2A7-4BBE-A2C3-07D2143358BF}" dt="2026-10-11T22:13:25.148" v="28412" actId="20577"/>
          <ac:cxnSpMkLst>
            <pc:docMk/>
            <pc:sldMk cId="2635516025" sldId="434"/>
            <ac:cxnSpMk id="13" creationId="{07B677E2-C4B2-E1BE-294E-8E2824888FC5}"/>
          </ac:cxnSpMkLst>
        </pc:cxnChg>
      </pc:sldChg>
      <pc:sldChg chg="addSp delSp modSp add mod modTransition">
        <pc:chgData name="elvio rodriguez" userId="1c1449da70e07349" providerId="LiveId" clId="{B6FBDA6B-F2A7-4BBE-A2C3-07D2143358BF}" dt="2026-10-12T14:47:08.553" v="29378" actId="790"/>
        <pc:sldMkLst>
          <pc:docMk/>
          <pc:sldMk cId="3866633089" sldId="435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6633089" sldId="435"/>
            <ac:spMk id="2" creationId="{977DC792-BCE9-56F7-4B31-B93F5782F227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6633089" sldId="435"/>
            <ac:spMk id="3" creationId="{B05A693F-973A-505C-D2FD-6355B9644F9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6633089" sldId="435"/>
            <ac:spMk id="4" creationId="{557E6586-05A5-450C-221E-7D406DA362E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6633089" sldId="435"/>
            <ac:spMk id="6" creationId="{D01BEF0F-2385-9F2F-3EB2-637975B915C5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6633089" sldId="435"/>
            <ac:spMk id="7" creationId="{CCE4C616-B6BD-9815-C0CD-F397EAF859E0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866633089" sldId="435"/>
            <ac:spMk id="9" creationId="{FFEAFCAB-6E7B-A92E-99EE-74817759036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6633089" sldId="435"/>
            <ac:spMk id="11" creationId="{0945EA05-706E-52EB-B8DB-D4AF9FEB758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866633089" sldId="435"/>
            <ac:spMk id="14" creationId="{2D4C0247-C295-CA15-0CBB-296198C6AB29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866633089" sldId="435"/>
            <ac:spMk id="15" creationId="{9E85F13C-86E2-354A-2943-8BAB4ACA29D6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866633089" sldId="435"/>
            <ac:spMk id="16" creationId="{D61E09AF-1158-7A4D-BE9C-8C17E066B03D}"/>
          </ac:spMkLst>
        </pc:spChg>
        <pc:cxnChg chg="mod">
          <ac:chgData name="elvio rodriguez" userId="1c1449da70e07349" providerId="LiveId" clId="{B6FBDA6B-F2A7-4BBE-A2C3-07D2143358BF}" dt="2026-10-11T22:10:45.838" v="28350"/>
          <ac:cxnSpMkLst>
            <pc:docMk/>
            <pc:sldMk cId="3866633089" sldId="435"/>
            <ac:cxnSpMk id="13" creationId="{D6A81D50-1807-CD18-B8D8-22DBA3B6CC35}"/>
          </ac:cxnSpMkLst>
        </pc:cxnChg>
        <pc:cxnChg chg="add mod">
          <ac:chgData name="elvio rodriguez" userId="1c1449da70e07349" providerId="LiveId" clId="{B6FBDA6B-F2A7-4BBE-A2C3-07D2143358BF}" dt="2026-10-11T19:02:08.887" v="25127" actId="571"/>
          <ac:cxnSpMkLst>
            <pc:docMk/>
            <pc:sldMk cId="3866633089" sldId="435"/>
            <ac:cxnSpMk id="17" creationId="{D2F8E1D7-9B3E-CA10-BBEA-C10CB9B6DFC8}"/>
          </ac:cxnSpMkLst>
        </pc:cxnChg>
      </pc:sldChg>
      <pc:sldChg chg="addSp modSp add mod modTransition">
        <pc:chgData name="elvio rodriguez" userId="1c1449da70e07349" providerId="LiveId" clId="{B6FBDA6B-F2A7-4BBE-A2C3-07D2143358BF}" dt="2026-10-12T14:47:08.553" v="29378" actId="790"/>
        <pc:sldMkLst>
          <pc:docMk/>
          <pc:sldMk cId="3946516772" sldId="436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946516772" sldId="436"/>
            <ac:spMk id="2" creationId="{4B603691-BAA4-1053-8BAA-8A955CAF4B5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946516772" sldId="436"/>
            <ac:spMk id="3" creationId="{8FF75AF2-8934-1893-D187-4EBA186612E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946516772" sldId="436"/>
            <ac:spMk id="4" creationId="{580FE318-7A3F-690E-87EC-30C253ECD80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946516772" sldId="436"/>
            <ac:spMk id="6" creationId="{83F576BA-20FB-7227-2D3A-68BDAFB739E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946516772" sldId="436"/>
            <ac:spMk id="7" creationId="{7D7B800A-1729-9A15-1B92-1E644D932C2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946516772" sldId="436"/>
            <ac:spMk id="8" creationId="{3C253CA2-B3F3-F598-96FF-C66F1538846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946516772" sldId="436"/>
            <ac:spMk id="10" creationId="{D584719B-F725-D511-8033-04CEC63791DE}"/>
          </ac:spMkLst>
        </pc:spChg>
        <pc:spChg chg="mod">
          <ac:chgData name="elvio rodriguez" userId="1c1449da70e07349" providerId="LiveId" clId="{B6FBDA6B-F2A7-4BBE-A2C3-07D2143358BF}" dt="2026-10-11T22:13:34.836" v="28416" actId="20577"/>
          <ac:spMkLst>
            <pc:docMk/>
            <pc:sldMk cId="3946516772" sldId="436"/>
            <ac:spMk id="11" creationId="{7E678C99-3A66-8F67-9590-DDA305E3B55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946516772" sldId="436"/>
            <ac:spMk id="14" creationId="{94C16AF1-C4C6-C25C-D6DC-0E669BD94BC8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946516772" sldId="436"/>
            <ac:spMk id="15" creationId="{944B4F19-DC46-D11E-4D5F-F68C3B7236F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946516772" sldId="436"/>
            <ac:spMk id="16" creationId="{D0904C0F-0964-D111-167C-A21FCE81729A}"/>
          </ac:spMkLst>
        </pc:spChg>
        <pc:cxnChg chg="mod">
          <ac:chgData name="elvio rodriguez" userId="1c1449da70e07349" providerId="LiveId" clId="{B6FBDA6B-F2A7-4BBE-A2C3-07D2143358BF}" dt="2026-10-11T22:13:34.836" v="28416" actId="20577"/>
          <ac:cxnSpMkLst>
            <pc:docMk/>
            <pc:sldMk cId="3946516772" sldId="436"/>
            <ac:cxnSpMk id="13" creationId="{4118E689-3D56-68B8-B28D-F1D42E415063}"/>
          </ac:cxnSpMkLst>
        </pc:cxnChg>
      </pc:sldChg>
      <pc:sldChg chg="addSp delSp modSp add mod modTransition delAnim modAnim">
        <pc:chgData name="elvio rodriguez" userId="1c1449da70e07349" providerId="LiveId" clId="{B6FBDA6B-F2A7-4BBE-A2C3-07D2143358BF}" dt="2026-10-12T14:47:08.553" v="29378" actId="790"/>
        <pc:sldMkLst>
          <pc:docMk/>
          <pc:sldMk cId="2458797867" sldId="437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458797867" sldId="437"/>
            <ac:spMk id="2" creationId="{E81E9F8C-0F25-5ADB-9638-99579E6AACA5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458797867" sldId="437"/>
            <ac:spMk id="3" creationId="{70249B4D-998E-9A51-93D4-E79F1A046F9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458797867" sldId="437"/>
            <ac:spMk id="4" creationId="{B50C33A4-0E65-07DE-8C61-6B624A84750B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458797867" sldId="437"/>
            <ac:spMk id="6" creationId="{C46D496B-8340-1FC8-13B6-114A4D11D97C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458797867" sldId="437"/>
            <ac:spMk id="7" creationId="{2E56F8E1-4762-F70C-DDD7-4D1D5933DA21}"/>
          </ac:spMkLst>
        </pc:spChg>
        <pc:spChg chg="mod">
          <ac:chgData name="elvio rodriguez" userId="1c1449da70e07349" providerId="LiveId" clId="{B6FBDA6B-F2A7-4BBE-A2C3-07D2143358BF}" dt="2026-10-11T22:13:59.489" v="28436" actId="20577"/>
          <ac:spMkLst>
            <pc:docMk/>
            <pc:sldMk cId="2458797867" sldId="437"/>
            <ac:spMk id="8" creationId="{F773AB02-CFDE-B140-F0FD-5A44EF872128}"/>
          </ac:spMkLst>
        </pc:spChg>
        <pc:spChg chg="mod">
          <ac:chgData name="elvio rodriguez" userId="1c1449da70e07349" providerId="LiveId" clId="{B6FBDA6B-F2A7-4BBE-A2C3-07D2143358BF}" dt="2026-10-11T22:15:46.969" v="28488" actId="20577"/>
          <ac:spMkLst>
            <pc:docMk/>
            <pc:sldMk cId="2458797867" sldId="437"/>
            <ac:spMk id="9" creationId="{D3E9E4E9-3390-A47D-BE4F-52FA2AC1939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458797867" sldId="437"/>
            <ac:spMk id="11" creationId="{150C2B59-ABD9-C47A-A5CE-FE6571B6A54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458797867" sldId="437"/>
            <ac:spMk id="12" creationId="{8928761A-C788-0A4F-A2B0-5EFCA256D6FF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458797867" sldId="437"/>
            <ac:spMk id="14" creationId="{83A2DD1E-EF70-9607-319F-9FF3A994B96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458797867" sldId="437"/>
            <ac:spMk id="16" creationId="{1325F491-334D-FBFB-798D-A06640BA7DD1}"/>
          </ac:spMkLst>
        </pc:spChg>
        <pc:spChg chg="mod">
          <ac:chgData name="elvio rodriguez" userId="1c1449da70e07349" providerId="LiveId" clId="{B6FBDA6B-F2A7-4BBE-A2C3-07D2143358BF}" dt="2026-10-11T22:18:42.970" v="28608" actId="20577"/>
          <ac:spMkLst>
            <pc:docMk/>
            <pc:sldMk cId="2458797867" sldId="437"/>
            <ac:spMk id="18" creationId="{C51F2EE5-F818-55EA-9A8F-DB4F2FBAD9B1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458797867" sldId="437"/>
            <ac:spMk id="20" creationId="{C78088C6-4995-597A-5702-D3E7C35D2730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458797867" sldId="437"/>
            <ac:spMk id="22" creationId="{73EC9426-951E-E30E-B708-F4E935BE97C1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458797867" sldId="437"/>
            <ac:spMk id="23" creationId="{A744F272-B6DF-726B-8377-AC90A195B22C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458797867" sldId="437"/>
            <ac:spMk id="24" creationId="{420B0658-7A51-3290-76AF-DC08DB4A2FA3}"/>
          </ac:spMkLst>
        </pc:spChg>
        <pc:spChg chg="add mod">
          <ac:chgData name="elvio rodriguez" userId="1c1449da70e07349" providerId="LiveId" clId="{B6FBDA6B-F2A7-4BBE-A2C3-07D2143358BF}" dt="2026-10-11T22:03:20.699" v="28212" actId="554"/>
          <ac:spMkLst>
            <pc:docMk/>
            <pc:sldMk cId="2458797867" sldId="437"/>
            <ac:spMk id="26" creationId="{948A70EE-14C5-2BFB-674C-3F54C182755A}"/>
          </ac:spMkLst>
        </pc:spChg>
        <pc:spChg chg="add">
          <ac:chgData name="elvio rodriguez" userId="1c1449da70e07349" providerId="LiveId" clId="{B6FBDA6B-F2A7-4BBE-A2C3-07D2143358BF}" dt="2026-10-11T22:19:21.064" v="28622" actId="22"/>
          <ac:spMkLst>
            <pc:docMk/>
            <pc:sldMk cId="2458797867" sldId="437"/>
            <ac:spMk id="28" creationId="{F7EB1417-0D60-7B49-D326-52199F9C418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458797867" sldId="437"/>
            <ac:spMk id="33" creationId="{13A88132-CE07-4564-3289-90CB483FC15C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2458797867" sldId="437"/>
            <ac:spMk id="34" creationId="{8A86D866-171C-385A-EF40-35768EAFC06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458797867" sldId="437"/>
            <ac:spMk id="36" creationId="{815A3F31-D970-6822-9657-60B0CE843DF9}"/>
          </ac:spMkLst>
        </pc:spChg>
        <pc:spChg chg="add mod">
          <ac:chgData name="elvio rodriguez" userId="1c1449da70e07349" providerId="LiveId" clId="{B6FBDA6B-F2A7-4BBE-A2C3-07D2143358BF}" dt="2026-10-11T19:27:14.985" v="25439"/>
          <ac:spMkLst>
            <pc:docMk/>
            <pc:sldMk cId="2458797867" sldId="437"/>
            <ac:spMk id="38" creationId="{2AB00D59-CE68-2CC4-9461-006E42A6A628}"/>
          </ac:spMkLst>
        </pc:spChg>
        <pc:cxnChg chg="mod">
          <ac:chgData name="elvio rodriguez" userId="1c1449da70e07349" providerId="LiveId" clId="{B6FBDA6B-F2A7-4BBE-A2C3-07D2143358BF}" dt="2026-10-11T22:13:59.489" v="28436" actId="20577"/>
          <ac:cxnSpMkLst>
            <pc:docMk/>
            <pc:sldMk cId="2458797867" sldId="437"/>
            <ac:cxnSpMk id="10" creationId="{2A9FB0B8-0BBC-C6A4-94BF-FA52ED7A9914}"/>
          </ac:cxnSpMkLst>
        </pc:cxnChg>
        <pc:cxnChg chg="add mod">
          <ac:chgData name="elvio rodriguez" userId="1c1449da70e07349" providerId="LiveId" clId="{B6FBDA6B-F2A7-4BBE-A2C3-07D2143358BF}" dt="2026-10-11T19:27:14.985" v="25439"/>
          <ac:cxnSpMkLst>
            <pc:docMk/>
            <pc:sldMk cId="2458797867" sldId="437"/>
            <ac:cxnSpMk id="37" creationId="{B1B1D8BB-0805-A1EE-E447-8A907DA311AB}"/>
          </ac:cxnSpMkLst>
        </pc:cxnChg>
      </pc:sldChg>
      <pc:sldChg chg="addSp delSp modSp add del mod modTransition modAnim">
        <pc:chgData name="elvio rodriguez" userId="1c1449da70e07349" providerId="LiveId" clId="{B6FBDA6B-F2A7-4BBE-A2C3-07D2143358BF}" dt="2026-10-12T14:47:08.553" v="29378" actId="790"/>
        <pc:sldMkLst>
          <pc:docMk/>
          <pc:sldMk cId="819181574" sldId="439"/>
        </pc:sldMkLst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819181574" sldId="439"/>
            <ac:spMk id="2" creationId="{89472805-7BFC-5D2A-D805-B2C4DA3A88D3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819181574" sldId="439"/>
            <ac:spMk id="4" creationId="{BD90FCA9-C96E-5908-79F4-3A52BEAE7D93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819181574" sldId="439"/>
            <ac:spMk id="7" creationId="{BF850513-7E66-4EAA-872B-0119FA942804}"/>
          </ac:spMkLst>
        </pc:spChg>
        <pc:spChg chg="mod">
          <ac:chgData name="elvio rodriguez" userId="1c1449da70e07349" providerId="LiveId" clId="{B6FBDA6B-F2A7-4BBE-A2C3-07D2143358BF}" dt="2026-10-11T22:14:04.130" v="28440" actId="20577"/>
          <ac:spMkLst>
            <pc:docMk/>
            <pc:sldMk cId="819181574" sldId="439"/>
            <ac:spMk id="8" creationId="{D195ECAF-6F6B-37F3-D5DE-0B2CF4B7F832}"/>
          </ac:spMkLst>
        </pc:spChg>
        <pc:spChg chg="add del mod">
          <ac:chgData name="elvio rodriguez" userId="1c1449da70e07349" providerId="LiveId" clId="{B6FBDA6B-F2A7-4BBE-A2C3-07D2143358BF}" dt="2026-10-12T14:47:08.553" v="29378" actId="790"/>
          <ac:spMkLst>
            <pc:docMk/>
            <pc:sldMk cId="819181574" sldId="439"/>
            <ac:spMk id="9" creationId="{45A8A0E8-EDB8-F89E-637C-5667FF29EFC1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819181574" sldId="439"/>
            <ac:spMk id="11" creationId="{A9754AD8-E252-61E1-AD22-5557782CC913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819181574" sldId="439"/>
            <ac:spMk id="12" creationId="{4C630A5B-2128-AD71-3EE1-8EBD24F668F3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819181574" sldId="439"/>
            <ac:spMk id="14" creationId="{D6F74BAE-C23D-1442-5EE3-003731469478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819181574" sldId="439"/>
            <ac:spMk id="16" creationId="{9B62E4F7-89A7-C417-C297-F4769715FC9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819181574" sldId="439"/>
            <ac:spMk id="18" creationId="{9799E7C5-3296-7321-D8D9-C1680C71B59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19181574" sldId="439"/>
            <ac:spMk id="19" creationId="{FF545462-89E3-D57A-D361-5A50647D2CC3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819181574" sldId="439"/>
            <ac:spMk id="20" creationId="{AFFE16BD-6F7B-337D-A6AA-DA07AF360D3D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19181574" sldId="439"/>
            <ac:spMk id="22" creationId="{9F6BFB10-3019-615B-91F5-90A52ADCDABD}"/>
          </ac:spMkLst>
        </pc:spChg>
        <pc:spChg chg="add mod">
          <ac:chgData name="elvio rodriguez" userId="1c1449da70e07349" providerId="LiveId" clId="{B6FBDA6B-F2A7-4BBE-A2C3-07D2143358BF}" dt="2026-10-11T22:22:52.130" v="28673" actId="1076"/>
          <ac:spMkLst>
            <pc:docMk/>
            <pc:sldMk cId="819181574" sldId="439"/>
            <ac:spMk id="25" creationId="{46A4495D-64E5-76B3-A6AE-93B264957AC1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19181574" sldId="439"/>
            <ac:spMk id="26" creationId="{75F701AB-A0CE-9BB7-0A9C-EB43717CE3F8}"/>
          </ac:spMkLst>
        </pc:spChg>
        <pc:spChg chg="add mod">
          <ac:chgData name="elvio rodriguez" userId="1c1449da70e07349" providerId="LiveId" clId="{B6FBDA6B-F2A7-4BBE-A2C3-07D2143358BF}" dt="2026-10-11T19:30:13.453" v="25475" actId="554"/>
          <ac:spMkLst>
            <pc:docMk/>
            <pc:sldMk cId="819181574" sldId="439"/>
            <ac:spMk id="29" creationId="{B98E5A46-60D8-CDA5-3E2A-6F531FC07AE0}"/>
          </ac:spMkLst>
        </pc:spChg>
        <pc:spChg chg="add mod">
          <ac:chgData name="elvio rodriguez" userId="1c1449da70e07349" providerId="LiveId" clId="{B6FBDA6B-F2A7-4BBE-A2C3-07D2143358BF}" dt="2026-10-11T19:36:34.115" v="25521" actId="554"/>
          <ac:spMkLst>
            <pc:docMk/>
            <pc:sldMk cId="819181574" sldId="439"/>
            <ac:spMk id="30" creationId="{2F09C48A-DA6E-1538-BAAF-1040D82C6801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819181574" sldId="439"/>
            <ac:spMk id="31" creationId="{6B870D9F-9B5D-64B0-0460-D738C136B391}"/>
          </ac:spMkLst>
        </pc:spChg>
        <pc:spChg chg="add mod">
          <ac:chgData name="elvio rodriguez" userId="1c1449da70e07349" providerId="LiveId" clId="{B6FBDA6B-F2A7-4BBE-A2C3-07D2143358BF}" dt="2026-10-11T19:30:26.050" v="25482" actId="554"/>
          <ac:spMkLst>
            <pc:docMk/>
            <pc:sldMk cId="819181574" sldId="439"/>
            <ac:spMk id="34" creationId="{64925AC9-2F51-5ADF-CF9C-B590811D2224}"/>
          </ac:spMkLst>
        </pc:spChg>
        <pc:spChg chg="add mod">
          <ac:chgData name="elvio rodriguez" userId="1c1449da70e07349" providerId="LiveId" clId="{B6FBDA6B-F2A7-4BBE-A2C3-07D2143358BF}" dt="2026-10-11T19:36:34.115" v="25521" actId="554"/>
          <ac:spMkLst>
            <pc:docMk/>
            <pc:sldMk cId="819181574" sldId="439"/>
            <ac:spMk id="35" creationId="{17B57E0F-5B7B-F951-0BBA-297D50ECF41E}"/>
          </ac:spMkLst>
        </pc:spChg>
        <pc:spChg chg="add del mod">
          <ac:chgData name="elvio rodriguez" userId="1c1449da70e07349" providerId="LiveId" clId="{B6FBDA6B-F2A7-4BBE-A2C3-07D2143358BF}" dt="2026-10-12T14:47:08.553" v="29378" actId="790"/>
          <ac:spMkLst>
            <pc:docMk/>
            <pc:sldMk cId="819181574" sldId="439"/>
            <ac:spMk id="41" creationId="{DE5CB43B-9BE7-63FF-0BC6-F6506CBAE034}"/>
          </ac:spMkLst>
        </pc:spChg>
        <pc:spChg chg="add mod">
          <ac:chgData name="elvio rodriguez" userId="1c1449da70e07349" providerId="LiveId" clId="{B6FBDA6B-F2A7-4BBE-A2C3-07D2143358BF}" dt="2026-10-11T19:36:34.115" v="25521" actId="554"/>
          <ac:spMkLst>
            <pc:docMk/>
            <pc:sldMk cId="819181574" sldId="439"/>
            <ac:spMk id="42" creationId="{194CAAE3-361A-A8D6-0FAD-2D10CD692635}"/>
          </ac:spMkLst>
        </pc:spChg>
        <pc:spChg chg="add mod">
          <ac:chgData name="elvio rodriguez" userId="1c1449da70e07349" providerId="LiveId" clId="{B6FBDA6B-F2A7-4BBE-A2C3-07D2143358BF}" dt="2026-10-11T19:36:15.792" v="25519"/>
          <ac:spMkLst>
            <pc:docMk/>
            <pc:sldMk cId="819181574" sldId="439"/>
            <ac:spMk id="43" creationId="{756D575E-9D42-232D-4884-FCCCB34513F3}"/>
          </ac:spMkLst>
        </pc:spChg>
        <pc:spChg chg="add mod">
          <ac:chgData name="elvio rodriguez" userId="1c1449da70e07349" providerId="LiveId" clId="{B6FBDA6B-F2A7-4BBE-A2C3-07D2143358BF}" dt="2026-10-11T22:03:41.114" v="28218" actId="554"/>
          <ac:spMkLst>
            <pc:docMk/>
            <pc:sldMk cId="819181574" sldId="439"/>
            <ac:spMk id="44" creationId="{CF026145-3E67-3B97-304A-888E40872ECE}"/>
          </ac:spMkLst>
        </pc:spChg>
        <pc:cxnChg chg="add mod">
          <ac:chgData name="elvio rodriguez" userId="1c1449da70e07349" providerId="LiveId" clId="{B6FBDA6B-F2A7-4BBE-A2C3-07D2143358BF}" dt="2026-10-11T19:27:33.802" v="25441" actId="1076"/>
          <ac:cxnSpMkLst>
            <pc:docMk/>
            <pc:sldMk cId="819181574" sldId="439"/>
            <ac:cxnSpMk id="3" creationId="{D4C5FC4E-6DCA-2AAC-1397-82278C334873}"/>
          </ac:cxnSpMkLst>
        </pc:cxnChg>
        <pc:cxnChg chg="mod">
          <ac:chgData name="elvio rodriguez" userId="1c1449da70e07349" providerId="LiveId" clId="{B6FBDA6B-F2A7-4BBE-A2C3-07D2143358BF}" dt="2026-10-11T22:14:04.130" v="28440" actId="20577"/>
          <ac:cxnSpMkLst>
            <pc:docMk/>
            <pc:sldMk cId="819181574" sldId="439"/>
            <ac:cxnSpMk id="10" creationId="{59578631-51B1-C08E-901E-9222A12BEC51}"/>
          </ac:cxnSpMkLst>
        </pc:cxnChg>
        <pc:cxnChg chg="add del mod">
          <ac:chgData name="elvio rodriguez" userId="1c1449da70e07349" providerId="LiveId" clId="{B6FBDA6B-F2A7-4BBE-A2C3-07D2143358BF}" dt="2026-10-11T19:09:46.340" v="25247" actId="478"/>
          <ac:cxnSpMkLst>
            <pc:docMk/>
            <pc:sldMk cId="819181574" sldId="439"/>
            <ac:cxnSpMk id="27" creationId="{C00E57D4-94FD-C3C8-8109-A2CACE6E46D4}"/>
          </ac:cxnSpMkLst>
        </pc:cxnChg>
        <pc:cxnChg chg="add mod">
          <ac:chgData name="elvio rodriguez" userId="1c1449da70e07349" providerId="LiveId" clId="{B6FBDA6B-F2A7-4BBE-A2C3-07D2143358BF}" dt="2026-10-11T19:21:34.188" v="25370"/>
          <ac:cxnSpMkLst>
            <pc:docMk/>
            <pc:sldMk cId="819181574" sldId="439"/>
            <ac:cxnSpMk id="28" creationId="{AD60CE61-DD4C-5CC7-C304-AF0D579A50DE}"/>
          </ac:cxnSpMkLst>
        </pc:cxnChg>
        <pc:cxnChg chg="add mod">
          <ac:chgData name="elvio rodriguez" userId="1c1449da70e07349" providerId="LiveId" clId="{B6FBDA6B-F2A7-4BBE-A2C3-07D2143358BF}" dt="2026-10-11T19:21:34.188" v="25370"/>
          <ac:cxnSpMkLst>
            <pc:docMk/>
            <pc:sldMk cId="819181574" sldId="439"/>
            <ac:cxnSpMk id="32" creationId="{C8F8AA8C-C92F-6D8B-6DE8-B22730C48F7B}"/>
          </ac:cxnSpMkLst>
        </pc:cxnChg>
      </pc:sldChg>
      <pc:sldChg chg="addSp delSp modSp add mod modTransition">
        <pc:chgData name="elvio rodriguez" userId="1c1449da70e07349" providerId="LiveId" clId="{B6FBDA6B-F2A7-4BBE-A2C3-07D2143358BF}" dt="2026-10-12T14:47:08.553" v="29378" actId="790"/>
        <pc:sldMkLst>
          <pc:docMk/>
          <pc:sldMk cId="2246421521" sldId="440"/>
        </pc:sldMkLst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246421521" sldId="440"/>
            <ac:spMk id="2" creationId="{13AEA6F5-3F2C-FC19-E4F9-D9FB4F37257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46421521" sldId="440"/>
            <ac:spMk id="4" creationId="{43311E73-1D8A-F24E-1721-2514B44FD1E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46421521" sldId="440"/>
            <ac:spMk id="7" creationId="{9829E8AE-80C3-D4F5-0C7F-B63898C13F6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46421521" sldId="440"/>
            <ac:spMk id="8" creationId="{E5B13294-0E87-A7A8-086C-6C02DAE74991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246421521" sldId="440"/>
            <ac:spMk id="9" creationId="{CF84BB02-5694-D9A9-0B47-52B5344926F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46421521" sldId="440"/>
            <ac:spMk id="11" creationId="{C47C665D-DFEA-5626-3A15-736ACFE4AB99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46421521" sldId="440"/>
            <ac:spMk id="12" creationId="{C0BEA88B-7504-5D7B-83D6-73B19F174CD7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46421521" sldId="440"/>
            <ac:spMk id="14" creationId="{681A4191-9454-C6BE-25E5-7AE7C30A027B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46421521" sldId="440"/>
            <ac:spMk id="15" creationId="{227241CD-D98D-6F38-2BAC-B05CF8350E3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246421521" sldId="440"/>
            <ac:spMk id="16" creationId="{4560FB74-473E-1EDD-B52F-41B9733C72C8}"/>
          </ac:spMkLst>
        </pc:spChg>
        <pc:spChg chg="mod">
          <ac:chgData name="elvio rodriguez" userId="1c1449da70e07349" providerId="LiveId" clId="{B6FBDA6B-F2A7-4BBE-A2C3-07D2143358BF}" dt="2026-10-11T22:31:04.252" v="28789" actId="554"/>
          <ac:spMkLst>
            <pc:docMk/>
            <pc:sldMk cId="2246421521" sldId="440"/>
            <ac:spMk id="18" creationId="{21DBCDF9-511B-B359-ECB5-647EE46C0357}"/>
          </ac:spMkLst>
        </pc:spChg>
        <pc:spChg chg="add mod">
          <ac:chgData name="elvio rodriguez" userId="1c1449da70e07349" providerId="LiveId" clId="{B6FBDA6B-F2A7-4BBE-A2C3-07D2143358BF}" dt="2026-10-11T22:31:04.252" v="28789" actId="554"/>
          <ac:spMkLst>
            <pc:docMk/>
            <pc:sldMk cId="2246421521" sldId="440"/>
            <ac:spMk id="20" creationId="{A2C14F7E-D848-E5D4-F784-D5CC5240E699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2246421521" sldId="440"/>
            <ac:spMk id="23" creationId="{73EEFDC0-1052-9A2B-B913-D88AD1AC863D}"/>
          </ac:spMkLst>
        </pc:spChg>
        <pc:cxnChg chg="mod">
          <ac:chgData name="elvio rodriguez" userId="1c1449da70e07349" providerId="LiveId" clId="{B6FBDA6B-F2A7-4BBE-A2C3-07D2143358BF}" dt="2026-10-11T22:14:14.682" v="28454" actId="20577"/>
          <ac:cxnSpMkLst>
            <pc:docMk/>
            <pc:sldMk cId="2246421521" sldId="440"/>
            <ac:cxnSpMk id="10" creationId="{B82D29A8-13FA-7249-7E0F-EB6B4D0D7AE4}"/>
          </ac:cxnSpMkLst>
        </pc:cxnChg>
        <pc:cxnChg chg="add mod">
          <ac:chgData name="elvio rodriguez" userId="1c1449da70e07349" providerId="LiveId" clId="{B6FBDA6B-F2A7-4BBE-A2C3-07D2143358BF}" dt="2026-10-11T19:11:34.909" v="25298" actId="404"/>
          <ac:cxnSpMkLst>
            <pc:docMk/>
            <pc:sldMk cId="2246421521" sldId="440"/>
            <ac:cxnSpMk id="24" creationId="{8F85124A-1946-739C-3493-182EB7CC8D09}"/>
          </ac:cxnSpMkLst>
        </pc:cxnChg>
      </pc:sldChg>
      <pc:sldChg chg="addSp delSp modSp add mod ord modAnim">
        <pc:chgData name="elvio rodriguez" userId="1c1449da70e07349" providerId="LiveId" clId="{B6FBDA6B-F2A7-4BBE-A2C3-07D2143358BF}" dt="2026-10-12T14:47:08.553" v="29378" actId="790"/>
        <pc:sldMkLst>
          <pc:docMk/>
          <pc:sldMk cId="1393961555" sldId="442"/>
        </pc:sldMkLst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393961555" sldId="442"/>
            <ac:spMk id="2" creationId="{45A1B19C-4C8E-B589-02B2-2C422A13058C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93961555" sldId="442"/>
            <ac:spMk id="4" creationId="{3AB4CFEB-F0C4-C6E8-A312-2182688F19F2}"/>
          </ac:spMkLst>
        </pc:spChg>
        <pc:spChg chg="add">
          <ac:chgData name="elvio rodriguez" userId="1c1449da70e07349" providerId="LiveId" clId="{B6FBDA6B-F2A7-4BBE-A2C3-07D2143358BF}" dt="2026-10-11T22:17:30.695" v="28566" actId="22"/>
          <ac:spMkLst>
            <pc:docMk/>
            <pc:sldMk cId="1393961555" sldId="442"/>
            <ac:spMk id="6" creationId="{5D7E363B-8BCD-5877-26E8-219E59ED65E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93961555" sldId="442"/>
            <ac:spMk id="7" creationId="{1F1EFD4D-B868-80BF-7CD9-86F80935D8A9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93961555" sldId="442"/>
            <ac:spMk id="8" creationId="{8B1A53B3-D825-A388-BAAE-FF8BC151CB3D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93961555" sldId="442"/>
            <ac:spMk id="9" creationId="{F1AA9E41-C2CB-3DB0-C00C-F5E12996195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93961555" sldId="442"/>
            <ac:spMk id="11" creationId="{E1BD98F9-998C-30ED-E6FC-617EA50253F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93961555" sldId="442"/>
            <ac:spMk id="12" creationId="{AF6A1BBA-5F05-E9F1-122C-E973BB0D2FF1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1393961555" sldId="442"/>
            <ac:spMk id="15" creationId="{399952DE-462F-5C8C-48E3-E39D4938EE43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93961555" sldId="442"/>
            <ac:spMk id="16" creationId="{4730B034-E0B2-4C3F-79EB-1B91A9712203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393961555" sldId="442"/>
            <ac:spMk id="18" creationId="{E0DAF19E-BE5F-83C5-64D8-A48B46A666D5}"/>
          </ac:spMkLst>
        </pc:spChg>
        <pc:spChg chg="add del mod ord">
          <ac:chgData name="elvio rodriguez" userId="1c1449da70e07349" providerId="LiveId" clId="{B6FBDA6B-F2A7-4BBE-A2C3-07D2143358BF}" dt="2026-10-12T14:47:08.553" v="29378" actId="790"/>
          <ac:spMkLst>
            <pc:docMk/>
            <pc:sldMk cId="1393961555" sldId="442"/>
            <ac:spMk id="28" creationId="{AD9C77B3-6D83-12FA-11D9-69C0F96E8271}"/>
          </ac:spMkLst>
        </pc:spChg>
        <pc:spChg chg="add del mod ord">
          <ac:chgData name="elvio rodriguez" userId="1c1449da70e07349" providerId="LiveId" clId="{B6FBDA6B-F2A7-4BBE-A2C3-07D2143358BF}" dt="2026-10-12T14:47:08.553" v="29378" actId="790"/>
          <ac:spMkLst>
            <pc:docMk/>
            <pc:sldMk cId="1393961555" sldId="442"/>
            <ac:spMk id="29" creationId="{5C100933-2BF8-79D5-E8A7-29302251C137}"/>
          </ac:spMkLst>
        </pc:spChg>
        <pc:spChg chg="add del mod">
          <ac:chgData name="elvio rodriguez" userId="1c1449da70e07349" providerId="LiveId" clId="{B6FBDA6B-F2A7-4BBE-A2C3-07D2143358BF}" dt="2026-10-11T22:17:39.692" v="28577" actId="1076"/>
          <ac:spMkLst>
            <pc:docMk/>
            <pc:sldMk cId="1393961555" sldId="442"/>
            <ac:spMk id="33" creationId="{CA67D485-153D-7AF3-6910-A873F817FEE5}"/>
          </ac:spMkLst>
        </pc:spChg>
        <pc:cxnChg chg="mod">
          <ac:chgData name="elvio rodriguez" userId="1c1449da70e07349" providerId="LiveId" clId="{B6FBDA6B-F2A7-4BBE-A2C3-07D2143358BF}" dt="2026-10-11T22:13:46.012" v="28424" actId="20577"/>
          <ac:cxnSpMkLst>
            <pc:docMk/>
            <pc:sldMk cId="1393961555" sldId="442"/>
            <ac:cxnSpMk id="10" creationId="{06BE5D63-6A38-3162-5A06-74653625746F}"/>
          </ac:cxnSpMkLst>
        </pc:cxnChg>
      </pc:sldChg>
      <pc:sldChg chg="addSp delSp modSp add mod">
        <pc:chgData name="elvio rodriguez" userId="1c1449da70e07349" providerId="LiveId" clId="{B6FBDA6B-F2A7-4BBE-A2C3-07D2143358BF}" dt="2026-10-12T14:47:08.553" v="29378" actId="790"/>
        <pc:sldMkLst>
          <pc:docMk/>
          <pc:sldMk cId="2084540350" sldId="443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84540350" sldId="443"/>
            <ac:spMk id="2" creationId="{313F0D0C-4220-C544-C0F6-56159F31DE88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84540350" sldId="443"/>
            <ac:spMk id="4" creationId="{AA7A8072-9ED9-6EF1-FB84-A00E34D343E2}"/>
          </ac:spMkLst>
        </pc:spChg>
        <pc:spChg chg="add">
          <ac:chgData name="elvio rodriguez" userId="1c1449da70e07349" providerId="LiveId" clId="{B6FBDA6B-F2A7-4BBE-A2C3-07D2143358BF}" dt="2026-10-11T22:19:18.297" v="28620" actId="22"/>
          <ac:spMkLst>
            <pc:docMk/>
            <pc:sldMk cId="2084540350" sldId="443"/>
            <ac:spMk id="6" creationId="{9B182963-FC74-1ACC-2094-403D46FC5D1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84540350" sldId="443"/>
            <ac:spMk id="7" creationId="{B88A1BF5-8F5E-0507-98FD-4323C9EAEDA3}"/>
          </ac:spMkLst>
        </pc:spChg>
        <pc:spChg chg="mod">
          <ac:chgData name="elvio rodriguez" userId="1c1449da70e07349" providerId="LiveId" clId="{B6FBDA6B-F2A7-4BBE-A2C3-07D2143358BF}" dt="2026-10-11T22:13:55.402" v="28432" actId="20577"/>
          <ac:spMkLst>
            <pc:docMk/>
            <pc:sldMk cId="2084540350" sldId="443"/>
            <ac:spMk id="8" creationId="{D2CFA9C8-6E87-9EBC-6CE9-E67B3541B780}"/>
          </ac:spMkLst>
        </pc:spChg>
        <pc:spChg chg="mod">
          <ac:chgData name="elvio rodriguez" userId="1c1449da70e07349" providerId="LiveId" clId="{B6FBDA6B-F2A7-4BBE-A2C3-07D2143358BF}" dt="2026-10-11T22:15:41.278" v="28482" actId="20577"/>
          <ac:spMkLst>
            <pc:docMk/>
            <pc:sldMk cId="2084540350" sldId="443"/>
            <ac:spMk id="9" creationId="{CA95F28C-52F6-B56E-563D-B453A9456515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084540350" sldId="443"/>
            <ac:spMk id="11" creationId="{CBFAF90E-3B70-3F40-799F-0AE53E0E01D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84540350" sldId="443"/>
            <ac:spMk id="12" creationId="{0037E814-5255-20B8-AE3F-F8C1C0AC747D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084540350" sldId="443"/>
            <ac:spMk id="14" creationId="{A190CAFE-398A-22EE-D476-6A8C3267447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84540350" sldId="443"/>
            <ac:spMk id="16" creationId="{BA7F9879-3DBB-25B8-41AD-EF811C332FA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84540350" sldId="443"/>
            <ac:spMk id="18" creationId="{666D40F0-73A3-1762-499F-C4DC2937140B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84540350" sldId="443"/>
            <ac:spMk id="20" creationId="{B892719D-7F90-739D-A18D-D2DFB9B6A7C5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84540350" sldId="443"/>
            <ac:spMk id="22" creationId="{B07BF439-C8F7-86C2-D9E6-22398FA5649B}"/>
          </ac:spMkLst>
        </pc:spChg>
        <pc:spChg chg="mod">
          <ac:chgData name="elvio rodriguez" userId="1c1449da70e07349" providerId="LiveId" clId="{B6FBDA6B-F2A7-4BBE-A2C3-07D2143358BF}" dt="2026-10-11T19:19:54.053" v="25363" actId="555"/>
          <ac:spMkLst>
            <pc:docMk/>
            <pc:sldMk cId="2084540350" sldId="443"/>
            <ac:spMk id="23" creationId="{4678809A-86BA-FF04-F720-AC6C2B4D989B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84540350" sldId="443"/>
            <ac:spMk id="24" creationId="{42325F90-3C68-B6A1-7422-4C53C0D041AF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2084540350" sldId="443"/>
            <ac:spMk id="35" creationId="{EBC02EE6-4B90-0F07-AB29-6D34F4395777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084540350" sldId="443"/>
            <ac:spMk id="37" creationId="{AFB79731-DF13-A23F-3563-7D2E6B3F5D41}"/>
          </ac:spMkLst>
        </pc:spChg>
        <pc:cxnChg chg="mod">
          <ac:chgData name="elvio rodriguez" userId="1c1449da70e07349" providerId="LiveId" clId="{B6FBDA6B-F2A7-4BBE-A2C3-07D2143358BF}" dt="2026-10-11T22:13:55.402" v="28432" actId="20577"/>
          <ac:cxnSpMkLst>
            <pc:docMk/>
            <pc:sldMk cId="2084540350" sldId="443"/>
            <ac:cxnSpMk id="10" creationId="{EB53A3B4-DF70-A564-F2E1-054B0321FBB3}"/>
          </ac:cxnSpMkLst>
        </pc:cxnChg>
      </pc:sldChg>
      <pc:sldChg chg="addSp delSp modSp add mod addAnim delAnim modAnim">
        <pc:chgData name="elvio rodriguez" userId="1c1449da70e07349" providerId="LiveId" clId="{B6FBDA6B-F2A7-4BBE-A2C3-07D2143358BF}" dt="2026-10-12T14:47:08.553" v="29378" actId="790"/>
        <pc:sldMkLst>
          <pc:docMk/>
          <pc:sldMk cId="4091177334" sldId="444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4091177334" sldId="444"/>
            <ac:spMk id="4" creationId="{52D2DEDD-2E30-9E97-7772-286061218418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4091177334" sldId="444"/>
            <ac:spMk id="7" creationId="{4CD38350-FCAD-D1EC-E672-A04D22DB3A21}"/>
          </ac:spMkLst>
        </pc:spChg>
        <pc:spChg chg="mod">
          <ac:chgData name="elvio rodriguez" userId="1c1449da70e07349" providerId="LiveId" clId="{B6FBDA6B-F2A7-4BBE-A2C3-07D2143358BF}" dt="2026-10-11T22:14:09.670" v="28450" actId="20577"/>
          <ac:spMkLst>
            <pc:docMk/>
            <pc:sldMk cId="4091177334" sldId="444"/>
            <ac:spMk id="8" creationId="{23EF8024-F10D-6EAE-1A64-77EB4A7F835F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4091177334" sldId="444"/>
            <ac:spMk id="9" creationId="{64089F85-3674-4D4E-0D34-04FD154FB84E}"/>
          </ac:spMkLst>
        </pc:spChg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4091177334" sldId="444"/>
            <ac:spMk id="12" creationId="{8AD1C0B0-9CB1-9658-E39D-51BC72839DEB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4091177334" sldId="444"/>
            <ac:spMk id="14" creationId="{98353F84-B598-0DE8-8760-6ED96DF61790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4091177334" sldId="444"/>
            <ac:spMk id="15" creationId="{469528C6-A8BC-B99C-3B9D-5FD6935F9EF2}"/>
          </ac:spMkLst>
        </pc:spChg>
        <pc:spChg chg="mod">
          <ac:chgData name="elvio rodriguez" userId="1c1449da70e07349" providerId="LiveId" clId="{B6FBDA6B-F2A7-4BBE-A2C3-07D2143358BF}" dt="2026-10-11T22:18:53.237" v="28616" actId="20577"/>
          <ac:spMkLst>
            <pc:docMk/>
            <pc:sldMk cId="4091177334" sldId="444"/>
            <ac:spMk id="18" creationId="{C9C7D038-52EB-0736-9D1E-4816422CFD4D}"/>
          </ac:spMkLst>
        </pc:spChg>
        <pc:spChg chg="mod">
          <ac:chgData name="elvio rodriguez" userId="1c1449da70e07349" providerId="LiveId" clId="{B6FBDA6B-F2A7-4BBE-A2C3-07D2143358BF}" dt="2026-10-11T22:15:20.550" v="28468" actId="207"/>
          <ac:spMkLst>
            <pc:docMk/>
            <pc:sldMk cId="4091177334" sldId="444"/>
            <ac:spMk id="20" creationId="{10FB73BF-4489-4016-FF06-A3B30F28A5BE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4091177334" sldId="444"/>
            <ac:spMk id="22" creationId="{2402C910-FFB7-23DA-A445-5A08CBD2739D}"/>
          </ac:spMkLst>
        </pc:spChg>
        <pc:spChg chg="add mod">
          <ac:chgData name="elvio rodriguez" userId="1c1449da70e07349" providerId="LiveId" clId="{B6FBDA6B-F2A7-4BBE-A2C3-07D2143358BF}" dt="2026-10-11T20:23:05.643" v="26949" actId="790"/>
          <ac:spMkLst>
            <pc:docMk/>
            <pc:sldMk cId="4091177334" sldId="444"/>
            <ac:spMk id="24" creationId="{526506B3-E90C-7529-3E56-A962A7998C99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4091177334" sldId="444"/>
            <ac:spMk id="25" creationId="{ECA30C22-60E2-DC53-9F49-9F176FAB722A}"/>
          </ac:spMkLst>
        </pc:spChg>
        <pc:spChg chg="mod">
          <ac:chgData name="elvio rodriguez" userId="1c1449da70e07349" providerId="LiveId" clId="{B6FBDA6B-F2A7-4BBE-A2C3-07D2143358BF}" dt="2026-10-11T22:15:20.550" v="28468" actId="207"/>
          <ac:spMkLst>
            <pc:docMk/>
            <pc:sldMk cId="4091177334" sldId="444"/>
            <ac:spMk id="26" creationId="{76523DD9-66C1-1EF1-D173-9DC6BEA9BFF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4091177334" sldId="444"/>
            <ac:spMk id="29" creationId="{9720441A-5BC3-9F64-4E6B-D59D3E3A58B0}"/>
          </ac:spMkLst>
        </pc:spChg>
        <pc:spChg chg="mod">
          <ac:chgData name="elvio rodriguez" userId="1c1449da70e07349" providerId="LiveId" clId="{B6FBDA6B-F2A7-4BBE-A2C3-07D2143358BF}" dt="2026-10-11T22:30:02.870" v="28779" actId="555"/>
          <ac:spMkLst>
            <pc:docMk/>
            <pc:sldMk cId="4091177334" sldId="444"/>
            <ac:spMk id="30" creationId="{708E0CF3-1C70-4709-FF3D-5E7A1E756EFC}"/>
          </ac:spMkLst>
        </pc:spChg>
        <pc:spChg chg="mod">
          <ac:chgData name="elvio rodriguez" userId="1c1449da70e07349" providerId="LiveId" clId="{B6FBDA6B-F2A7-4BBE-A2C3-07D2143358BF}" dt="2026-10-11T22:15:20.550" v="28468" actId="207"/>
          <ac:spMkLst>
            <pc:docMk/>
            <pc:sldMk cId="4091177334" sldId="444"/>
            <ac:spMk id="31" creationId="{36035506-303D-C839-AB31-37CA29F08524}"/>
          </ac:spMkLst>
        </pc:spChg>
        <pc:spChg chg="add">
          <ac:chgData name="elvio rodriguez" userId="1c1449da70e07349" providerId="LiveId" clId="{B6FBDA6B-F2A7-4BBE-A2C3-07D2143358BF}" dt="2026-10-11T22:19:27.092" v="28626" actId="22"/>
          <ac:spMkLst>
            <pc:docMk/>
            <pc:sldMk cId="4091177334" sldId="444"/>
            <ac:spMk id="33" creationId="{4C7885DF-6B94-3F74-81BF-A38E4323AC45}"/>
          </ac:spMkLst>
        </pc:spChg>
        <pc:spChg chg="add del mod">
          <ac:chgData name="elvio rodriguez" userId="1c1449da70e07349" providerId="LiveId" clId="{B6FBDA6B-F2A7-4BBE-A2C3-07D2143358BF}" dt="2026-10-11T20:23:05.643" v="26949" actId="790"/>
          <ac:spMkLst>
            <pc:docMk/>
            <pc:sldMk cId="4091177334" sldId="444"/>
            <ac:spMk id="34" creationId="{145AD6AA-CE1D-9B9B-8B1A-73B50E919D2E}"/>
          </ac:spMkLst>
        </pc:spChg>
        <pc:spChg chg="add del mod">
          <ac:chgData name="elvio rodriguez" userId="1c1449da70e07349" providerId="LiveId" clId="{B6FBDA6B-F2A7-4BBE-A2C3-07D2143358BF}" dt="2026-10-12T14:47:08.553" v="29378" actId="790"/>
          <ac:spMkLst>
            <pc:docMk/>
            <pc:sldMk cId="4091177334" sldId="444"/>
            <ac:spMk id="35" creationId="{63555911-0894-D95B-8AD2-3998741C179D}"/>
          </ac:spMkLst>
        </pc:spChg>
        <pc:spChg chg="add mod">
          <ac:chgData name="elvio rodriguez" userId="1c1449da70e07349" providerId="LiveId" clId="{B6FBDA6B-F2A7-4BBE-A2C3-07D2143358BF}" dt="2026-10-11T22:03:56.286" v="28224" actId="554"/>
          <ac:spMkLst>
            <pc:docMk/>
            <pc:sldMk cId="4091177334" sldId="444"/>
            <ac:spMk id="36" creationId="{7306A486-1B9F-B755-D606-0E02DF2CBECE}"/>
          </ac:spMkLst>
        </pc:spChg>
        <pc:spChg chg="add mod">
          <ac:chgData name="elvio rodriguez" userId="1c1449da70e07349" providerId="LiveId" clId="{B6FBDA6B-F2A7-4BBE-A2C3-07D2143358BF}" dt="2026-10-11T22:30:02.870" v="28779" actId="555"/>
          <ac:spMkLst>
            <pc:docMk/>
            <pc:sldMk cId="4091177334" sldId="444"/>
            <ac:spMk id="37" creationId="{3CE82ADD-0B38-3BED-AC10-977A9C72DD13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4091177334" sldId="444"/>
            <ac:spMk id="40" creationId="{B456DE7D-80B4-532C-E375-ECF69DE6CBC1}"/>
          </ac:spMkLst>
        </pc:spChg>
        <pc:cxnChg chg="mod">
          <ac:chgData name="elvio rodriguez" userId="1c1449da70e07349" providerId="LiveId" clId="{B6FBDA6B-F2A7-4BBE-A2C3-07D2143358BF}" dt="2026-10-11T22:14:09.670" v="28450" actId="20577"/>
          <ac:cxnSpMkLst>
            <pc:docMk/>
            <pc:sldMk cId="4091177334" sldId="444"/>
            <ac:cxnSpMk id="10" creationId="{E57EB838-A2F9-06EE-6F50-09DA46F5661F}"/>
          </ac:cxnSpMkLst>
        </pc:cxnChg>
      </pc:sldChg>
      <pc:sldChg chg="delSp modSp add mod modTransition delAnim">
        <pc:chgData name="elvio rodriguez" userId="1c1449da70e07349" providerId="LiveId" clId="{B6FBDA6B-F2A7-4BBE-A2C3-07D2143358BF}" dt="2026-10-12T20:17:23.048" v="34265"/>
        <pc:sldMkLst>
          <pc:docMk/>
          <pc:sldMk cId="3292058721" sldId="445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92058721" sldId="445"/>
            <ac:spMk id="2" creationId="{CF8DA5C0-E0C8-1659-FC31-709BE8A9A74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92058721" sldId="445"/>
            <ac:spMk id="4" creationId="{573FE6E4-A15B-7778-374E-EFABCEA4BC66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92058721" sldId="445"/>
            <ac:spMk id="6" creationId="{49BB266B-6629-8588-4BEE-9EB8D53508D5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92058721" sldId="445"/>
            <ac:spMk id="10" creationId="{FCC979F6-E99E-118A-D070-0696853CDF57}"/>
          </ac:spMkLst>
        </pc:spChg>
      </pc:sldChg>
      <pc:sldChg chg="addSp delSp modSp add mod modTransition modAnim">
        <pc:chgData name="elvio rodriguez" userId="1c1449da70e07349" providerId="LiveId" clId="{B6FBDA6B-F2A7-4BBE-A2C3-07D2143358BF}" dt="2026-10-20T20:27:54.573" v="34860" actId="1036"/>
        <pc:sldMkLst>
          <pc:docMk/>
          <pc:sldMk cId="3230118496" sldId="446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30118496" sldId="446"/>
            <ac:spMk id="2" creationId="{B24CE976-1832-9CA3-981D-6E8642ACB90A}"/>
          </ac:spMkLst>
        </pc:spChg>
        <pc:spChg chg="add mod">
          <ac:chgData name="elvio rodriguez" userId="1c1449da70e07349" providerId="LiveId" clId="{B6FBDA6B-F2A7-4BBE-A2C3-07D2143358BF}" dt="2026-10-20T20:27:54.573" v="34860" actId="1036"/>
          <ac:spMkLst>
            <pc:docMk/>
            <pc:sldMk cId="3230118496" sldId="446"/>
            <ac:spMk id="4" creationId="{54D39B17-7EE7-F742-7928-5B15F60D9F2F}"/>
          </ac:spMkLst>
        </pc:spChg>
        <pc:spChg chg="add mod">
          <ac:chgData name="elvio rodriguez" userId="1c1449da70e07349" providerId="LiveId" clId="{B6FBDA6B-F2A7-4BBE-A2C3-07D2143358BF}" dt="2026-10-12T15:53:13.209" v="30201" actId="20577"/>
          <ac:spMkLst>
            <pc:docMk/>
            <pc:sldMk cId="3230118496" sldId="446"/>
            <ac:spMk id="20" creationId="{25FA1C29-4E64-7E70-2F33-77B2C65F3186}"/>
          </ac:spMkLst>
        </pc:spChg>
        <pc:picChg chg="add mod modCrop">
          <ac:chgData name="elvio rodriguez" userId="1c1449da70e07349" providerId="LiveId" clId="{B6FBDA6B-F2A7-4BBE-A2C3-07D2143358BF}" dt="2026-10-20T20:27:54.573" v="34860" actId="1036"/>
          <ac:picMkLst>
            <pc:docMk/>
            <pc:sldMk cId="3230118496" sldId="446"/>
            <ac:picMk id="22" creationId="{B55B6505-97A6-0BFE-C9F6-A6AEAC145C54}"/>
          </ac:picMkLst>
        </pc:picChg>
      </pc:sldChg>
      <pc:sldChg chg="addSp delSp modSp add mod modTransition modAnim">
        <pc:chgData name="elvio rodriguez" userId="1c1449da70e07349" providerId="LiveId" clId="{B6FBDA6B-F2A7-4BBE-A2C3-07D2143358BF}" dt="2026-10-12T20:21:53.862" v="34313"/>
        <pc:sldMkLst>
          <pc:docMk/>
          <pc:sldMk cId="3550585549" sldId="447"/>
        </pc:sldMkLst>
        <pc:spChg chg="mod">
          <ac:chgData name="elvio rodriguez" userId="1c1449da70e07349" providerId="LiveId" clId="{B6FBDA6B-F2A7-4BBE-A2C3-07D2143358BF}" dt="2026-10-11T20:23:05.643" v="26949" actId="790"/>
          <ac:spMkLst>
            <pc:docMk/>
            <pc:sldMk cId="3550585549" sldId="447"/>
            <ac:spMk id="2" creationId="{841C6B13-1A3B-DAD7-921B-F84EF0E0D055}"/>
          </ac:spMkLst>
        </pc:spChg>
        <pc:spChg chg="add mod">
          <ac:chgData name="elvio rodriguez" userId="1c1449da70e07349" providerId="LiveId" clId="{B6FBDA6B-F2A7-4BBE-A2C3-07D2143358BF}" dt="2026-10-11T20:07:07.397" v="26402" actId="1076"/>
          <ac:spMkLst>
            <pc:docMk/>
            <pc:sldMk cId="3550585549" sldId="447"/>
            <ac:spMk id="3" creationId="{ADA1D67C-E5F7-63E2-AAFF-D154D390DBD3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50585549" sldId="447"/>
            <ac:spMk id="4" creationId="{D478309E-0D86-C2CB-96C3-E5911AD353AD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50585549" sldId="447"/>
            <ac:spMk id="5" creationId="{9BB8AF6A-1827-6D90-60C7-32BB94BE845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50585549" sldId="447"/>
            <ac:spMk id="13" creationId="{51EF4143-41A7-9457-E5E5-249AAD0E4D4E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50585549" sldId="447"/>
            <ac:spMk id="14" creationId="{B5A47DD0-00F9-A532-701E-6148891502FE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50585549" sldId="447"/>
            <ac:spMk id="15" creationId="{8EAC184A-E4EE-F525-810E-137F3CF9D85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50585549" sldId="447"/>
            <ac:spMk id="25" creationId="{E35B9C57-0045-78EE-90FD-9FC5C1BE652F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50585549" sldId="447"/>
            <ac:spMk id="34" creationId="{6C4AC08B-8A80-F0E9-19EC-1A985EB0D54E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50585549" sldId="447"/>
            <ac:spMk id="38" creationId="{EBA7D833-84AC-0A5C-5C7D-322CF5D2E0A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50585549" sldId="447"/>
            <ac:spMk id="40" creationId="{F877D770-EED9-95ED-2B97-2285081BDAD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550585549" sldId="447"/>
            <ac:spMk id="45" creationId="{EA0CF477-B169-097F-E3D7-123A85D732EA}"/>
          </ac:spMkLst>
        </pc:spChg>
        <pc:cxnChg chg="add mod">
          <ac:chgData name="elvio rodriguez" userId="1c1449da70e07349" providerId="LiveId" clId="{B6FBDA6B-F2A7-4BBE-A2C3-07D2143358BF}" dt="2026-10-11T20:07:07.397" v="26402" actId="1076"/>
          <ac:cxnSpMkLst>
            <pc:docMk/>
            <pc:sldMk cId="3550585549" sldId="447"/>
            <ac:cxnSpMk id="17" creationId="{180537F2-B695-9420-187B-3B9B2D2BAC20}"/>
          </ac:cxnSpMkLst>
        </pc:cxnChg>
        <pc:cxnChg chg="add mod">
          <ac:chgData name="elvio rodriguez" userId="1c1449da70e07349" providerId="LiveId" clId="{B6FBDA6B-F2A7-4BBE-A2C3-07D2143358BF}" dt="2026-10-11T20:04:17.111" v="26330" actId="14100"/>
          <ac:cxnSpMkLst>
            <pc:docMk/>
            <pc:sldMk cId="3550585549" sldId="447"/>
            <ac:cxnSpMk id="18" creationId="{EA77F991-9866-1E6E-4DBC-6FB3CADB975E}"/>
          </ac:cxnSpMkLst>
        </pc:cxnChg>
        <pc:cxnChg chg="add mod">
          <ac:chgData name="elvio rodriguez" userId="1c1449da70e07349" providerId="LiveId" clId="{B6FBDA6B-F2A7-4BBE-A2C3-07D2143358BF}" dt="2026-10-11T20:04:23.167" v="26335" actId="14100"/>
          <ac:cxnSpMkLst>
            <pc:docMk/>
            <pc:sldMk cId="3550585549" sldId="447"/>
            <ac:cxnSpMk id="21" creationId="{CE0F6CD9-FDB8-7113-FCCB-E0CA9A4049F4}"/>
          </ac:cxnSpMkLst>
        </pc:cxnChg>
        <pc:cxnChg chg="add mod">
          <ac:chgData name="elvio rodriguez" userId="1c1449da70e07349" providerId="LiveId" clId="{B6FBDA6B-F2A7-4BBE-A2C3-07D2143358BF}" dt="2026-10-11T20:08:38.969" v="26428" actId="1076"/>
          <ac:cxnSpMkLst>
            <pc:docMk/>
            <pc:sldMk cId="3550585549" sldId="447"/>
            <ac:cxnSpMk id="27" creationId="{1042C13E-1188-5A47-2E94-93324E077E81}"/>
          </ac:cxnSpMkLst>
        </pc:cxnChg>
        <pc:cxnChg chg="add mod">
          <ac:chgData name="elvio rodriguez" userId="1c1449da70e07349" providerId="LiveId" clId="{B6FBDA6B-F2A7-4BBE-A2C3-07D2143358BF}" dt="2026-10-11T20:12:51.043" v="26608" actId="14100"/>
          <ac:cxnSpMkLst>
            <pc:docMk/>
            <pc:sldMk cId="3550585549" sldId="447"/>
            <ac:cxnSpMk id="39" creationId="{0339A8E3-AAA7-B08B-67AC-4CAFB8BB1F45}"/>
          </ac:cxnSpMkLst>
        </pc:cxnChg>
        <pc:cxnChg chg="add mod">
          <ac:chgData name="elvio rodriguez" userId="1c1449da70e07349" providerId="LiveId" clId="{B6FBDA6B-F2A7-4BBE-A2C3-07D2143358BF}" dt="2026-10-11T20:21:24.568" v="26862" actId="14100"/>
          <ac:cxnSpMkLst>
            <pc:docMk/>
            <pc:sldMk cId="3550585549" sldId="447"/>
            <ac:cxnSpMk id="46" creationId="{6E0640A0-D9A8-76A3-2178-A46F2FBFD6C0}"/>
          </ac:cxnSpMkLst>
        </pc:cxnChg>
      </pc:sldChg>
      <pc:sldChg chg="addSp delSp modSp add mod modTransition modAnim">
        <pc:chgData name="elvio rodriguez" userId="1c1449da70e07349" providerId="LiveId" clId="{B6FBDA6B-F2A7-4BBE-A2C3-07D2143358BF}" dt="2026-10-12T20:21:53.862" v="34313"/>
        <pc:sldMkLst>
          <pc:docMk/>
          <pc:sldMk cId="1687868318" sldId="448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687868318" sldId="448"/>
            <ac:spMk id="2" creationId="{EFC33B58-087D-FC97-26AB-43BA63873D6E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1687868318" sldId="448"/>
            <ac:spMk id="5" creationId="{73C0DE5B-8342-148B-A2A0-6B826CE57638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1687868318" sldId="448"/>
            <ac:spMk id="20" creationId="{57793A53-3E6A-33D3-2D1E-998DDB9DB410}"/>
          </ac:spMkLst>
        </pc:spChg>
        <pc:picChg chg="add mod modCrop">
          <ac:chgData name="elvio rodriguez" userId="1c1449da70e07349" providerId="LiveId" clId="{B6FBDA6B-F2A7-4BBE-A2C3-07D2143358BF}" dt="2026-10-11T19:46:13.975" v="25920" actId="1076"/>
          <ac:picMkLst>
            <pc:docMk/>
            <pc:sldMk cId="1687868318" sldId="448"/>
            <ac:picMk id="4" creationId="{D9424F53-B0F3-9DBE-2A6D-AA014F839A75}"/>
          </ac:picMkLst>
        </pc:picChg>
      </pc:sldChg>
      <pc:sldChg chg="addSp delSp modSp add mod ord modTransition delAnim modAnim">
        <pc:chgData name="elvio rodriguez" userId="1c1449da70e07349" providerId="LiveId" clId="{B6FBDA6B-F2A7-4BBE-A2C3-07D2143358BF}" dt="2026-10-12T20:24:51.340" v="34343" actId="1036"/>
        <pc:sldMkLst>
          <pc:docMk/>
          <pc:sldMk cId="3969581604" sldId="449"/>
        </pc:sldMkLst>
        <pc:spChg chg="mod">
          <ac:chgData name="elvio rodriguez" userId="1c1449da70e07349" providerId="LiveId" clId="{B6FBDA6B-F2A7-4BBE-A2C3-07D2143358BF}" dt="2026-10-12T17:32:08.165" v="31483" actId="20577"/>
          <ac:spMkLst>
            <pc:docMk/>
            <pc:sldMk cId="3969581604" sldId="449"/>
            <ac:spMk id="2" creationId="{3721AD0B-186B-9C83-6E8F-DDAC93C0A355}"/>
          </ac:spMkLst>
        </pc:spChg>
        <pc:spChg chg="add mod">
          <ac:chgData name="elvio rodriguez" userId="1c1449da70e07349" providerId="LiveId" clId="{B6FBDA6B-F2A7-4BBE-A2C3-07D2143358BF}" dt="2026-10-12T20:24:51.340" v="34343" actId="1036"/>
          <ac:spMkLst>
            <pc:docMk/>
            <pc:sldMk cId="3969581604" sldId="449"/>
            <ac:spMk id="9" creationId="{40787D23-6C27-84EC-329A-17201F76E0E9}"/>
          </ac:spMkLst>
        </pc:spChg>
        <pc:spChg chg="add mod">
          <ac:chgData name="elvio rodriguez" userId="1c1449da70e07349" providerId="LiveId" clId="{B6FBDA6B-F2A7-4BBE-A2C3-07D2143358BF}" dt="2026-10-12T20:24:51.340" v="34343" actId="1036"/>
          <ac:spMkLst>
            <pc:docMk/>
            <pc:sldMk cId="3969581604" sldId="449"/>
            <ac:spMk id="12" creationId="{C83620C1-1DAD-A02C-44DF-E1F5FEACAFC0}"/>
          </ac:spMkLst>
        </pc:spChg>
        <pc:spChg chg="add mod">
          <ac:chgData name="elvio rodriguez" userId="1c1449da70e07349" providerId="LiveId" clId="{B6FBDA6B-F2A7-4BBE-A2C3-07D2143358BF}" dt="2026-10-12T20:24:51.340" v="34343" actId="1036"/>
          <ac:spMkLst>
            <pc:docMk/>
            <pc:sldMk cId="3969581604" sldId="449"/>
            <ac:spMk id="16" creationId="{4D9533FE-F946-7F52-7D7B-7B2956488EEB}"/>
          </ac:spMkLst>
        </pc:spChg>
      </pc:sldChg>
      <pc:sldChg chg="addSp delSp modSp add mod modTransition delAnim modAnim">
        <pc:chgData name="elvio rodriguez" userId="1c1449da70e07349" providerId="LiveId" clId="{B6FBDA6B-F2A7-4BBE-A2C3-07D2143358BF}" dt="2026-10-12T20:20:47.860" v="34312" actId="207"/>
        <pc:sldMkLst>
          <pc:docMk/>
          <pc:sldMk cId="329735813" sldId="450"/>
        </pc:sldMkLst>
        <pc:spChg chg="mod">
          <ac:chgData name="elvio rodriguez" userId="1c1449da70e07349" providerId="LiveId" clId="{B6FBDA6B-F2A7-4BBE-A2C3-07D2143358BF}" dt="2026-10-11T21:33:39.011" v="27683" actId="20577"/>
          <ac:spMkLst>
            <pc:docMk/>
            <pc:sldMk cId="329735813" sldId="450"/>
            <ac:spMk id="2" creationId="{020641FD-22F3-6761-CF5B-B05D22C19020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329735813" sldId="450"/>
            <ac:spMk id="3" creationId="{3702689C-C3DA-A4F3-96D4-CDA164154B93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9735813" sldId="450"/>
            <ac:spMk id="4" creationId="{C41BE104-0199-FB5D-E34D-7D96D762CFA0}"/>
          </ac:spMkLst>
        </pc:spChg>
        <pc:spChg chg="add mod">
          <ac:chgData name="elvio rodriguez" userId="1c1449da70e07349" providerId="LiveId" clId="{B6FBDA6B-F2A7-4BBE-A2C3-07D2143358BF}" dt="2026-10-11T21:50:45.203" v="28111" actId="1076"/>
          <ac:spMkLst>
            <pc:docMk/>
            <pc:sldMk cId="329735813" sldId="450"/>
            <ac:spMk id="6" creationId="{C35EBD3F-E593-6DDD-E2CD-44D39114D23F}"/>
          </ac:spMkLst>
        </pc:spChg>
        <pc:spChg chg="add mod">
          <ac:chgData name="elvio rodriguez" userId="1c1449da70e07349" providerId="LiveId" clId="{B6FBDA6B-F2A7-4BBE-A2C3-07D2143358BF}" dt="2026-10-11T21:44:13.799" v="27940" actId="1076"/>
          <ac:spMkLst>
            <pc:docMk/>
            <pc:sldMk cId="329735813" sldId="450"/>
            <ac:spMk id="7" creationId="{095CBA85-775A-B38C-350F-9B9CA3A0E190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9735813" sldId="450"/>
            <ac:spMk id="9" creationId="{845410B9-A695-D68A-4437-C63BFC61A7BD}"/>
          </ac:spMkLst>
        </pc:spChg>
        <pc:spChg chg="add mod">
          <ac:chgData name="elvio rodriguez" userId="1c1449da70e07349" providerId="LiveId" clId="{B6FBDA6B-F2A7-4BBE-A2C3-07D2143358BF}" dt="2026-10-11T21:45:56.318" v="27983" actId="1035"/>
          <ac:spMkLst>
            <pc:docMk/>
            <pc:sldMk cId="329735813" sldId="450"/>
            <ac:spMk id="13" creationId="{FAE05695-F2EB-31A2-0A8D-E02BD19E4EC3}"/>
          </ac:spMkLst>
        </pc:spChg>
        <pc:spChg chg="add mod">
          <ac:chgData name="elvio rodriguez" userId="1c1449da70e07349" providerId="LiveId" clId="{B6FBDA6B-F2A7-4BBE-A2C3-07D2143358BF}" dt="2026-10-11T21:45:56.318" v="27983" actId="1035"/>
          <ac:spMkLst>
            <pc:docMk/>
            <pc:sldMk cId="329735813" sldId="450"/>
            <ac:spMk id="16" creationId="{6466F675-946F-B29A-E935-781D096E3A5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9735813" sldId="450"/>
            <ac:spMk id="18" creationId="{7DB5B5F2-C43E-2361-90D9-845A32608A12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9735813" sldId="450"/>
            <ac:spMk id="20" creationId="{5B6FA0C5-437A-9FD7-3DDB-3AF6E1F633D6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9735813" sldId="450"/>
            <ac:spMk id="25" creationId="{0C444853-ECE4-27A0-AD49-3EEDD546022D}"/>
          </ac:spMkLst>
        </pc:spChg>
        <pc:spChg chg="add mod">
          <ac:chgData name="elvio rodriguez" userId="1c1449da70e07349" providerId="LiveId" clId="{B6FBDA6B-F2A7-4BBE-A2C3-07D2143358BF}" dt="2026-10-11T21:49:48.300" v="28104" actId="1076"/>
          <ac:spMkLst>
            <pc:docMk/>
            <pc:sldMk cId="329735813" sldId="450"/>
            <ac:spMk id="26" creationId="{CAB32E63-E46D-019E-C5FD-015768CD5419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9735813" sldId="450"/>
            <ac:spMk id="29" creationId="{AA8801EB-62EE-9E5B-1F43-15589319F75A}"/>
          </ac:spMkLst>
        </pc:spChg>
        <pc:spChg chg="add mod">
          <ac:chgData name="elvio rodriguez" userId="1c1449da70e07349" providerId="LiveId" clId="{B6FBDA6B-F2A7-4BBE-A2C3-07D2143358BF}" dt="2026-10-11T21:46:01.373" v="27984" actId="1038"/>
          <ac:spMkLst>
            <pc:docMk/>
            <pc:sldMk cId="329735813" sldId="450"/>
            <ac:spMk id="30" creationId="{9E479D18-6088-E1FF-6063-3109D6A3EE3B}"/>
          </ac:spMkLst>
        </pc:spChg>
        <pc:spChg chg="add mod">
          <ac:chgData name="elvio rodriguez" userId="1c1449da70e07349" providerId="LiveId" clId="{B6FBDA6B-F2A7-4BBE-A2C3-07D2143358BF}" dt="2026-10-11T21:44:13.799" v="27940" actId="1076"/>
          <ac:spMkLst>
            <pc:docMk/>
            <pc:sldMk cId="329735813" sldId="450"/>
            <ac:spMk id="32" creationId="{86367241-FFBB-4BFE-4D8F-7EA3B3ED9204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9735813" sldId="450"/>
            <ac:spMk id="33" creationId="{C07BF964-C2AD-763B-84AA-61AC762E7270}"/>
          </ac:spMkLst>
        </pc:spChg>
        <pc:spChg chg="add mod">
          <ac:chgData name="elvio rodriguez" userId="1c1449da70e07349" providerId="LiveId" clId="{B6FBDA6B-F2A7-4BBE-A2C3-07D2143358BF}" dt="2026-10-12T20:20:33.500" v="34301" actId="20577"/>
          <ac:spMkLst>
            <pc:docMk/>
            <pc:sldMk cId="329735813" sldId="450"/>
            <ac:spMk id="40" creationId="{2D3ECE48-2175-202D-D0C5-4BC753570D47}"/>
          </ac:spMkLst>
        </pc:spChg>
        <pc:spChg chg="add mod">
          <ac:chgData name="elvio rodriguez" userId="1c1449da70e07349" providerId="LiveId" clId="{B6FBDA6B-F2A7-4BBE-A2C3-07D2143358BF}" dt="2026-10-11T21:49:48.300" v="28104" actId="1076"/>
          <ac:spMkLst>
            <pc:docMk/>
            <pc:sldMk cId="329735813" sldId="450"/>
            <ac:spMk id="42" creationId="{14105FE3-B4A6-9997-8652-0576D7F2D1EC}"/>
          </ac:spMkLst>
        </pc:spChg>
        <pc:spChg chg="add mod">
          <ac:chgData name="elvio rodriguez" userId="1c1449da70e07349" providerId="LiveId" clId="{B6FBDA6B-F2A7-4BBE-A2C3-07D2143358BF}" dt="2026-10-12T14:47:08.553" v="29378" actId="790"/>
          <ac:spMkLst>
            <pc:docMk/>
            <pc:sldMk cId="329735813" sldId="450"/>
            <ac:spMk id="44" creationId="{CCD9B250-0993-4BB2-D82A-8903F8C64362}"/>
          </ac:spMkLst>
        </pc:spChg>
        <pc:spChg chg="add mod">
          <ac:chgData name="elvio rodriguez" userId="1c1449da70e07349" providerId="LiveId" clId="{B6FBDA6B-F2A7-4BBE-A2C3-07D2143358BF}" dt="2026-10-12T20:20:47.860" v="34312" actId="207"/>
          <ac:spMkLst>
            <pc:docMk/>
            <pc:sldMk cId="329735813" sldId="450"/>
            <ac:spMk id="45" creationId="{308234A2-F250-E581-AC7F-7012ABCF7380}"/>
          </ac:spMkLst>
        </pc:spChg>
        <pc:cxnChg chg="add mod">
          <ac:chgData name="elvio rodriguez" userId="1c1449da70e07349" providerId="LiveId" clId="{B6FBDA6B-F2A7-4BBE-A2C3-07D2143358BF}" dt="2026-10-11T21:45:56.318" v="27983" actId="1035"/>
          <ac:cxnSpMkLst>
            <pc:docMk/>
            <pc:sldMk cId="329735813" sldId="450"/>
            <ac:cxnSpMk id="11" creationId="{F8553E1E-E83E-7E6D-AF00-90A4A42F5C2C}"/>
          </ac:cxnSpMkLst>
        </pc:cxnChg>
        <pc:cxnChg chg="add mod">
          <ac:chgData name="elvio rodriguez" userId="1c1449da70e07349" providerId="LiveId" clId="{B6FBDA6B-F2A7-4BBE-A2C3-07D2143358BF}" dt="2026-10-11T21:45:56.318" v="27983" actId="1035"/>
          <ac:cxnSpMkLst>
            <pc:docMk/>
            <pc:sldMk cId="329735813" sldId="450"/>
            <ac:cxnSpMk id="15" creationId="{A9C2D656-2F68-AB62-F2B0-A653EB5DE5FF}"/>
          </ac:cxnSpMkLst>
        </pc:cxnChg>
        <pc:cxnChg chg="add mod">
          <ac:chgData name="elvio rodriguez" userId="1c1449da70e07349" providerId="LiveId" clId="{B6FBDA6B-F2A7-4BBE-A2C3-07D2143358BF}" dt="2026-10-11T21:44:13.799" v="27940" actId="1076"/>
          <ac:cxnSpMkLst>
            <pc:docMk/>
            <pc:sldMk cId="329735813" sldId="450"/>
            <ac:cxnSpMk id="17" creationId="{3D2CA077-573F-04F7-4491-C1B2B1ED6DE8}"/>
          </ac:cxnSpMkLst>
        </pc:cxnChg>
        <pc:cxnChg chg="add mod">
          <ac:chgData name="elvio rodriguez" userId="1c1449da70e07349" providerId="LiveId" clId="{B6FBDA6B-F2A7-4BBE-A2C3-07D2143358BF}" dt="2026-10-11T21:44:13.799" v="27940" actId="1076"/>
          <ac:cxnSpMkLst>
            <pc:docMk/>
            <pc:sldMk cId="329735813" sldId="450"/>
            <ac:cxnSpMk id="19" creationId="{4DF5814E-0D93-9C78-7639-F781C0E80C48}"/>
          </ac:cxnSpMkLst>
        </pc:cxnChg>
        <pc:cxnChg chg="add mod">
          <ac:chgData name="elvio rodriguez" userId="1c1449da70e07349" providerId="LiveId" clId="{B6FBDA6B-F2A7-4BBE-A2C3-07D2143358BF}" dt="2026-10-11T21:43:37.713" v="27931" actId="1076"/>
          <ac:cxnSpMkLst>
            <pc:docMk/>
            <pc:sldMk cId="329735813" sldId="450"/>
            <ac:cxnSpMk id="27" creationId="{17F91E2A-1139-CCFE-2C0B-5B8A7BE03403}"/>
          </ac:cxnSpMkLst>
        </pc:cxnChg>
        <pc:cxnChg chg="add mod">
          <ac:chgData name="elvio rodriguez" userId="1c1449da70e07349" providerId="LiveId" clId="{B6FBDA6B-F2A7-4BBE-A2C3-07D2143358BF}" dt="2026-10-11T21:43:37.713" v="27931" actId="1076"/>
          <ac:cxnSpMkLst>
            <pc:docMk/>
            <pc:sldMk cId="329735813" sldId="450"/>
            <ac:cxnSpMk id="28" creationId="{6D77844F-A46C-C251-7ACA-49F327B8B294}"/>
          </ac:cxnSpMkLst>
        </pc:cxnChg>
        <pc:cxnChg chg="add mod">
          <ac:chgData name="elvio rodriguez" userId="1c1449da70e07349" providerId="LiveId" clId="{B6FBDA6B-F2A7-4BBE-A2C3-07D2143358BF}" dt="2026-10-11T21:49:48.300" v="28104" actId="1076"/>
          <ac:cxnSpMkLst>
            <pc:docMk/>
            <pc:sldMk cId="329735813" sldId="450"/>
            <ac:cxnSpMk id="41" creationId="{2A5DF715-024C-FA92-ADA8-B427D8ADF37F}"/>
          </ac:cxnSpMkLst>
        </pc:cxnChg>
        <pc:cxnChg chg="add mod">
          <ac:chgData name="elvio rodriguez" userId="1c1449da70e07349" providerId="LiveId" clId="{B6FBDA6B-F2A7-4BBE-A2C3-07D2143358BF}" dt="2026-10-11T21:49:48.300" v="28104" actId="1076"/>
          <ac:cxnSpMkLst>
            <pc:docMk/>
            <pc:sldMk cId="329735813" sldId="450"/>
            <ac:cxnSpMk id="43" creationId="{60140099-0D8A-1F24-28D1-BA61C70A79D7}"/>
          </ac:cxnSpMkLst>
        </pc:cxnChg>
      </pc:sldChg>
      <pc:sldChg chg="addSp delSp modSp add mod modTransition modAnim">
        <pc:chgData name="elvio rodriguez" userId="1c1449da70e07349" providerId="LiveId" clId="{B6FBDA6B-F2A7-4BBE-A2C3-07D2143358BF}" dt="2026-10-12T20:21:53.862" v="34313"/>
        <pc:sldMkLst>
          <pc:docMk/>
          <pc:sldMk cId="2575926924" sldId="452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75926924" sldId="452"/>
            <ac:spMk id="5" creationId="{B89F07C4-07B1-75EF-C5EA-13D79A5C642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75926924" sldId="452"/>
            <ac:spMk id="6" creationId="{CFE278F7-1786-B115-C055-5780EC6C6F4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75926924" sldId="452"/>
            <ac:spMk id="7" creationId="{C954B4F7-4EBE-63C5-C7B1-B87C6414165B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75926924" sldId="452"/>
            <ac:spMk id="8" creationId="{63C6EDB0-262C-8D02-FF41-368ABD4307A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75926924" sldId="452"/>
            <ac:spMk id="11" creationId="{3554770E-0868-A0CF-7786-E8C6ED41D46B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75926924" sldId="452"/>
            <ac:spMk id="12" creationId="{87100B7F-B1AB-A280-4995-A74C17B89573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75926924" sldId="452"/>
            <ac:spMk id="15" creationId="{01AA5620-0AED-D00B-CCF0-2F5DB211F3FA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75926924" sldId="452"/>
            <ac:spMk id="16" creationId="{B27CF902-C851-3F49-B9EA-6E3662A43C68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75926924" sldId="452"/>
            <ac:spMk id="18" creationId="{7B4318C8-0DCF-F0A4-1343-4C092E272130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575926924" sldId="452"/>
            <ac:spMk id="23" creationId="{39E7413D-D6EB-B959-BF3C-E95B6BD45D58}"/>
          </ac:spMkLst>
        </pc:spChg>
        <pc:picChg chg="add mod">
          <ac:chgData name="elvio rodriguez" userId="1c1449da70e07349" providerId="LiveId" clId="{B6FBDA6B-F2A7-4BBE-A2C3-07D2143358BF}" dt="2026-10-11T22:20:33.747" v="28640" actId="1076"/>
          <ac:picMkLst>
            <pc:docMk/>
            <pc:sldMk cId="2575926924" sldId="452"/>
            <ac:picMk id="19" creationId="{1BCB20DE-2DF5-0759-6A0A-7214FEC3692B}"/>
          </ac:picMkLst>
        </pc:picChg>
      </pc:sldChg>
      <pc:sldChg chg="addSp delSp modSp add del mod">
        <pc:chgData name="elvio rodriguez" userId="1c1449da70e07349" providerId="LiveId" clId="{B6FBDA6B-F2A7-4BBE-A2C3-07D2143358BF}" dt="2026-10-12T14:47:08.553" v="29378" actId="790"/>
        <pc:sldMkLst>
          <pc:docMk/>
          <pc:sldMk cId="2374508375" sldId="453"/>
        </pc:sldMkLst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374508375" sldId="453"/>
            <ac:spMk id="2" creationId="{0126C604-968D-9B4D-C714-E4058BE243E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374508375" sldId="453"/>
            <ac:spMk id="4" creationId="{2B6E183C-021B-8CB4-6F83-235377991307}"/>
          </ac:spMkLst>
        </pc:spChg>
        <pc:spChg chg="add del mod">
          <ac:chgData name="elvio rodriguez" userId="1c1449da70e07349" providerId="LiveId" clId="{B6FBDA6B-F2A7-4BBE-A2C3-07D2143358BF}" dt="2026-10-11T22:28:26.274" v="28762" actId="1076"/>
          <ac:spMkLst>
            <pc:docMk/>
            <pc:sldMk cId="2374508375" sldId="453"/>
            <ac:spMk id="6" creationId="{88526B50-FD40-67C2-F8DE-42589B261658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374508375" sldId="453"/>
            <ac:spMk id="7" creationId="{B74639C2-9351-4D43-0A48-1E3A26057494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374508375" sldId="453"/>
            <ac:spMk id="8" creationId="{4E11C9E4-ECAC-4307-E607-3DEBFC7F8D5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374508375" sldId="453"/>
            <ac:spMk id="9" creationId="{3703D0F3-7E0A-3E52-E8AB-ADE1150F908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374508375" sldId="453"/>
            <ac:spMk id="11" creationId="{A45B7A6B-6046-ABE0-1B08-885AEF23AE1C}"/>
          </ac:spMkLst>
        </pc:spChg>
        <pc:spChg chg="add del mod">
          <ac:chgData name="elvio rodriguez" userId="1c1449da70e07349" providerId="LiveId" clId="{B6FBDA6B-F2A7-4BBE-A2C3-07D2143358BF}" dt="2026-10-12T14:47:08.553" v="29378" actId="790"/>
          <ac:spMkLst>
            <pc:docMk/>
            <pc:sldMk cId="2374508375" sldId="453"/>
            <ac:spMk id="21" creationId="{9F061503-43F5-22BD-382E-5BDE675F3BC2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374508375" sldId="453"/>
            <ac:spMk id="25" creationId="{8F158963-B690-B7C5-2D56-753832BEF5C1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374508375" sldId="453"/>
            <ac:spMk id="29" creationId="{283C8595-6D6E-5AB4-468B-039551F0A27E}"/>
          </ac:spMkLst>
        </pc:spChg>
        <pc:spChg chg="mod">
          <ac:chgData name="elvio rodriguez" userId="1c1449da70e07349" providerId="LiveId" clId="{B6FBDA6B-F2A7-4BBE-A2C3-07D2143358BF}" dt="2026-10-12T14:47:08.553" v="29378" actId="790"/>
          <ac:spMkLst>
            <pc:docMk/>
            <pc:sldMk cId="2374508375" sldId="453"/>
            <ac:spMk id="35" creationId="{E7811DB2-CF7B-EBC3-0189-00D98909124A}"/>
          </ac:spMkLst>
        </pc:spChg>
        <pc:spChg chg="add mod">
          <ac:chgData name="elvio rodriguez" userId="1c1449da70e07349" providerId="LiveId" clId="{B6FBDA6B-F2A7-4BBE-A2C3-07D2143358BF}" dt="2026-10-11T22:26:32.586" v="28743" actId="1076"/>
          <ac:spMkLst>
            <pc:docMk/>
            <pc:sldMk cId="2374508375" sldId="453"/>
            <ac:spMk id="38" creationId="{7CCFBB96-74A6-DE25-F858-F8D7FEC786E6}"/>
          </ac:spMkLst>
        </pc:spChg>
        <pc:cxnChg chg="add del mod">
          <ac:chgData name="elvio rodriguez" userId="1c1449da70e07349" providerId="LiveId" clId="{B6FBDA6B-F2A7-4BBE-A2C3-07D2143358BF}" dt="2026-10-11T22:29:29.334" v="28774" actId="478"/>
          <ac:cxnSpMkLst>
            <pc:docMk/>
            <pc:sldMk cId="2374508375" sldId="453"/>
            <ac:cxnSpMk id="19" creationId="{CC90DD76-A29D-1AB4-4FFE-6055106679E5}"/>
          </ac:cxnSpMkLst>
        </pc:cxnChg>
      </pc:sldChg>
      <pc:sldChg chg="addSp delSp modSp add mod modTransition modAnim">
        <pc:chgData name="elvio rodriguez" userId="1c1449da70e07349" providerId="LiveId" clId="{B6FBDA6B-F2A7-4BBE-A2C3-07D2143358BF}" dt="2026-10-12T20:21:53.862" v="34313"/>
        <pc:sldMkLst>
          <pc:docMk/>
          <pc:sldMk cId="2651381645" sldId="454"/>
        </pc:sldMkLst>
        <pc:spChg chg="mod">
          <ac:chgData name="elvio rodriguez" userId="1c1449da70e07349" providerId="LiveId" clId="{B6FBDA6B-F2A7-4BBE-A2C3-07D2143358BF}" dt="2026-10-12T14:51:48.056" v="29436" actId="208"/>
          <ac:spMkLst>
            <pc:docMk/>
            <pc:sldMk cId="2651381645" sldId="454"/>
            <ac:spMk id="5" creationId="{A8174EE1-C389-A786-195F-AEDDFAE2DAB5}"/>
          </ac:spMkLst>
        </pc:spChg>
        <pc:spChg chg="add mod">
          <ac:chgData name="elvio rodriguez" userId="1c1449da70e07349" providerId="LiveId" clId="{B6FBDA6B-F2A7-4BBE-A2C3-07D2143358BF}" dt="2026-10-12T16:55:15.548" v="30207" actId="1076"/>
          <ac:spMkLst>
            <pc:docMk/>
            <pc:sldMk cId="2651381645" sldId="454"/>
            <ac:spMk id="8" creationId="{039054C7-19A0-6922-7E10-1D483FA08491}"/>
          </ac:spMkLst>
        </pc:spChg>
        <pc:spChg chg="mod">
          <ac:chgData name="elvio rodriguez" userId="1c1449da70e07349" providerId="LiveId" clId="{B6FBDA6B-F2A7-4BBE-A2C3-07D2143358BF}" dt="2026-10-12T14:51:48.056" v="29436" actId="208"/>
          <ac:spMkLst>
            <pc:docMk/>
            <pc:sldMk cId="2651381645" sldId="454"/>
            <ac:spMk id="9" creationId="{84AFD257-0AB3-0B17-9D14-99BAFC7D7B98}"/>
          </ac:spMkLst>
        </pc:spChg>
        <pc:spChg chg="mod">
          <ac:chgData name="elvio rodriguez" userId="1c1449da70e07349" providerId="LiveId" clId="{B6FBDA6B-F2A7-4BBE-A2C3-07D2143358BF}" dt="2026-10-12T14:51:48.056" v="29436" actId="208"/>
          <ac:spMkLst>
            <pc:docMk/>
            <pc:sldMk cId="2651381645" sldId="454"/>
            <ac:spMk id="10" creationId="{1E27C158-E2ED-DAF3-67E5-F01BEAE9D8F8}"/>
          </ac:spMkLst>
        </pc:spChg>
        <pc:spChg chg="mod">
          <ac:chgData name="elvio rodriguez" userId="1c1449da70e07349" providerId="LiveId" clId="{B6FBDA6B-F2A7-4BBE-A2C3-07D2143358BF}" dt="2026-10-12T14:51:48.056" v="29436" actId="208"/>
          <ac:spMkLst>
            <pc:docMk/>
            <pc:sldMk cId="2651381645" sldId="454"/>
            <ac:spMk id="11" creationId="{818E1FEF-A931-FCEA-916B-B3BE7D5DFC1B}"/>
          </ac:spMkLst>
        </pc:spChg>
        <pc:spChg chg="mod">
          <ac:chgData name="elvio rodriguez" userId="1c1449da70e07349" providerId="LiveId" clId="{B6FBDA6B-F2A7-4BBE-A2C3-07D2143358BF}" dt="2026-10-12T14:51:48.056" v="29436" actId="208"/>
          <ac:spMkLst>
            <pc:docMk/>
            <pc:sldMk cId="2651381645" sldId="454"/>
            <ac:spMk id="13" creationId="{CF349F30-7F53-8DA2-9FB8-E652B285B3F8}"/>
          </ac:spMkLst>
        </pc:spChg>
        <pc:spChg chg="mod">
          <ac:chgData name="elvio rodriguez" userId="1c1449da70e07349" providerId="LiveId" clId="{B6FBDA6B-F2A7-4BBE-A2C3-07D2143358BF}" dt="2026-10-12T14:51:48.056" v="29436" actId="208"/>
          <ac:spMkLst>
            <pc:docMk/>
            <pc:sldMk cId="2651381645" sldId="454"/>
            <ac:spMk id="14" creationId="{D6963A13-9FFC-8AE6-A384-4D334299C75C}"/>
          </ac:spMkLst>
        </pc:spChg>
        <pc:spChg chg="mod">
          <ac:chgData name="elvio rodriguez" userId="1c1449da70e07349" providerId="LiveId" clId="{B6FBDA6B-F2A7-4BBE-A2C3-07D2143358BF}" dt="2026-10-12T14:51:48.056" v="29436" actId="208"/>
          <ac:spMkLst>
            <pc:docMk/>
            <pc:sldMk cId="2651381645" sldId="454"/>
            <ac:spMk id="15" creationId="{005E05B7-5151-492D-D906-72360ABCA06B}"/>
          </ac:spMkLst>
        </pc:spChg>
        <pc:spChg chg="mod">
          <ac:chgData name="elvio rodriguez" userId="1c1449da70e07349" providerId="LiveId" clId="{B6FBDA6B-F2A7-4BBE-A2C3-07D2143358BF}" dt="2026-10-12T14:51:48.056" v="29436" actId="208"/>
          <ac:spMkLst>
            <pc:docMk/>
            <pc:sldMk cId="2651381645" sldId="454"/>
            <ac:spMk id="16" creationId="{FB0140D0-AC0C-72A7-473C-AD700805C0C4}"/>
          </ac:spMkLst>
        </pc:spChg>
        <pc:spChg chg="mod">
          <ac:chgData name="elvio rodriguez" userId="1c1449da70e07349" providerId="LiveId" clId="{B6FBDA6B-F2A7-4BBE-A2C3-07D2143358BF}" dt="2026-10-12T15:00:36.153" v="29599" actId="1076"/>
          <ac:spMkLst>
            <pc:docMk/>
            <pc:sldMk cId="2651381645" sldId="454"/>
            <ac:spMk id="17" creationId="{E2EBF5E8-4BEE-116B-7E54-848F54E8BB8C}"/>
          </ac:spMkLst>
        </pc:spChg>
        <pc:spChg chg="add del mod">
          <ac:chgData name="elvio rodriguez" userId="1c1449da70e07349" providerId="LiveId" clId="{B6FBDA6B-F2A7-4BBE-A2C3-07D2143358BF}" dt="2026-10-12T15:31:43.100" v="30144" actId="1076"/>
          <ac:spMkLst>
            <pc:docMk/>
            <pc:sldMk cId="2651381645" sldId="454"/>
            <ac:spMk id="19" creationId="{E544361A-4914-71C4-4F68-4619BC4CA651}"/>
          </ac:spMkLst>
        </pc:spChg>
        <pc:spChg chg="mod">
          <ac:chgData name="elvio rodriguez" userId="1c1449da70e07349" providerId="LiveId" clId="{B6FBDA6B-F2A7-4BBE-A2C3-07D2143358BF}" dt="2026-10-12T14:56:35.959" v="29517" actId="208"/>
          <ac:spMkLst>
            <pc:docMk/>
            <pc:sldMk cId="2651381645" sldId="454"/>
            <ac:spMk id="32" creationId="{2DEF716F-FDAF-DB9B-469A-777F1F27EE32}"/>
          </ac:spMkLst>
        </pc:spChg>
        <pc:spChg chg="mod">
          <ac:chgData name="elvio rodriguez" userId="1c1449da70e07349" providerId="LiveId" clId="{B6FBDA6B-F2A7-4BBE-A2C3-07D2143358BF}" dt="2026-10-12T14:56:35.959" v="29517" actId="208"/>
          <ac:spMkLst>
            <pc:docMk/>
            <pc:sldMk cId="2651381645" sldId="454"/>
            <ac:spMk id="39" creationId="{0188B0A2-C2BC-4B85-A235-4109E458C306}"/>
          </ac:spMkLst>
        </pc:spChg>
        <pc:spChg chg="add del mod">
          <ac:chgData name="elvio rodriguez" userId="1c1449da70e07349" providerId="LiveId" clId="{B6FBDA6B-F2A7-4BBE-A2C3-07D2143358BF}" dt="2026-10-12T15:00:07.238" v="29590" actId="20577"/>
          <ac:spMkLst>
            <pc:docMk/>
            <pc:sldMk cId="2651381645" sldId="454"/>
            <ac:spMk id="43" creationId="{6DCD95E5-F442-2528-FAF9-DAB9F28480AA}"/>
          </ac:spMkLst>
        </pc:spChg>
        <pc:spChg chg="mod">
          <ac:chgData name="elvio rodriguez" userId="1c1449da70e07349" providerId="LiveId" clId="{B6FBDA6B-F2A7-4BBE-A2C3-07D2143358BF}" dt="2026-10-12T15:27:49.959" v="30083" actId="12788"/>
          <ac:spMkLst>
            <pc:docMk/>
            <pc:sldMk cId="2651381645" sldId="454"/>
            <ac:spMk id="49" creationId="{4CA588F9-333C-9E21-A97E-080699E0EF6A}"/>
          </ac:spMkLst>
        </pc:spChg>
        <pc:spChg chg="mod">
          <ac:chgData name="elvio rodriguez" userId="1c1449da70e07349" providerId="LiveId" clId="{B6FBDA6B-F2A7-4BBE-A2C3-07D2143358BF}" dt="2026-10-12T14:56:35.959" v="29517" actId="208"/>
          <ac:spMkLst>
            <pc:docMk/>
            <pc:sldMk cId="2651381645" sldId="454"/>
            <ac:spMk id="50" creationId="{0E4AAB05-FF16-E7A0-4E64-A30F5FE530F3}"/>
          </ac:spMkLst>
        </pc:spChg>
        <pc:spChg chg="mod">
          <ac:chgData name="elvio rodriguez" userId="1c1449da70e07349" providerId="LiveId" clId="{B6FBDA6B-F2A7-4BBE-A2C3-07D2143358BF}" dt="2026-10-12T14:56:35.959" v="29517" actId="208"/>
          <ac:spMkLst>
            <pc:docMk/>
            <pc:sldMk cId="2651381645" sldId="454"/>
            <ac:spMk id="51" creationId="{AD2D544B-34DF-E3F7-72E7-9740D6FF2471}"/>
          </ac:spMkLst>
        </pc:spChg>
        <pc:spChg chg="mod">
          <ac:chgData name="elvio rodriguez" userId="1c1449da70e07349" providerId="LiveId" clId="{B6FBDA6B-F2A7-4BBE-A2C3-07D2143358BF}" dt="2026-10-12T14:56:35.959" v="29517" actId="208"/>
          <ac:spMkLst>
            <pc:docMk/>
            <pc:sldMk cId="2651381645" sldId="454"/>
            <ac:spMk id="52" creationId="{39D0F1C9-0EC5-1A7C-EB7A-8FD00C78BAD6}"/>
          </ac:spMkLst>
        </pc:spChg>
        <pc:spChg chg="mod">
          <ac:chgData name="elvio rodriguez" userId="1c1449da70e07349" providerId="LiveId" clId="{B6FBDA6B-F2A7-4BBE-A2C3-07D2143358BF}" dt="2026-10-12T14:56:35.959" v="29517" actId="208"/>
          <ac:spMkLst>
            <pc:docMk/>
            <pc:sldMk cId="2651381645" sldId="454"/>
            <ac:spMk id="53" creationId="{89212493-49A9-EA51-BC0A-BA3E2EE4AC2C}"/>
          </ac:spMkLst>
        </pc:spChg>
        <pc:spChg chg="mod">
          <ac:chgData name="elvio rodriguez" userId="1c1449da70e07349" providerId="LiveId" clId="{B6FBDA6B-F2A7-4BBE-A2C3-07D2143358BF}" dt="2026-10-12T14:56:35.959" v="29517" actId="208"/>
          <ac:spMkLst>
            <pc:docMk/>
            <pc:sldMk cId="2651381645" sldId="454"/>
            <ac:spMk id="54" creationId="{9819BF86-8B00-0274-762B-6B2545083FBD}"/>
          </ac:spMkLst>
        </pc:spChg>
        <pc:spChg chg="mod">
          <ac:chgData name="elvio rodriguez" userId="1c1449da70e07349" providerId="LiveId" clId="{B6FBDA6B-F2A7-4BBE-A2C3-07D2143358BF}" dt="2026-10-12T14:56:35.959" v="29517" actId="208"/>
          <ac:spMkLst>
            <pc:docMk/>
            <pc:sldMk cId="2651381645" sldId="454"/>
            <ac:spMk id="55" creationId="{FB1685CF-EB7F-083F-DD3A-A6F156AE1203}"/>
          </ac:spMkLst>
        </pc:spChg>
        <pc:spChg chg="mod">
          <ac:chgData name="elvio rodriguez" userId="1c1449da70e07349" providerId="LiveId" clId="{B6FBDA6B-F2A7-4BBE-A2C3-07D2143358BF}" dt="2026-10-12T14:56:35.959" v="29517" actId="208"/>
          <ac:spMkLst>
            <pc:docMk/>
            <pc:sldMk cId="2651381645" sldId="454"/>
            <ac:spMk id="56" creationId="{4D931C7D-4185-CEB6-8E5E-93A7AD9257C2}"/>
          </ac:spMkLst>
        </pc:spChg>
        <pc:spChg chg="add mod">
          <ac:chgData name="elvio rodriguez" userId="1c1449da70e07349" providerId="LiveId" clId="{B6FBDA6B-F2A7-4BBE-A2C3-07D2143358BF}" dt="2026-10-12T15:06:12.583" v="29726" actId="14100"/>
          <ac:spMkLst>
            <pc:docMk/>
            <pc:sldMk cId="2651381645" sldId="454"/>
            <ac:spMk id="64" creationId="{C3D60980-20C4-969B-5338-66DCA0D57603}"/>
          </ac:spMkLst>
        </pc:spChg>
        <pc:spChg chg="add mod">
          <ac:chgData name="elvio rodriguez" userId="1c1449da70e07349" providerId="LiveId" clId="{B6FBDA6B-F2A7-4BBE-A2C3-07D2143358BF}" dt="2026-10-12T15:17:08.591" v="29919" actId="20577"/>
          <ac:spMkLst>
            <pc:docMk/>
            <pc:sldMk cId="2651381645" sldId="454"/>
            <ac:spMk id="65" creationId="{EC26AAB4-DADC-DC31-37AC-179AE0DFB481}"/>
          </ac:spMkLst>
        </pc:spChg>
        <pc:spChg chg="mod">
          <ac:chgData name="elvio rodriguez" userId="1c1449da70e07349" providerId="LiveId" clId="{B6FBDA6B-F2A7-4BBE-A2C3-07D2143358BF}" dt="2026-10-12T14:52:41.928" v="29448" actId="6549"/>
          <ac:spMkLst>
            <pc:docMk/>
            <pc:sldMk cId="2651381645" sldId="454"/>
            <ac:spMk id="71" creationId="{9BBDE673-5787-648C-6792-E6E4C57E57B0}"/>
          </ac:spMkLst>
        </pc:spChg>
        <pc:spChg chg="add mod">
          <ac:chgData name="elvio rodriguez" userId="1c1449da70e07349" providerId="LiveId" clId="{B6FBDA6B-F2A7-4BBE-A2C3-07D2143358BF}" dt="2026-10-12T15:17:11.401" v="29920" actId="6549"/>
          <ac:spMkLst>
            <pc:docMk/>
            <pc:sldMk cId="2651381645" sldId="454"/>
            <ac:spMk id="75" creationId="{A776CBD3-2BC3-E665-619C-347C38D97038}"/>
          </ac:spMkLst>
        </pc:spChg>
        <pc:spChg chg="mod">
          <ac:chgData name="elvio rodriguez" userId="1c1449da70e07349" providerId="LiveId" clId="{B6FBDA6B-F2A7-4BBE-A2C3-07D2143358BF}" dt="2026-10-12T14:56:35.959" v="29517" actId="208"/>
          <ac:spMkLst>
            <pc:docMk/>
            <pc:sldMk cId="2651381645" sldId="454"/>
            <ac:spMk id="77" creationId="{76768CE2-A3C6-5E7C-202B-C50FF041B334}"/>
          </ac:spMkLst>
        </pc:spChg>
        <pc:spChg chg="add mod">
          <ac:chgData name="elvio rodriguez" userId="1c1449da70e07349" providerId="LiveId" clId="{B6FBDA6B-F2A7-4BBE-A2C3-07D2143358BF}" dt="2026-10-12T15:18:07.406" v="29926"/>
          <ac:spMkLst>
            <pc:docMk/>
            <pc:sldMk cId="2651381645" sldId="454"/>
            <ac:spMk id="111" creationId="{FA702897-782C-C6E9-E770-957895BC3E08}"/>
          </ac:spMkLst>
        </pc:spChg>
        <pc:spChg chg="add mod">
          <ac:chgData name="elvio rodriguez" userId="1c1449da70e07349" providerId="LiveId" clId="{B6FBDA6B-F2A7-4BBE-A2C3-07D2143358BF}" dt="2026-10-12T15:17:34.467" v="29925" actId="571"/>
          <ac:spMkLst>
            <pc:docMk/>
            <pc:sldMk cId="2651381645" sldId="454"/>
            <ac:spMk id="116" creationId="{1E7150EC-7CD8-EC01-ED13-9CAFCB9E5658}"/>
          </ac:spMkLst>
        </pc:spChg>
        <pc:spChg chg="add mod">
          <ac:chgData name="elvio rodriguez" userId="1c1449da70e07349" providerId="LiveId" clId="{B6FBDA6B-F2A7-4BBE-A2C3-07D2143358BF}" dt="2026-10-12T15:27:36.834" v="30080" actId="1076"/>
          <ac:spMkLst>
            <pc:docMk/>
            <pc:sldMk cId="2651381645" sldId="454"/>
            <ac:spMk id="117" creationId="{AB7119A5-AC6C-FD34-60CA-030F25388B35}"/>
          </ac:spMkLst>
        </pc:spChg>
        <pc:spChg chg="add mod">
          <ac:chgData name="elvio rodriguez" userId="1c1449da70e07349" providerId="LiveId" clId="{B6FBDA6B-F2A7-4BBE-A2C3-07D2143358BF}" dt="2026-10-12T15:20:44.469" v="29990" actId="1038"/>
          <ac:spMkLst>
            <pc:docMk/>
            <pc:sldMk cId="2651381645" sldId="454"/>
            <ac:spMk id="119" creationId="{BB16718F-DC13-0574-D9AC-56C4C18024C0}"/>
          </ac:spMkLst>
        </pc:spChg>
        <pc:spChg chg="add mod">
          <ac:chgData name="elvio rodriguez" userId="1c1449da70e07349" providerId="LiveId" clId="{B6FBDA6B-F2A7-4BBE-A2C3-07D2143358BF}" dt="2026-10-12T15:30:07.184" v="30122" actId="1076"/>
          <ac:spMkLst>
            <pc:docMk/>
            <pc:sldMk cId="2651381645" sldId="454"/>
            <ac:spMk id="121" creationId="{844175A5-278C-E7C6-E5BB-15B337592EA2}"/>
          </ac:spMkLst>
        </pc:spChg>
        <pc:spChg chg="add mod">
          <ac:chgData name="elvio rodriguez" userId="1c1449da70e07349" providerId="LiveId" clId="{B6FBDA6B-F2A7-4BBE-A2C3-07D2143358BF}" dt="2026-10-12T15:27:49.959" v="30083" actId="12788"/>
          <ac:spMkLst>
            <pc:docMk/>
            <pc:sldMk cId="2651381645" sldId="454"/>
            <ac:spMk id="122" creationId="{38B9AEB2-9DAB-366E-764F-25BF8A1B4C37}"/>
          </ac:spMkLst>
        </pc:spChg>
        <pc:spChg chg="add mod">
          <ac:chgData name="elvio rodriguez" userId="1c1449da70e07349" providerId="LiveId" clId="{B6FBDA6B-F2A7-4BBE-A2C3-07D2143358BF}" dt="2026-10-12T15:30:15.772" v="30125" actId="14100"/>
          <ac:spMkLst>
            <pc:docMk/>
            <pc:sldMk cId="2651381645" sldId="454"/>
            <ac:spMk id="123" creationId="{2CE23D09-1E98-28E7-41FD-B55DE1DB1C44}"/>
          </ac:spMkLst>
        </pc:spChg>
        <pc:spChg chg="add mod">
          <ac:chgData name="elvio rodriguez" userId="1c1449da70e07349" providerId="LiveId" clId="{B6FBDA6B-F2A7-4BBE-A2C3-07D2143358BF}" dt="2026-10-12T15:28:44.128" v="30094" actId="555"/>
          <ac:spMkLst>
            <pc:docMk/>
            <pc:sldMk cId="2651381645" sldId="454"/>
            <ac:spMk id="124" creationId="{B2956854-3386-9BD7-DCAE-F1D7A454E2F4}"/>
          </ac:spMkLst>
        </pc:spChg>
        <pc:spChg chg="add mod">
          <ac:chgData name="elvio rodriguez" userId="1c1449da70e07349" providerId="LiveId" clId="{B6FBDA6B-F2A7-4BBE-A2C3-07D2143358BF}" dt="2026-10-12T15:34:22.890" v="30182" actId="206"/>
          <ac:spMkLst>
            <pc:docMk/>
            <pc:sldMk cId="2651381645" sldId="454"/>
            <ac:spMk id="126" creationId="{27875BF9-0A78-A2BF-818D-C782C774BF1A}"/>
          </ac:spMkLst>
        </pc:spChg>
        <pc:spChg chg="add mod">
          <ac:chgData name="elvio rodriguez" userId="1c1449da70e07349" providerId="LiveId" clId="{B6FBDA6B-F2A7-4BBE-A2C3-07D2143358BF}" dt="2026-10-12T16:59:20.765" v="30254" actId="1076"/>
          <ac:spMkLst>
            <pc:docMk/>
            <pc:sldMk cId="2651381645" sldId="454"/>
            <ac:spMk id="131" creationId="{72B93D60-592F-1D04-C778-7CC9B093A4E5}"/>
          </ac:spMkLst>
        </pc:spChg>
        <pc:spChg chg="add mod">
          <ac:chgData name="elvio rodriguez" userId="1c1449da70e07349" providerId="LiveId" clId="{B6FBDA6B-F2A7-4BBE-A2C3-07D2143358BF}" dt="2026-10-12T15:34:10.959" v="30179" actId="206"/>
          <ac:spMkLst>
            <pc:docMk/>
            <pc:sldMk cId="2651381645" sldId="454"/>
            <ac:spMk id="136" creationId="{006E6D7A-D2B8-0C66-9C6C-CDCC195CE374}"/>
          </ac:spMkLst>
        </pc:spChg>
        <pc:spChg chg="add mod">
          <ac:chgData name="elvio rodriguez" userId="1c1449da70e07349" providerId="LiveId" clId="{B6FBDA6B-F2A7-4BBE-A2C3-07D2143358BF}" dt="2026-10-12T16:57:09.636" v="30239" actId="14100"/>
          <ac:spMkLst>
            <pc:docMk/>
            <pc:sldMk cId="2651381645" sldId="454"/>
            <ac:spMk id="138" creationId="{1F5677B2-3C61-5F25-5347-3505994D0D44}"/>
          </ac:spMkLst>
        </pc:spChg>
        <pc:spChg chg="add del mod">
          <ac:chgData name="elvio rodriguez" userId="1c1449da70e07349" providerId="LiveId" clId="{B6FBDA6B-F2A7-4BBE-A2C3-07D2143358BF}" dt="2026-10-12T17:01:50.237" v="30363" actId="47"/>
          <ac:spMkLst>
            <pc:docMk/>
            <pc:sldMk cId="2651381645" sldId="454"/>
            <ac:spMk id="152" creationId="{539FFE88-0428-E416-60EC-92C2A007B289}"/>
          </ac:spMkLst>
        </pc:spChg>
        <pc:cxnChg chg="add mod">
          <ac:chgData name="elvio rodriguez" userId="1c1449da70e07349" providerId="LiveId" clId="{B6FBDA6B-F2A7-4BBE-A2C3-07D2143358BF}" dt="2026-10-12T16:55:15.548" v="30207" actId="1076"/>
          <ac:cxnSpMkLst>
            <pc:docMk/>
            <pc:sldMk cId="2651381645" sldId="454"/>
            <ac:cxnSpMk id="25" creationId="{44CFC77E-1A45-5B33-731D-9951BEB2E997}"/>
          </ac:cxnSpMkLst>
        </pc:cxnChg>
        <pc:cxnChg chg="add mod">
          <ac:chgData name="elvio rodriguez" userId="1c1449da70e07349" providerId="LiveId" clId="{B6FBDA6B-F2A7-4BBE-A2C3-07D2143358BF}" dt="2026-10-12T15:00:52.416" v="29603" actId="208"/>
          <ac:cxnSpMkLst>
            <pc:docMk/>
            <pc:sldMk cId="2651381645" sldId="454"/>
            <ac:cxnSpMk id="45" creationId="{FD2DC2FD-0F9B-E699-073C-2F3D7DB56FBA}"/>
          </ac:cxnSpMkLst>
        </pc:cxnChg>
        <pc:cxnChg chg="add mod">
          <ac:chgData name="elvio rodriguez" userId="1c1449da70e07349" providerId="LiveId" clId="{B6FBDA6B-F2A7-4BBE-A2C3-07D2143358BF}" dt="2026-10-12T15:00:52.416" v="29603" actId="208"/>
          <ac:cxnSpMkLst>
            <pc:docMk/>
            <pc:sldMk cId="2651381645" sldId="454"/>
            <ac:cxnSpMk id="47" creationId="{F265B7E2-B55A-3E4C-9418-F78EBB40AFD1}"/>
          </ac:cxnSpMkLst>
        </pc:cxnChg>
        <pc:cxnChg chg="add mod">
          <ac:chgData name="elvio rodriguez" userId="1c1449da70e07349" providerId="LiveId" clId="{B6FBDA6B-F2A7-4BBE-A2C3-07D2143358BF}" dt="2026-10-12T15:01:00.035" v="29605" actId="14100"/>
          <ac:cxnSpMkLst>
            <pc:docMk/>
            <pc:sldMk cId="2651381645" sldId="454"/>
            <ac:cxnSpMk id="57" creationId="{66945484-CC3A-BD61-A3A5-32FB8922DA17}"/>
          </ac:cxnSpMkLst>
        </pc:cxnChg>
        <pc:cxnChg chg="add mod">
          <ac:chgData name="elvio rodriguez" userId="1c1449da70e07349" providerId="LiveId" clId="{B6FBDA6B-F2A7-4BBE-A2C3-07D2143358BF}" dt="2026-10-12T15:08:54.904" v="29774" actId="1076"/>
          <ac:cxnSpMkLst>
            <pc:docMk/>
            <pc:sldMk cId="2651381645" sldId="454"/>
            <ac:cxnSpMk id="66" creationId="{8DE1D060-F08E-62D7-03CA-90583DAB63B4}"/>
          </ac:cxnSpMkLst>
        </pc:cxnChg>
        <pc:cxnChg chg="add mod">
          <ac:chgData name="elvio rodriguez" userId="1c1449da70e07349" providerId="LiveId" clId="{B6FBDA6B-F2A7-4BBE-A2C3-07D2143358BF}" dt="2026-10-12T15:20:44.469" v="29990" actId="1038"/>
          <ac:cxnSpMkLst>
            <pc:docMk/>
            <pc:sldMk cId="2651381645" sldId="454"/>
            <ac:cxnSpMk id="118" creationId="{55617706-449C-DA21-F4AD-F2B1B443BAB0}"/>
          </ac:cxnSpMkLst>
        </pc:cxnChg>
        <pc:cxnChg chg="add mod">
          <ac:chgData name="elvio rodriguez" userId="1c1449da70e07349" providerId="LiveId" clId="{B6FBDA6B-F2A7-4BBE-A2C3-07D2143358BF}" dt="2026-10-12T15:30:01.443" v="30120" actId="1076"/>
          <ac:cxnSpMkLst>
            <pc:docMk/>
            <pc:sldMk cId="2651381645" sldId="454"/>
            <ac:cxnSpMk id="120" creationId="{291C8D9F-8C0D-0ED5-5507-E3ED85230F93}"/>
          </ac:cxnSpMkLst>
        </pc:cxnChg>
        <pc:cxnChg chg="add mod">
          <ac:chgData name="elvio rodriguez" userId="1c1449da70e07349" providerId="LiveId" clId="{B6FBDA6B-F2A7-4BBE-A2C3-07D2143358BF}" dt="2026-10-12T16:59:29.714" v="30256" actId="14100"/>
          <ac:cxnSpMkLst>
            <pc:docMk/>
            <pc:sldMk cId="2651381645" sldId="454"/>
            <ac:cxnSpMk id="132" creationId="{C36B9F3E-3BEA-5206-C76F-0E421758C491}"/>
          </ac:cxnSpMkLst>
        </pc:cxnChg>
        <pc:cxnChg chg="add mod">
          <ac:chgData name="elvio rodriguez" userId="1c1449da70e07349" providerId="LiveId" clId="{B6FBDA6B-F2A7-4BBE-A2C3-07D2143358BF}" dt="2026-10-12T16:58:33.002" v="30252" actId="693"/>
          <ac:cxnSpMkLst>
            <pc:docMk/>
            <pc:sldMk cId="2651381645" sldId="454"/>
            <ac:cxnSpMk id="140" creationId="{B449BAE5-3E43-476D-4AE5-1370E6EA69C1}"/>
          </ac:cxnSpMkLst>
        </pc:cxnChg>
        <pc:cxnChg chg="add mod">
          <ac:chgData name="elvio rodriguez" userId="1c1449da70e07349" providerId="LiveId" clId="{B6FBDA6B-F2A7-4BBE-A2C3-07D2143358BF}" dt="2026-10-12T16:59:37.637" v="30257" actId="14100"/>
          <ac:cxnSpMkLst>
            <pc:docMk/>
            <pc:sldMk cId="2651381645" sldId="454"/>
            <ac:cxnSpMk id="143" creationId="{FC412A1B-E9D5-FE32-873E-4DE9A5A6115B}"/>
          </ac:cxnSpMkLst>
        </pc:cxnChg>
      </pc:sldChg>
      <pc:sldChg chg="addSp delSp modSp add mod modTransition modClrScheme addAnim delAnim modAnim chgLayout">
        <pc:chgData name="elvio rodriguez" userId="1c1449da70e07349" providerId="LiveId" clId="{B6FBDA6B-F2A7-4BBE-A2C3-07D2143358BF}" dt="2026-10-25T14:04:29.938" v="36261" actId="20577"/>
        <pc:sldMkLst>
          <pc:docMk/>
          <pc:sldMk cId="1173257701" sldId="455"/>
        </pc:sldMkLst>
        <pc:spChg chg="add mod ord">
          <ac:chgData name="elvio rodriguez" userId="1c1449da70e07349" providerId="LiveId" clId="{B6FBDA6B-F2A7-4BBE-A2C3-07D2143358BF}" dt="2026-10-25T14:04:29.938" v="36261" actId="20577"/>
          <ac:spMkLst>
            <pc:docMk/>
            <pc:sldMk cId="1173257701" sldId="455"/>
            <ac:spMk id="2" creationId="{38A98992-284B-5242-09BF-EE8D62EEC2C4}"/>
          </ac:spMkLst>
        </pc:spChg>
        <pc:spChg chg="add mod">
          <ac:chgData name="elvio rodriguez" userId="1c1449da70e07349" providerId="LiveId" clId="{B6FBDA6B-F2A7-4BBE-A2C3-07D2143358BF}" dt="2026-10-25T14:02:20.951" v="36242" actId="17032"/>
          <ac:spMkLst>
            <pc:docMk/>
            <pc:sldMk cId="1173257701" sldId="455"/>
            <ac:spMk id="3" creationId="{87EB5F96-2D79-205D-EC50-A6609D8C4D16}"/>
          </ac:spMkLst>
        </pc:spChg>
        <pc:spChg chg="mod ord">
          <ac:chgData name="elvio rodriguez" userId="1c1449da70e07349" providerId="LiveId" clId="{B6FBDA6B-F2A7-4BBE-A2C3-07D2143358BF}" dt="2026-10-12T17:34:05.627" v="31520" actId="6549"/>
          <ac:spMkLst>
            <pc:docMk/>
            <pc:sldMk cId="1173257701" sldId="455"/>
            <ac:spMk id="4" creationId="{CDB7707E-7B43-A308-D070-821F566CF258}"/>
          </ac:spMkLst>
        </pc:spChg>
        <pc:spChg chg="add mod">
          <ac:chgData name="elvio rodriguez" userId="1c1449da70e07349" providerId="LiveId" clId="{B6FBDA6B-F2A7-4BBE-A2C3-07D2143358BF}" dt="2026-10-25T14:02:37.739" v="36244" actId="17032"/>
          <ac:spMkLst>
            <pc:docMk/>
            <pc:sldMk cId="1173257701" sldId="455"/>
            <ac:spMk id="5" creationId="{146DA332-760F-FEF3-5A08-CC2154FA75DF}"/>
          </ac:spMkLst>
        </pc:spChg>
        <pc:spChg chg="add mod">
          <ac:chgData name="elvio rodriguez" userId="1c1449da70e07349" providerId="LiveId" clId="{B6FBDA6B-F2A7-4BBE-A2C3-07D2143358BF}" dt="2026-10-25T14:02:55.941" v="36246" actId="17032"/>
          <ac:spMkLst>
            <pc:docMk/>
            <pc:sldMk cId="1173257701" sldId="455"/>
            <ac:spMk id="6" creationId="{A9B655AC-A10E-2B81-1430-B6F92FAAC367}"/>
          </ac:spMkLst>
        </pc:spChg>
        <pc:spChg chg="add mod">
          <ac:chgData name="elvio rodriguez" userId="1c1449da70e07349" providerId="LiveId" clId="{B6FBDA6B-F2A7-4BBE-A2C3-07D2143358BF}" dt="2026-10-12T17:31:09.485" v="31450" actId="1037"/>
          <ac:spMkLst>
            <pc:docMk/>
            <pc:sldMk cId="1173257701" sldId="455"/>
            <ac:spMk id="37" creationId="{BCEA1FAF-43E5-E711-6A42-D1778D6040B3}"/>
          </ac:spMkLst>
        </pc:spChg>
        <pc:spChg chg="mod">
          <ac:chgData name="elvio rodriguez" userId="1c1449da70e07349" providerId="LiveId" clId="{B6FBDA6B-F2A7-4BBE-A2C3-07D2143358BF}" dt="2026-10-12T17:31:09.485" v="31450" actId="1037"/>
          <ac:spMkLst>
            <pc:docMk/>
            <pc:sldMk cId="1173257701" sldId="455"/>
            <ac:spMk id="38" creationId="{2B32246F-A9E4-1EFD-FF6E-F809D27076E7}"/>
          </ac:spMkLst>
        </pc:spChg>
        <pc:spChg chg="mod">
          <ac:chgData name="elvio rodriguez" userId="1c1449da70e07349" providerId="LiveId" clId="{B6FBDA6B-F2A7-4BBE-A2C3-07D2143358BF}" dt="2026-10-12T17:31:09.485" v="31450" actId="1037"/>
          <ac:spMkLst>
            <pc:docMk/>
            <pc:sldMk cId="1173257701" sldId="455"/>
            <ac:spMk id="46" creationId="{6945BAE6-3E70-079C-B70A-44180A20CAAF}"/>
          </ac:spMkLst>
        </pc:spChg>
        <pc:spChg chg="add mod">
          <ac:chgData name="elvio rodriguez" userId="1c1449da70e07349" providerId="LiveId" clId="{B6FBDA6B-F2A7-4BBE-A2C3-07D2143358BF}" dt="2026-10-12T17:31:09.485" v="31450" actId="1037"/>
          <ac:spMkLst>
            <pc:docMk/>
            <pc:sldMk cId="1173257701" sldId="455"/>
            <ac:spMk id="68" creationId="{4AF59913-AACE-40E2-A845-07ECE72EF043}"/>
          </ac:spMkLst>
        </pc:spChg>
        <pc:spChg chg="add mod">
          <ac:chgData name="elvio rodriguez" userId="1c1449da70e07349" providerId="LiveId" clId="{B6FBDA6B-F2A7-4BBE-A2C3-07D2143358BF}" dt="2026-10-12T17:28:43.603" v="31376" actId="1076"/>
          <ac:spMkLst>
            <pc:docMk/>
            <pc:sldMk cId="1173257701" sldId="455"/>
            <ac:spMk id="80" creationId="{F8BBBC8C-78BE-7A83-D31C-118650A926F7}"/>
          </ac:spMkLst>
        </pc:spChg>
        <pc:spChg chg="mod">
          <ac:chgData name="elvio rodriguez" userId="1c1449da70e07349" providerId="LiveId" clId="{B6FBDA6B-F2A7-4BBE-A2C3-07D2143358BF}" dt="2026-10-12T17:27:01.525" v="31328" actId="1076"/>
          <ac:spMkLst>
            <pc:docMk/>
            <pc:sldMk cId="1173257701" sldId="455"/>
            <ac:spMk id="102" creationId="{B454494C-32E1-A9FC-052F-B1D70D06A466}"/>
          </ac:spMkLst>
        </pc:spChg>
        <pc:spChg chg="mod">
          <ac:chgData name="elvio rodriguez" userId="1c1449da70e07349" providerId="LiveId" clId="{B6FBDA6B-F2A7-4BBE-A2C3-07D2143358BF}" dt="2026-10-12T17:27:45.870" v="31351" actId="1076"/>
          <ac:spMkLst>
            <pc:docMk/>
            <pc:sldMk cId="1173257701" sldId="455"/>
            <ac:spMk id="104" creationId="{C3B33A5B-849E-E876-0161-9DD4520C0782}"/>
          </ac:spMkLst>
        </pc:spChg>
        <pc:spChg chg="mod">
          <ac:chgData name="elvio rodriguez" userId="1c1449da70e07349" providerId="LiveId" clId="{B6FBDA6B-F2A7-4BBE-A2C3-07D2143358BF}" dt="2026-10-12T17:28:02.110" v="31354" actId="790"/>
          <ac:spMkLst>
            <pc:docMk/>
            <pc:sldMk cId="1173257701" sldId="455"/>
            <ac:spMk id="125" creationId="{0C7EEBD6-8B6D-7872-076A-6C2CF5A1EDD1}"/>
          </ac:spMkLst>
        </pc:spChg>
        <pc:spChg chg="mod">
          <ac:chgData name="elvio rodriguez" userId="1c1449da70e07349" providerId="LiveId" clId="{B6FBDA6B-F2A7-4BBE-A2C3-07D2143358BF}" dt="2026-10-12T17:28:02.110" v="31354" actId="790"/>
          <ac:spMkLst>
            <pc:docMk/>
            <pc:sldMk cId="1173257701" sldId="455"/>
            <ac:spMk id="146" creationId="{2DD90056-2D05-7E6C-92BD-B45A88EE14BE}"/>
          </ac:spMkLst>
        </pc:spChg>
        <pc:spChg chg="mod">
          <ac:chgData name="elvio rodriguez" userId="1c1449da70e07349" providerId="LiveId" clId="{B6FBDA6B-F2A7-4BBE-A2C3-07D2143358BF}" dt="2026-10-12T17:28:02.110" v="31354" actId="790"/>
          <ac:spMkLst>
            <pc:docMk/>
            <pc:sldMk cId="1173257701" sldId="455"/>
            <ac:spMk id="151" creationId="{0D23FB81-961D-A560-4A52-B3114B3CAA6A}"/>
          </ac:spMkLst>
        </pc:spChg>
        <pc:spChg chg="mod">
          <ac:chgData name="elvio rodriguez" userId="1c1449da70e07349" providerId="LiveId" clId="{B6FBDA6B-F2A7-4BBE-A2C3-07D2143358BF}" dt="2026-10-12T17:28:02.110" v="31354" actId="790"/>
          <ac:spMkLst>
            <pc:docMk/>
            <pc:sldMk cId="1173257701" sldId="455"/>
            <ac:spMk id="152" creationId="{732FEF53-091E-6635-DD2F-1A839081DAC1}"/>
          </ac:spMkLst>
        </pc:spChg>
        <pc:spChg chg="mod">
          <ac:chgData name="elvio rodriguez" userId="1c1449da70e07349" providerId="LiveId" clId="{B6FBDA6B-F2A7-4BBE-A2C3-07D2143358BF}" dt="2026-10-12T17:28:02.110" v="31354" actId="790"/>
          <ac:spMkLst>
            <pc:docMk/>
            <pc:sldMk cId="1173257701" sldId="455"/>
            <ac:spMk id="153" creationId="{A4269238-8988-CC79-5EA6-FF7AD5D1E949}"/>
          </ac:spMkLst>
        </pc:spChg>
        <pc:spChg chg="mod">
          <ac:chgData name="elvio rodriguez" userId="1c1449da70e07349" providerId="LiveId" clId="{B6FBDA6B-F2A7-4BBE-A2C3-07D2143358BF}" dt="2026-10-12T17:28:02.110" v="31354" actId="790"/>
          <ac:spMkLst>
            <pc:docMk/>
            <pc:sldMk cId="1173257701" sldId="455"/>
            <ac:spMk id="154" creationId="{D12C5AC3-2AF9-1570-78A0-F5E8F3BB847A}"/>
          </ac:spMkLst>
        </pc:spChg>
        <pc:spChg chg="mod">
          <ac:chgData name="elvio rodriguez" userId="1c1449da70e07349" providerId="LiveId" clId="{B6FBDA6B-F2A7-4BBE-A2C3-07D2143358BF}" dt="2026-10-12T17:28:02.110" v="31354" actId="790"/>
          <ac:spMkLst>
            <pc:docMk/>
            <pc:sldMk cId="1173257701" sldId="455"/>
            <ac:spMk id="168" creationId="{B1CF53AA-E941-ED6F-B188-F967C44B434C}"/>
          </ac:spMkLst>
        </pc:spChg>
        <pc:spChg chg="mod">
          <ac:chgData name="elvio rodriguez" userId="1c1449da70e07349" providerId="LiveId" clId="{B6FBDA6B-F2A7-4BBE-A2C3-07D2143358BF}" dt="2026-10-12T17:28:02.110" v="31354" actId="790"/>
          <ac:spMkLst>
            <pc:docMk/>
            <pc:sldMk cId="1173257701" sldId="455"/>
            <ac:spMk id="175" creationId="{0930DA7B-05D5-9AE9-B365-515047C203B3}"/>
          </ac:spMkLst>
        </pc:spChg>
        <pc:spChg chg="mod">
          <ac:chgData name="elvio rodriguez" userId="1c1449da70e07349" providerId="LiveId" clId="{B6FBDA6B-F2A7-4BBE-A2C3-07D2143358BF}" dt="2026-10-12T17:28:02.110" v="31354" actId="790"/>
          <ac:spMkLst>
            <pc:docMk/>
            <pc:sldMk cId="1173257701" sldId="455"/>
            <ac:spMk id="178" creationId="{69815536-B62C-FA09-9D31-29AB02949DA9}"/>
          </ac:spMkLst>
        </pc:spChg>
        <pc:spChg chg="mod">
          <ac:chgData name="elvio rodriguez" userId="1c1449da70e07349" providerId="LiveId" clId="{B6FBDA6B-F2A7-4BBE-A2C3-07D2143358BF}" dt="2026-10-12T17:26:49.855" v="31322"/>
          <ac:spMkLst>
            <pc:docMk/>
            <pc:sldMk cId="1173257701" sldId="455"/>
            <ac:spMk id="181" creationId="{2305DE53-2019-AA54-F231-68899DFFCC0B}"/>
          </ac:spMkLst>
        </pc:spChg>
        <pc:spChg chg="add mod">
          <ac:chgData name="elvio rodriguez" userId="1c1449da70e07349" providerId="LiveId" clId="{B6FBDA6B-F2A7-4BBE-A2C3-07D2143358BF}" dt="2026-10-12T17:31:02.586" v="31434" actId="207"/>
          <ac:spMkLst>
            <pc:docMk/>
            <pc:sldMk cId="1173257701" sldId="455"/>
            <ac:spMk id="183" creationId="{2DF12EB9-8AF1-4938-3B0A-20AA3ADD2BCD}"/>
          </ac:spMkLst>
        </pc:spChg>
        <pc:spChg chg="add mod">
          <ac:chgData name="elvio rodriguez" userId="1c1449da70e07349" providerId="LiveId" clId="{B6FBDA6B-F2A7-4BBE-A2C3-07D2143358BF}" dt="2026-10-12T17:35:37.949" v="31668" actId="1076"/>
          <ac:spMkLst>
            <pc:docMk/>
            <pc:sldMk cId="1173257701" sldId="455"/>
            <ac:spMk id="185" creationId="{D59DFDFB-AA07-E253-1C00-91ABF5A334CC}"/>
          </ac:spMkLst>
        </pc:spChg>
        <pc:grpChg chg="mod">
          <ac:chgData name="elvio rodriguez" userId="1c1449da70e07349" providerId="LiveId" clId="{B6FBDA6B-F2A7-4BBE-A2C3-07D2143358BF}" dt="2026-10-12T17:30:29.247" v="31405" actId="1076"/>
          <ac:grpSpMkLst>
            <pc:docMk/>
            <pc:sldMk cId="1173257701" sldId="455"/>
            <ac:grpSpMk id="101" creationId="{8DD3B13F-885C-48B2-E0F7-49AC0FE6F902}"/>
          </ac:grpSpMkLst>
        </pc:grpChg>
        <pc:grpChg chg="mod">
          <ac:chgData name="elvio rodriguez" userId="1c1449da70e07349" providerId="LiveId" clId="{B6FBDA6B-F2A7-4BBE-A2C3-07D2143358BF}" dt="2026-10-12T17:30:29.247" v="31405" actId="1076"/>
          <ac:grpSpMkLst>
            <pc:docMk/>
            <pc:sldMk cId="1173257701" sldId="455"/>
            <ac:grpSpMk id="105" creationId="{F9752A03-FA2D-2698-7D46-906943E30BD9}"/>
          </ac:grpSpMkLst>
        </pc:grpChg>
        <pc:grpChg chg="mod">
          <ac:chgData name="elvio rodriguez" userId="1c1449da70e07349" providerId="LiveId" clId="{B6FBDA6B-F2A7-4BBE-A2C3-07D2143358BF}" dt="2026-10-12T17:30:29.247" v="31405" actId="1076"/>
          <ac:grpSpMkLst>
            <pc:docMk/>
            <pc:sldMk cId="1173257701" sldId="455"/>
            <ac:grpSpMk id="133" creationId="{1F0ACC6D-59C9-DAF8-73B9-88293ECD8EEB}"/>
          </ac:grpSpMkLst>
        </pc:grpChg>
      </pc:sldChg>
      <pc:sldChg chg="add mod modShow">
        <pc:chgData name="elvio rodriguez" userId="1c1449da70e07349" providerId="LiveId" clId="{B6FBDA6B-F2A7-4BBE-A2C3-07D2143358BF}" dt="2026-10-12T17:26:33.803" v="31317" actId="729"/>
        <pc:sldMkLst>
          <pc:docMk/>
          <pc:sldMk cId="4015239702" sldId="457"/>
        </pc:sldMkLst>
      </pc:sldChg>
      <pc:sldChg chg="addSp delSp modSp add mod modTransition delAnim modAnim">
        <pc:chgData name="elvio rodriguez" userId="1c1449da70e07349" providerId="LiveId" clId="{B6FBDA6B-F2A7-4BBE-A2C3-07D2143358BF}" dt="2026-10-12T20:21:53.862" v="34313"/>
        <pc:sldMkLst>
          <pc:docMk/>
          <pc:sldMk cId="1470103622" sldId="458"/>
        </pc:sldMkLst>
        <pc:spChg chg="mod">
          <ac:chgData name="elvio rodriguez" userId="1c1449da70e07349" providerId="LiveId" clId="{B6FBDA6B-F2A7-4BBE-A2C3-07D2143358BF}" dt="2026-10-12T17:43:54.999" v="32093" actId="115"/>
          <ac:spMkLst>
            <pc:docMk/>
            <pc:sldMk cId="1470103622" sldId="458"/>
            <ac:spMk id="2" creationId="{88B2E25A-C794-91A4-2CAC-6FCE9F440637}"/>
          </ac:spMkLst>
        </pc:spChg>
        <pc:spChg chg="mod">
          <ac:chgData name="elvio rodriguez" userId="1c1449da70e07349" providerId="LiveId" clId="{B6FBDA6B-F2A7-4BBE-A2C3-07D2143358BF}" dt="2026-10-12T17:34:20.803" v="31545" actId="20577"/>
          <ac:spMkLst>
            <pc:docMk/>
            <pc:sldMk cId="1470103622" sldId="458"/>
            <ac:spMk id="4" creationId="{7EFFB030-91BF-E42A-6F47-149A20FAF51A}"/>
          </ac:spMkLst>
        </pc:spChg>
        <pc:spChg chg="add mod">
          <ac:chgData name="elvio rodriguez" userId="1c1449da70e07349" providerId="LiveId" clId="{B6FBDA6B-F2A7-4BBE-A2C3-07D2143358BF}" dt="2026-10-12T17:36:55.346" v="31717" actId="1076"/>
          <ac:spMkLst>
            <pc:docMk/>
            <pc:sldMk cId="1470103622" sldId="458"/>
            <ac:spMk id="5" creationId="{C7539F70-17F8-9CC0-5821-3B3289791911}"/>
          </ac:spMkLst>
        </pc:spChg>
        <pc:spChg chg="mod">
          <ac:chgData name="elvio rodriguez" userId="1c1449da70e07349" providerId="LiveId" clId="{B6FBDA6B-F2A7-4BBE-A2C3-07D2143358BF}" dt="2026-10-12T17:35:30.709" v="31666" actId="1076"/>
          <ac:spMkLst>
            <pc:docMk/>
            <pc:sldMk cId="1470103622" sldId="458"/>
            <ac:spMk id="37" creationId="{AFE950EC-D3D9-D88D-EA96-2DBE42CB0B65}"/>
          </ac:spMkLst>
        </pc:spChg>
        <pc:spChg chg="mod">
          <ac:chgData name="elvio rodriguez" userId="1c1449da70e07349" providerId="LiveId" clId="{B6FBDA6B-F2A7-4BBE-A2C3-07D2143358BF}" dt="2026-10-12T17:35:30.709" v="31666" actId="1076"/>
          <ac:spMkLst>
            <pc:docMk/>
            <pc:sldMk cId="1470103622" sldId="458"/>
            <ac:spMk id="38" creationId="{5E2F75D1-3863-0A61-A350-4EE99B9BD6BB}"/>
          </ac:spMkLst>
        </pc:spChg>
        <pc:spChg chg="mod">
          <ac:chgData name="elvio rodriguez" userId="1c1449da70e07349" providerId="LiveId" clId="{B6FBDA6B-F2A7-4BBE-A2C3-07D2143358BF}" dt="2026-10-12T17:35:30.709" v="31666" actId="1076"/>
          <ac:spMkLst>
            <pc:docMk/>
            <pc:sldMk cId="1470103622" sldId="458"/>
            <ac:spMk id="46" creationId="{B6B956DF-3CC6-0074-6B94-71EA2652A5D0}"/>
          </ac:spMkLst>
        </pc:spChg>
        <pc:spChg chg="mod">
          <ac:chgData name="elvio rodriguez" userId="1c1449da70e07349" providerId="LiveId" clId="{B6FBDA6B-F2A7-4BBE-A2C3-07D2143358BF}" dt="2026-10-12T17:35:30.709" v="31666" actId="1076"/>
          <ac:spMkLst>
            <pc:docMk/>
            <pc:sldMk cId="1470103622" sldId="458"/>
            <ac:spMk id="68" creationId="{B271DACD-36ED-9B27-C334-A19F813413B7}"/>
          </ac:spMkLst>
        </pc:spChg>
      </pc:sldChg>
      <pc:sldChg chg="addSp modSp new mod modTransition modAnim">
        <pc:chgData name="elvio rodriguez" userId="1c1449da70e07349" providerId="LiveId" clId="{B6FBDA6B-F2A7-4BBE-A2C3-07D2143358BF}" dt="2026-10-12T20:21:53.862" v="34313"/>
        <pc:sldMkLst>
          <pc:docMk/>
          <pc:sldMk cId="1483416858" sldId="459"/>
        </pc:sldMkLst>
        <pc:spChg chg="mod">
          <ac:chgData name="elvio rodriguez" userId="1c1449da70e07349" providerId="LiveId" clId="{B6FBDA6B-F2A7-4BBE-A2C3-07D2143358BF}" dt="2026-10-12T17:47:45.121" v="32184" actId="20577"/>
          <ac:spMkLst>
            <pc:docMk/>
            <pc:sldMk cId="1483416858" sldId="459"/>
            <ac:spMk id="2" creationId="{42657552-3A0B-D86F-BB72-1F0B561D8234}"/>
          </ac:spMkLst>
        </pc:spChg>
        <pc:spChg chg="mod">
          <ac:chgData name="elvio rodriguez" userId="1c1449da70e07349" providerId="LiveId" clId="{B6FBDA6B-F2A7-4BBE-A2C3-07D2143358BF}" dt="2026-10-12T17:50:16.320" v="32375" actId="21"/>
          <ac:spMkLst>
            <pc:docMk/>
            <pc:sldMk cId="1483416858" sldId="459"/>
            <ac:spMk id="3" creationId="{1639CB0F-A0EA-73FD-1E5B-CEEBB5115249}"/>
          </ac:spMkLst>
        </pc:spChg>
        <pc:spChg chg="add mod">
          <ac:chgData name="elvio rodriguez" userId="1c1449da70e07349" providerId="LiveId" clId="{B6FBDA6B-F2A7-4BBE-A2C3-07D2143358BF}" dt="2026-10-12T17:57:50.489" v="32490" actId="20577"/>
          <ac:spMkLst>
            <pc:docMk/>
            <pc:sldMk cId="1483416858" sldId="459"/>
            <ac:spMk id="5" creationId="{6CCDCE21-D4EF-303B-98D0-7C9F16820A4E}"/>
          </ac:spMkLst>
        </pc:spChg>
        <pc:grpChg chg="add mod">
          <ac:chgData name="elvio rodriguez" userId="1c1449da70e07349" providerId="LiveId" clId="{B6FBDA6B-F2A7-4BBE-A2C3-07D2143358BF}" dt="2026-10-12T17:57:30.077" v="32488" actId="1036"/>
          <ac:grpSpMkLst>
            <pc:docMk/>
            <pc:sldMk cId="1483416858" sldId="459"/>
            <ac:grpSpMk id="9" creationId="{74057124-A2A3-6E50-9E1C-BAE59F63C19A}"/>
          </ac:grpSpMkLst>
        </pc:grpChg>
        <pc:picChg chg="add mod modCrop">
          <ac:chgData name="elvio rodriguez" userId="1c1449da70e07349" providerId="LiveId" clId="{B6FBDA6B-F2A7-4BBE-A2C3-07D2143358BF}" dt="2026-10-12T17:56:48.303" v="32485" actId="208"/>
          <ac:picMkLst>
            <pc:docMk/>
            <pc:sldMk cId="1483416858" sldId="459"/>
            <ac:picMk id="6" creationId="{A65C6EC7-55C9-916F-10E6-F49D258E49F7}"/>
          </ac:picMkLst>
        </pc:picChg>
        <pc:picChg chg="add mod modCrop">
          <ac:chgData name="elvio rodriguez" userId="1c1449da70e07349" providerId="LiveId" clId="{B6FBDA6B-F2A7-4BBE-A2C3-07D2143358BF}" dt="2026-10-12T17:56:48.303" v="32485" actId="208"/>
          <ac:picMkLst>
            <pc:docMk/>
            <pc:sldMk cId="1483416858" sldId="459"/>
            <ac:picMk id="7" creationId="{51C10A63-9FBA-6884-A5C9-C5B19770EA74}"/>
          </ac:picMkLst>
        </pc:picChg>
        <pc:picChg chg="add mod modCrop">
          <ac:chgData name="elvio rodriguez" userId="1c1449da70e07349" providerId="LiveId" clId="{B6FBDA6B-F2A7-4BBE-A2C3-07D2143358BF}" dt="2026-10-12T17:56:48.303" v="32485" actId="208"/>
          <ac:picMkLst>
            <pc:docMk/>
            <pc:sldMk cId="1483416858" sldId="459"/>
            <ac:picMk id="8" creationId="{1C6BD2E2-77B1-7F39-C448-999B39AB6A3B}"/>
          </ac:picMkLst>
        </pc:picChg>
      </pc:sldChg>
      <pc:sldChg chg="addSp modSp new mod ord modTransition">
        <pc:chgData name="elvio rodriguez" userId="1c1449da70e07349" providerId="LiveId" clId="{B6FBDA6B-F2A7-4BBE-A2C3-07D2143358BF}" dt="2026-10-12T20:21:53.862" v="34313"/>
        <pc:sldMkLst>
          <pc:docMk/>
          <pc:sldMk cId="3298366862" sldId="460"/>
        </pc:sldMkLst>
        <pc:spChg chg="mod">
          <ac:chgData name="elvio rodriguez" userId="1c1449da70e07349" providerId="LiveId" clId="{B6FBDA6B-F2A7-4BBE-A2C3-07D2143358BF}" dt="2026-10-12T18:04:21.984" v="32553" actId="20577"/>
          <ac:spMkLst>
            <pc:docMk/>
            <pc:sldMk cId="3298366862" sldId="460"/>
            <ac:spMk id="2" creationId="{DAC1443B-55CB-5680-B3DA-F64118B423DB}"/>
          </ac:spMkLst>
        </pc:spChg>
        <pc:spChg chg="mod">
          <ac:chgData name="elvio rodriguez" userId="1c1449da70e07349" providerId="LiveId" clId="{B6FBDA6B-F2A7-4BBE-A2C3-07D2143358BF}" dt="2026-10-12T18:06:40.255" v="32594" actId="20577"/>
          <ac:spMkLst>
            <pc:docMk/>
            <pc:sldMk cId="3298366862" sldId="460"/>
            <ac:spMk id="3" creationId="{49FECD56-9D70-E5D5-C1C7-0E0DD61330F0}"/>
          </ac:spMkLst>
        </pc:spChg>
        <pc:picChg chg="add mod">
          <ac:chgData name="elvio rodriguez" userId="1c1449da70e07349" providerId="LiveId" clId="{B6FBDA6B-F2A7-4BBE-A2C3-07D2143358BF}" dt="2026-10-12T18:06:45.587" v="32596" actId="1076"/>
          <ac:picMkLst>
            <pc:docMk/>
            <pc:sldMk cId="3298366862" sldId="460"/>
            <ac:picMk id="5" creationId="{928522E4-4278-4D8A-3CFB-E4382C04B4B5}"/>
          </ac:picMkLst>
        </pc:picChg>
        <pc:picChg chg="add mod">
          <ac:chgData name="elvio rodriguez" userId="1c1449da70e07349" providerId="LiveId" clId="{B6FBDA6B-F2A7-4BBE-A2C3-07D2143358BF}" dt="2026-10-12T18:06:43.633" v="32595" actId="1076"/>
          <ac:picMkLst>
            <pc:docMk/>
            <pc:sldMk cId="3298366862" sldId="460"/>
            <ac:picMk id="7" creationId="{54FAF49B-5156-C2E5-D16E-4E5424B81FC1}"/>
          </ac:picMkLst>
        </pc:picChg>
      </pc:sldChg>
      <pc:sldChg chg="addSp delSp modSp add mod modTransition modAnim">
        <pc:chgData name="elvio rodriguez" userId="1c1449da70e07349" providerId="LiveId" clId="{B6FBDA6B-F2A7-4BBE-A2C3-07D2143358BF}" dt="2026-10-12T20:21:53.862" v="34313"/>
        <pc:sldMkLst>
          <pc:docMk/>
          <pc:sldMk cId="4054922597" sldId="461"/>
        </pc:sldMkLst>
        <pc:spChg chg="mod">
          <ac:chgData name="elvio rodriguez" userId="1c1449da70e07349" providerId="LiveId" clId="{B6FBDA6B-F2A7-4BBE-A2C3-07D2143358BF}" dt="2026-10-12T19:12:36.659" v="32703" actId="20577"/>
          <ac:spMkLst>
            <pc:docMk/>
            <pc:sldMk cId="4054922597" sldId="461"/>
            <ac:spMk id="6" creationId="{308E70B8-2B8E-E641-16AB-DC1EACFDFF5E}"/>
          </ac:spMkLst>
        </pc:spChg>
        <pc:spChg chg="mod">
          <ac:chgData name="elvio rodriguez" userId="1c1449da70e07349" providerId="LiveId" clId="{B6FBDA6B-F2A7-4BBE-A2C3-07D2143358BF}" dt="2026-10-12T20:00:43.319" v="34018" actId="207"/>
          <ac:spMkLst>
            <pc:docMk/>
            <pc:sldMk cId="4054922597" sldId="461"/>
            <ac:spMk id="10" creationId="{455327FF-AA7D-648B-61D7-BBCFACFAC462}"/>
          </ac:spMkLst>
        </pc:spChg>
        <pc:spChg chg="add mod">
          <ac:chgData name="elvio rodriguez" userId="1c1449da70e07349" providerId="LiveId" clId="{B6FBDA6B-F2A7-4BBE-A2C3-07D2143358BF}" dt="2026-10-12T19:18:10.197" v="32737" actId="1037"/>
          <ac:spMkLst>
            <pc:docMk/>
            <pc:sldMk cId="4054922597" sldId="461"/>
            <ac:spMk id="221" creationId="{46F3A6D3-ADCB-9E5B-8289-7CD268E9D62E}"/>
          </ac:spMkLst>
        </pc:spChg>
        <pc:spChg chg="add mod">
          <ac:chgData name="elvio rodriguez" userId="1c1449da70e07349" providerId="LiveId" clId="{B6FBDA6B-F2A7-4BBE-A2C3-07D2143358BF}" dt="2026-10-12T20:10:15.158" v="34256" actId="113"/>
          <ac:spMkLst>
            <pc:docMk/>
            <pc:sldMk cId="4054922597" sldId="461"/>
            <ac:spMk id="230" creationId="{9824BC75-4BCA-B600-CC9E-D11F0C9E9D39}"/>
          </ac:spMkLst>
        </pc:spChg>
        <pc:spChg chg="add mod">
          <ac:chgData name="elvio rodriguez" userId="1c1449da70e07349" providerId="LiveId" clId="{B6FBDA6B-F2A7-4BBE-A2C3-07D2143358BF}" dt="2026-10-12T20:05:59.402" v="34056" actId="113"/>
          <ac:spMkLst>
            <pc:docMk/>
            <pc:sldMk cId="4054922597" sldId="461"/>
            <ac:spMk id="234" creationId="{A8A272DC-A010-1C0D-5123-0AE5E1533701}"/>
          </ac:spMkLst>
        </pc:spChg>
        <pc:spChg chg="add mod">
          <ac:chgData name="elvio rodriguez" userId="1c1449da70e07349" providerId="LiveId" clId="{B6FBDA6B-F2A7-4BBE-A2C3-07D2143358BF}" dt="2026-10-12T20:08:35.435" v="34242" actId="20577"/>
          <ac:spMkLst>
            <pc:docMk/>
            <pc:sldMk cId="4054922597" sldId="461"/>
            <ac:spMk id="235" creationId="{E4B45304-B396-5E28-85F6-525B3E9C71AB}"/>
          </ac:spMkLst>
        </pc:spChg>
        <pc:spChg chg="add mod">
          <ac:chgData name="elvio rodriguez" userId="1c1449da70e07349" providerId="LiveId" clId="{B6FBDA6B-F2A7-4BBE-A2C3-07D2143358BF}" dt="2026-10-12T20:07:53.189" v="34227" actId="113"/>
          <ac:spMkLst>
            <pc:docMk/>
            <pc:sldMk cId="4054922597" sldId="461"/>
            <ac:spMk id="237" creationId="{EC1216E6-EAD8-73D5-27CC-A1946C736E94}"/>
          </ac:spMkLst>
        </pc:spChg>
        <pc:spChg chg="add mod">
          <ac:chgData name="elvio rodriguez" userId="1c1449da70e07349" providerId="LiveId" clId="{B6FBDA6B-F2A7-4BBE-A2C3-07D2143358BF}" dt="2026-10-12T20:09:09.355" v="34252" actId="207"/>
          <ac:spMkLst>
            <pc:docMk/>
            <pc:sldMk cId="4054922597" sldId="461"/>
            <ac:spMk id="240" creationId="{B065531E-587D-78C8-5FF3-2B38A99F730E}"/>
          </ac:spMkLst>
        </pc:spChg>
        <pc:spChg chg="add mod">
          <ac:chgData name="elvio rodriguez" userId="1c1449da70e07349" providerId="LiveId" clId="{B6FBDA6B-F2A7-4BBE-A2C3-07D2143358BF}" dt="2026-10-12T20:09:09.355" v="34252" actId="207"/>
          <ac:spMkLst>
            <pc:docMk/>
            <pc:sldMk cId="4054922597" sldId="461"/>
            <ac:spMk id="241" creationId="{DCF776D5-B938-5B42-BE24-28366877F164}"/>
          </ac:spMkLst>
        </pc:spChg>
        <pc:picChg chg="add mod">
          <ac:chgData name="elvio rodriguez" userId="1c1449da70e07349" providerId="LiveId" clId="{B6FBDA6B-F2A7-4BBE-A2C3-07D2143358BF}" dt="2026-10-12T19:29:45.983" v="33407" actId="208"/>
          <ac:picMkLst>
            <pc:docMk/>
            <pc:sldMk cId="4054922597" sldId="461"/>
            <ac:picMk id="218" creationId="{BDA115AC-1F6C-C0A7-0814-2B9CC8FFBEAA}"/>
          </ac:picMkLst>
        </pc:picChg>
        <pc:picChg chg="add mod">
          <ac:chgData name="elvio rodriguez" userId="1c1449da70e07349" providerId="LiveId" clId="{B6FBDA6B-F2A7-4BBE-A2C3-07D2143358BF}" dt="2026-10-12T20:05:12.825" v="34031" actId="14826"/>
          <ac:picMkLst>
            <pc:docMk/>
            <pc:sldMk cId="4054922597" sldId="461"/>
            <ac:picMk id="220" creationId="{CF5AB51D-473A-428F-FC82-F8DBAF3527D0}"/>
          </ac:picMkLst>
        </pc:picChg>
        <pc:cxnChg chg="add mod">
          <ac:chgData name="elvio rodriguez" userId="1c1449da70e07349" providerId="LiveId" clId="{B6FBDA6B-F2A7-4BBE-A2C3-07D2143358BF}" dt="2026-10-12T19:18:22.890" v="32742" actId="14100"/>
          <ac:cxnSpMkLst>
            <pc:docMk/>
            <pc:sldMk cId="4054922597" sldId="461"/>
            <ac:cxnSpMk id="223" creationId="{6F68563E-493C-0CFE-FAF5-53A83655FB07}"/>
          </ac:cxnSpMkLst>
        </pc:cxnChg>
        <pc:cxnChg chg="add mod">
          <ac:chgData name="elvio rodriguez" userId="1c1449da70e07349" providerId="LiveId" clId="{B6FBDA6B-F2A7-4BBE-A2C3-07D2143358BF}" dt="2026-10-12T19:18:33.997" v="32747" actId="1582"/>
          <ac:cxnSpMkLst>
            <pc:docMk/>
            <pc:sldMk cId="4054922597" sldId="461"/>
            <ac:cxnSpMk id="227" creationId="{5B171535-A169-2C45-D027-85AEC350CA70}"/>
          </ac:cxnSpMkLst>
        </pc:cxnChg>
        <pc:cxnChg chg="add mod">
          <ac:chgData name="elvio rodriguez" userId="1c1449da70e07349" providerId="LiveId" clId="{B6FBDA6B-F2A7-4BBE-A2C3-07D2143358BF}" dt="2026-10-12T20:04:26.497" v="34027" actId="1076"/>
          <ac:cxnSpMkLst>
            <pc:docMk/>
            <pc:sldMk cId="4054922597" sldId="461"/>
            <ac:cxnSpMk id="231" creationId="{C089B74E-6E68-2426-9128-F1264E09D3FE}"/>
          </ac:cxnSpMkLst>
        </pc:cxnChg>
        <pc:cxnChg chg="add mod">
          <ac:chgData name="elvio rodriguez" userId="1c1449da70e07349" providerId="LiveId" clId="{B6FBDA6B-F2A7-4BBE-A2C3-07D2143358BF}" dt="2026-10-12T20:06:14.258" v="34058" actId="1076"/>
          <ac:cxnSpMkLst>
            <pc:docMk/>
            <pc:sldMk cId="4054922597" sldId="461"/>
            <ac:cxnSpMk id="232" creationId="{589FCF3C-BC0D-6592-8A27-8DAE9CD22050}"/>
          </ac:cxnSpMkLst>
        </pc:cxnChg>
        <pc:cxnChg chg="add mod">
          <ac:chgData name="elvio rodriguez" userId="1c1449da70e07349" providerId="LiveId" clId="{B6FBDA6B-F2A7-4BBE-A2C3-07D2143358BF}" dt="2026-10-12T20:08:42.380" v="34243" actId="14100"/>
          <ac:cxnSpMkLst>
            <pc:docMk/>
            <pc:sldMk cId="4054922597" sldId="461"/>
            <ac:cxnSpMk id="233" creationId="{C391F13B-D92E-C739-780D-D4F8C6D999BF}"/>
          </ac:cxnSpMkLst>
        </pc:cxnChg>
        <pc:cxnChg chg="add mod">
          <ac:chgData name="elvio rodriguez" userId="1c1449da70e07349" providerId="LiveId" clId="{B6FBDA6B-F2A7-4BBE-A2C3-07D2143358BF}" dt="2026-10-12T20:06:18.651" v="34059" actId="571"/>
          <ac:cxnSpMkLst>
            <pc:docMk/>
            <pc:sldMk cId="4054922597" sldId="461"/>
            <ac:cxnSpMk id="236" creationId="{092C2F17-10D0-0E9A-B1E6-A875A779C53E}"/>
          </ac:cxnSpMkLst>
        </pc:cxnChg>
        <pc:cxnChg chg="add mod">
          <ac:chgData name="elvio rodriguez" userId="1c1449da70e07349" providerId="LiveId" clId="{B6FBDA6B-F2A7-4BBE-A2C3-07D2143358BF}" dt="2026-10-12T20:08:54.834" v="34246" actId="14100"/>
          <ac:cxnSpMkLst>
            <pc:docMk/>
            <pc:sldMk cId="4054922597" sldId="461"/>
            <ac:cxnSpMk id="244" creationId="{4E8C86F6-8432-6B03-8FDB-7089B4EC6ED1}"/>
          </ac:cxnSpMkLst>
        </pc:cxnChg>
      </pc:sldChg>
      <pc:sldChg chg="addSp delSp modSp add mod modTransition delAnim">
        <pc:chgData name="elvio rodriguez" userId="1c1449da70e07349" providerId="LiveId" clId="{B6FBDA6B-F2A7-4BBE-A2C3-07D2143358BF}" dt="2026-10-12T20:21:53.862" v="34313"/>
        <pc:sldMkLst>
          <pc:docMk/>
          <pc:sldMk cId="3258376842" sldId="462"/>
        </pc:sldMkLst>
        <pc:spChg chg="mod">
          <ac:chgData name="elvio rodriguez" userId="1c1449da70e07349" providerId="LiveId" clId="{B6FBDA6B-F2A7-4BBE-A2C3-07D2143358BF}" dt="2026-10-12T19:28:12.742" v="33380" actId="20577"/>
          <ac:spMkLst>
            <pc:docMk/>
            <pc:sldMk cId="3258376842" sldId="462"/>
            <ac:spMk id="3" creationId="{9C8421F7-6E7C-A3EF-F75A-4E97F7124937}"/>
          </ac:spMkLst>
        </pc:spChg>
        <pc:spChg chg="add mod">
          <ac:chgData name="elvio rodriguez" userId="1c1449da70e07349" providerId="LiveId" clId="{B6FBDA6B-F2A7-4BBE-A2C3-07D2143358BF}" dt="2026-10-12T19:29:00.591" v="33405" actId="20577"/>
          <ac:spMkLst>
            <pc:docMk/>
            <pc:sldMk cId="3258376842" sldId="462"/>
            <ac:spMk id="6" creationId="{7FEE76CB-B3CA-C333-E310-1B8D9F4657C0}"/>
          </ac:spMkLst>
        </pc:spChg>
        <pc:spChg chg="mod">
          <ac:chgData name="elvio rodriguez" userId="1c1449da70e07349" providerId="LiveId" clId="{B6FBDA6B-F2A7-4BBE-A2C3-07D2143358BF}" dt="2026-10-12T19:21:06.502" v="32919" actId="1076"/>
          <ac:spMkLst>
            <pc:docMk/>
            <pc:sldMk cId="3258376842" sldId="462"/>
            <ac:spMk id="9" creationId="{48315CB1-2994-F1A4-85EA-377BEDBCCF50}"/>
          </ac:spMkLst>
        </pc:spChg>
        <pc:cxnChg chg="add mod">
          <ac:chgData name="elvio rodriguez" userId="1c1449da70e07349" providerId="LiveId" clId="{B6FBDA6B-F2A7-4BBE-A2C3-07D2143358BF}" dt="2026-10-12T19:28:59.532" v="33404"/>
          <ac:cxnSpMkLst>
            <pc:docMk/>
            <pc:sldMk cId="3258376842" sldId="462"/>
            <ac:cxnSpMk id="5" creationId="{6E74CD8A-48BD-4FFA-57F0-68D48B4C2AFE}"/>
          </ac:cxnSpMkLst>
        </pc:cxnChg>
      </pc:sldChg>
      <pc:sldChg chg="addSp delSp modSp add mod modTransition delAnim">
        <pc:chgData name="elvio rodriguez" userId="1c1449da70e07349" providerId="LiveId" clId="{B6FBDA6B-F2A7-4BBE-A2C3-07D2143358BF}" dt="2026-10-12T20:21:53.862" v="34313"/>
        <pc:sldMkLst>
          <pc:docMk/>
          <pc:sldMk cId="4011412221" sldId="463"/>
        </pc:sldMkLst>
        <pc:spChg chg="mod">
          <ac:chgData name="elvio rodriguez" userId="1c1449da70e07349" providerId="LiveId" clId="{B6FBDA6B-F2A7-4BBE-A2C3-07D2143358BF}" dt="2026-10-12T19:30:12.827" v="33424" actId="6549"/>
          <ac:spMkLst>
            <pc:docMk/>
            <pc:sldMk cId="4011412221" sldId="463"/>
            <ac:spMk id="6" creationId="{B8E1CA1E-11F4-E566-B7EA-E031D15CB7A4}"/>
          </ac:spMkLst>
        </pc:spChg>
        <pc:spChg chg="add mod">
          <ac:chgData name="elvio rodriguez" userId="1c1449da70e07349" providerId="LiveId" clId="{B6FBDA6B-F2A7-4BBE-A2C3-07D2143358BF}" dt="2026-10-12T19:54:19.900" v="33984" actId="113"/>
          <ac:spMkLst>
            <pc:docMk/>
            <pc:sldMk cId="4011412221" sldId="463"/>
            <ac:spMk id="224" creationId="{048D16C9-3672-65C0-A913-6B6AEF44039F}"/>
          </ac:spMkLst>
        </pc:spChg>
        <pc:spChg chg="add mod">
          <ac:chgData name="elvio rodriguez" userId="1c1449da70e07349" providerId="LiveId" clId="{B6FBDA6B-F2A7-4BBE-A2C3-07D2143358BF}" dt="2026-10-12T19:36:53.818" v="33840" actId="1038"/>
          <ac:spMkLst>
            <pc:docMk/>
            <pc:sldMk cId="4011412221" sldId="463"/>
            <ac:spMk id="225" creationId="{1AF08CA5-B5DC-C1C5-702E-3CBED93F9AEF}"/>
          </ac:spMkLst>
        </pc:spChg>
        <pc:picChg chg="add mod">
          <ac:chgData name="elvio rodriguez" userId="1c1449da70e07349" providerId="LiveId" clId="{B6FBDA6B-F2A7-4BBE-A2C3-07D2143358BF}" dt="2026-10-12T19:36:09.787" v="33837" actId="12789"/>
          <ac:picMkLst>
            <pc:docMk/>
            <pc:sldMk cId="4011412221" sldId="463"/>
            <ac:picMk id="222" creationId="{837411C2-19C4-8920-2DAF-CD8A85B56CF8}"/>
          </ac:picMkLst>
        </pc:picChg>
        <pc:cxnChg chg="add mod">
          <ac:chgData name="elvio rodriguez" userId="1c1449da70e07349" providerId="LiveId" clId="{B6FBDA6B-F2A7-4BBE-A2C3-07D2143358BF}" dt="2026-10-12T19:49:24.686" v="33954" actId="20577"/>
          <ac:cxnSpMkLst>
            <pc:docMk/>
            <pc:sldMk cId="4011412221" sldId="463"/>
            <ac:cxnSpMk id="219" creationId="{F476D350-9DF3-125D-A031-D51965FEFAFD}"/>
          </ac:cxnSpMkLst>
        </pc:cxnChg>
      </pc:sldChg>
      <pc:sldChg chg="addSp delSp modSp add mod modAnim">
        <pc:chgData name="elvio rodriguez" userId="1c1449da70e07349" providerId="LiveId" clId="{B6FBDA6B-F2A7-4BBE-A2C3-07D2143358BF}" dt="2026-10-25T12:56:09.031" v="35774"/>
        <pc:sldMkLst>
          <pc:docMk/>
          <pc:sldMk cId="446122817" sldId="464"/>
        </pc:sldMkLst>
        <pc:spChg chg="add mod">
          <ac:chgData name="elvio rodriguez" userId="1c1449da70e07349" providerId="LiveId" clId="{B6FBDA6B-F2A7-4BBE-A2C3-07D2143358BF}" dt="2026-10-20T19:59:41.913" v="34516" actId="207"/>
          <ac:spMkLst>
            <pc:docMk/>
            <pc:sldMk cId="446122817" sldId="464"/>
            <ac:spMk id="5" creationId="{0FB4197B-22DA-2CEC-87CA-FE287004E1DA}"/>
          </ac:spMkLst>
        </pc:spChg>
        <pc:spChg chg="add mod">
          <ac:chgData name="elvio rodriguez" userId="1c1449da70e07349" providerId="LiveId" clId="{B6FBDA6B-F2A7-4BBE-A2C3-07D2143358BF}" dt="2026-10-20T20:00:54.668" v="34547" actId="1037"/>
          <ac:spMkLst>
            <pc:docMk/>
            <pc:sldMk cId="446122817" sldId="464"/>
            <ac:spMk id="6" creationId="{B995B73B-AA35-A9AA-7B08-2D6BB6C98D4E}"/>
          </ac:spMkLst>
        </pc:spChg>
        <pc:spChg chg="add mod">
          <ac:chgData name="elvio rodriguez" userId="1c1449da70e07349" providerId="LiveId" clId="{B6FBDA6B-F2A7-4BBE-A2C3-07D2143358BF}" dt="2026-10-20T20:00:00.320" v="34521" actId="571"/>
          <ac:spMkLst>
            <pc:docMk/>
            <pc:sldMk cId="446122817" sldId="464"/>
            <ac:spMk id="7" creationId="{BE13452F-894F-5A90-5810-89824F6979AF}"/>
          </ac:spMkLst>
        </pc:spChg>
        <pc:spChg chg="mod">
          <ac:chgData name="elvio rodriguez" userId="1c1449da70e07349" providerId="LiveId" clId="{B6FBDA6B-F2A7-4BBE-A2C3-07D2143358BF}" dt="2026-10-20T20:00:51.693" v="34546" actId="1035"/>
          <ac:spMkLst>
            <pc:docMk/>
            <pc:sldMk cId="446122817" sldId="464"/>
            <ac:spMk id="10" creationId="{A5833AAF-FFB5-696B-A4DC-B22CD384C690}"/>
          </ac:spMkLst>
        </pc:spChg>
        <pc:spChg chg="mod">
          <ac:chgData name="elvio rodriguez" userId="1c1449da70e07349" providerId="LiveId" clId="{B6FBDA6B-F2A7-4BBE-A2C3-07D2143358BF}" dt="2026-10-20T19:59:16.150" v="34511" actId="20577"/>
          <ac:spMkLst>
            <pc:docMk/>
            <pc:sldMk cId="446122817" sldId="464"/>
            <ac:spMk id="12" creationId="{44A63EC8-94E4-E011-693A-A7EDAD0A1093}"/>
          </ac:spMkLst>
        </pc:spChg>
        <pc:spChg chg="mod">
          <ac:chgData name="elvio rodriguez" userId="1c1449da70e07349" providerId="LiveId" clId="{B6FBDA6B-F2A7-4BBE-A2C3-07D2143358BF}" dt="2026-10-20T19:59:13.606" v="34510" actId="20577"/>
          <ac:spMkLst>
            <pc:docMk/>
            <pc:sldMk cId="446122817" sldId="464"/>
            <ac:spMk id="26" creationId="{4B28DF38-26DE-A502-5513-4B9D79213D16}"/>
          </ac:spMkLst>
        </pc:spChg>
      </pc:sldChg>
      <pc:sldChg chg="add">
        <pc:chgData name="elvio rodriguez" userId="1c1449da70e07349" providerId="LiveId" clId="{B6FBDA6B-F2A7-4BBE-A2C3-07D2143358BF}" dt="2026-10-20T19:58:33.634" v="34509"/>
        <pc:sldMkLst>
          <pc:docMk/>
          <pc:sldMk cId="857989785" sldId="465"/>
        </pc:sldMkLst>
      </pc:sldChg>
      <pc:sldChg chg="delSp modSp add mod">
        <pc:chgData name="elvio rodriguez" userId="1c1449da70e07349" providerId="LiveId" clId="{B6FBDA6B-F2A7-4BBE-A2C3-07D2143358BF}" dt="2026-10-25T12:55:48.585" v="35773" actId="20577"/>
        <pc:sldMkLst>
          <pc:docMk/>
          <pc:sldMk cId="2380743104" sldId="466"/>
        </pc:sldMkLst>
        <pc:spChg chg="mod">
          <ac:chgData name="elvio rodriguez" userId="1c1449da70e07349" providerId="LiveId" clId="{B6FBDA6B-F2A7-4BBE-A2C3-07D2143358BF}" dt="2026-10-20T20:07:04.849" v="34678" actId="20577"/>
          <ac:spMkLst>
            <pc:docMk/>
            <pc:sldMk cId="2380743104" sldId="466"/>
            <ac:spMk id="2" creationId="{09DE5BA7-9C39-8A45-48AF-05E913138C17}"/>
          </ac:spMkLst>
        </pc:spChg>
        <pc:spChg chg="mod">
          <ac:chgData name="elvio rodriguez" userId="1c1449da70e07349" providerId="LiveId" clId="{B6FBDA6B-F2A7-4BBE-A2C3-07D2143358BF}" dt="2026-10-25T12:55:48.585" v="35773" actId="20577"/>
          <ac:spMkLst>
            <pc:docMk/>
            <pc:sldMk cId="2380743104" sldId="466"/>
            <ac:spMk id="3" creationId="{75DA742F-0CD5-25E0-1EA2-C4E6E5CD51E5}"/>
          </ac:spMkLst>
        </pc:spChg>
      </pc:sldChg>
      <pc:sldChg chg="add">
        <pc:chgData name="elvio rodriguez" userId="1c1449da70e07349" providerId="LiveId" clId="{B6FBDA6B-F2A7-4BBE-A2C3-07D2143358BF}" dt="2026-10-20T20:09:17.896" v="34698"/>
        <pc:sldMkLst>
          <pc:docMk/>
          <pc:sldMk cId="3440036801" sldId="467"/>
        </pc:sldMkLst>
      </pc:sldChg>
      <pc:sldChg chg="add del">
        <pc:chgData name="elvio rodriguez" userId="1c1449da70e07349" providerId="LiveId" clId="{B6FBDA6B-F2A7-4BBE-A2C3-07D2143358BF}" dt="2026-10-20T20:12:42.987" v="34751"/>
        <pc:sldMkLst>
          <pc:docMk/>
          <pc:sldMk cId="3896021920" sldId="468"/>
        </pc:sldMkLst>
      </pc:sldChg>
      <pc:sldChg chg="modSp add mod">
        <pc:chgData name="elvio rodriguez" userId="1c1449da70e07349" providerId="LiveId" clId="{B6FBDA6B-F2A7-4BBE-A2C3-07D2143358BF}" dt="2026-10-20T20:17:21.550" v="34776" actId="113"/>
        <pc:sldMkLst>
          <pc:docMk/>
          <pc:sldMk cId="2466677755" sldId="469"/>
        </pc:sldMkLst>
        <pc:spChg chg="mod">
          <ac:chgData name="elvio rodriguez" userId="1c1449da70e07349" providerId="LiveId" clId="{B6FBDA6B-F2A7-4BBE-A2C3-07D2143358BF}" dt="2026-10-20T20:17:21.550" v="34776" actId="113"/>
          <ac:spMkLst>
            <pc:docMk/>
            <pc:sldMk cId="2466677755" sldId="469"/>
            <ac:spMk id="3" creationId="{EE1265BC-D843-AC8E-194E-FA33EC9C7830}"/>
          </ac:spMkLst>
        </pc:spChg>
      </pc:sldChg>
      <pc:sldChg chg="addSp delSp modSp add del mod addAnim delAnim modAnim">
        <pc:chgData name="elvio rodriguez" userId="1c1449da70e07349" providerId="LiveId" clId="{B6FBDA6B-F2A7-4BBE-A2C3-07D2143358BF}" dt="2026-10-25T13:36:26.854" v="35950" actId="47"/>
        <pc:sldMkLst>
          <pc:docMk/>
          <pc:sldMk cId="133555227" sldId="470"/>
        </pc:sldMkLst>
        <pc:spChg chg="add mod ord topLvl">
          <ac:chgData name="elvio rodriguez" userId="1c1449da70e07349" providerId="LiveId" clId="{B6FBDA6B-F2A7-4BBE-A2C3-07D2143358BF}" dt="2026-10-25T13:35:56.542" v="35947" actId="164"/>
          <ac:spMkLst>
            <pc:docMk/>
            <pc:sldMk cId="133555227" sldId="470"/>
            <ac:spMk id="10" creationId="{CA97DFEF-F768-4720-6215-493C703A6853}"/>
          </ac:spMkLst>
        </pc:spChg>
        <pc:spChg chg="add mod ord topLvl">
          <ac:chgData name="elvio rodriguez" userId="1c1449da70e07349" providerId="LiveId" clId="{B6FBDA6B-F2A7-4BBE-A2C3-07D2143358BF}" dt="2026-10-25T13:35:56.542" v="35947" actId="164"/>
          <ac:spMkLst>
            <pc:docMk/>
            <pc:sldMk cId="133555227" sldId="470"/>
            <ac:spMk id="14" creationId="{401DFAF4-DA1D-DB45-E255-91C1321E49EB}"/>
          </ac:spMkLst>
        </pc:spChg>
        <pc:spChg chg="add del mod">
          <ac:chgData name="elvio rodriguez" userId="1c1449da70e07349" providerId="LiveId" clId="{B6FBDA6B-F2A7-4BBE-A2C3-07D2143358BF}" dt="2026-10-25T13:34:53.982" v="35935" actId="478"/>
          <ac:spMkLst>
            <pc:docMk/>
            <pc:sldMk cId="133555227" sldId="470"/>
            <ac:spMk id="15" creationId="{4486BA82-0CB8-7A06-FCA8-5EA937E5962D}"/>
          </ac:spMkLst>
        </pc:spChg>
        <pc:spChg chg="add del">
          <ac:chgData name="elvio rodriguez" userId="1c1449da70e07349" providerId="LiveId" clId="{B6FBDA6B-F2A7-4BBE-A2C3-07D2143358BF}" dt="2026-10-25T13:34:29.643" v="35928" actId="478"/>
          <ac:spMkLst>
            <pc:docMk/>
            <pc:sldMk cId="133555227" sldId="470"/>
            <ac:spMk id="18" creationId="{A97BEB21-702D-A823-6D1D-11910DAB8886}"/>
          </ac:spMkLst>
        </pc:spChg>
        <pc:spChg chg="del">
          <ac:chgData name="elvio rodriguez" userId="1c1449da70e07349" providerId="LiveId" clId="{B6FBDA6B-F2A7-4BBE-A2C3-07D2143358BF}" dt="2026-10-25T13:34:29.643" v="35928" actId="478"/>
          <ac:spMkLst>
            <pc:docMk/>
            <pc:sldMk cId="133555227" sldId="470"/>
            <ac:spMk id="19" creationId="{1BE4CDAC-7896-E4D6-4505-40BB9C885F9D}"/>
          </ac:spMkLst>
        </pc:spChg>
        <pc:spChg chg="del">
          <ac:chgData name="elvio rodriguez" userId="1c1449da70e07349" providerId="LiveId" clId="{B6FBDA6B-F2A7-4BBE-A2C3-07D2143358BF}" dt="2026-10-25T13:34:29.643" v="35928" actId="478"/>
          <ac:spMkLst>
            <pc:docMk/>
            <pc:sldMk cId="133555227" sldId="470"/>
            <ac:spMk id="20" creationId="{B66A7D6E-949E-6DFD-5F8E-798D0FFBDC77}"/>
          </ac:spMkLst>
        </pc:spChg>
        <pc:spChg chg="del">
          <ac:chgData name="elvio rodriguez" userId="1c1449da70e07349" providerId="LiveId" clId="{B6FBDA6B-F2A7-4BBE-A2C3-07D2143358BF}" dt="2026-10-25T13:34:29.643" v="35928" actId="478"/>
          <ac:spMkLst>
            <pc:docMk/>
            <pc:sldMk cId="133555227" sldId="470"/>
            <ac:spMk id="22" creationId="{EA946828-E233-6B8B-BBCD-9B147587C394}"/>
          </ac:spMkLst>
        </pc:spChg>
        <pc:spChg chg="add del">
          <ac:chgData name="elvio rodriguez" userId="1c1449da70e07349" providerId="LiveId" clId="{B6FBDA6B-F2A7-4BBE-A2C3-07D2143358BF}" dt="2026-10-25T13:34:33.522" v="35929" actId="478"/>
          <ac:spMkLst>
            <pc:docMk/>
            <pc:sldMk cId="133555227" sldId="470"/>
            <ac:spMk id="26" creationId="{9BF39324-D4A2-E501-DE7F-4D54239A3FF0}"/>
          </ac:spMkLst>
        </pc:spChg>
        <pc:spChg chg="add del">
          <ac:chgData name="elvio rodriguez" userId="1c1449da70e07349" providerId="LiveId" clId="{B6FBDA6B-F2A7-4BBE-A2C3-07D2143358BF}" dt="2026-10-25T13:35:47.658" v="35945" actId="478"/>
          <ac:spMkLst>
            <pc:docMk/>
            <pc:sldMk cId="133555227" sldId="470"/>
            <ac:spMk id="27" creationId="{6BB7A2F6-4D77-F428-8DE2-6959BCA6E6EE}"/>
          </ac:spMkLst>
        </pc:spChg>
        <pc:spChg chg="add del mod ord topLvl">
          <ac:chgData name="elvio rodriguez" userId="1c1449da70e07349" providerId="LiveId" clId="{B6FBDA6B-F2A7-4BBE-A2C3-07D2143358BF}" dt="2026-10-25T13:35:53.070" v="35946" actId="164"/>
          <ac:spMkLst>
            <pc:docMk/>
            <pc:sldMk cId="133555227" sldId="470"/>
            <ac:spMk id="29" creationId="{4882C0A2-29C2-82B6-1434-6ABA6FB5B0CB}"/>
          </ac:spMkLst>
        </pc:spChg>
        <pc:spChg chg="add del">
          <ac:chgData name="elvio rodriguez" userId="1c1449da70e07349" providerId="LiveId" clId="{B6FBDA6B-F2A7-4BBE-A2C3-07D2143358BF}" dt="2026-10-25T13:34:33.522" v="35929" actId="478"/>
          <ac:spMkLst>
            <pc:docMk/>
            <pc:sldMk cId="133555227" sldId="470"/>
            <ac:spMk id="31" creationId="{25102D43-92C0-4BC0-807A-71422F7A172D}"/>
          </ac:spMkLst>
        </pc:spChg>
        <pc:spChg chg="add del mod ord topLvl">
          <ac:chgData name="elvio rodriguez" userId="1c1449da70e07349" providerId="LiveId" clId="{B6FBDA6B-F2A7-4BBE-A2C3-07D2143358BF}" dt="2026-10-25T13:35:53.070" v="35946" actId="164"/>
          <ac:spMkLst>
            <pc:docMk/>
            <pc:sldMk cId="133555227" sldId="470"/>
            <ac:spMk id="32" creationId="{AE55FB4A-F77C-BD45-9AFC-81C5BFAA1975}"/>
          </ac:spMkLst>
        </pc:spChg>
        <pc:spChg chg="del">
          <ac:chgData name="elvio rodriguez" userId="1c1449da70e07349" providerId="LiveId" clId="{B6FBDA6B-F2A7-4BBE-A2C3-07D2143358BF}" dt="2026-10-25T13:34:25.985" v="35927" actId="478"/>
          <ac:spMkLst>
            <pc:docMk/>
            <pc:sldMk cId="133555227" sldId="470"/>
            <ac:spMk id="39" creationId="{FDFDE2D3-A26D-51E4-2D23-04EBFE62717C}"/>
          </ac:spMkLst>
        </pc:spChg>
        <pc:spChg chg="add del">
          <ac:chgData name="elvio rodriguez" userId="1c1449da70e07349" providerId="LiveId" clId="{B6FBDA6B-F2A7-4BBE-A2C3-07D2143358BF}" dt="2026-10-25T13:34:25.985" v="35927" actId="478"/>
          <ac:spMkLst>
            <pc:docMk/>
            <pc:sldMk cId="133555227" sldId="470"/>
            <ac:spMk id="43" creationId="{A5C36A12-EC94-BA5E-F51D-70620D048E37}"/>
          </ac:spMkLst>
        </pc:spChg>
        <pc:spChg chg="add del">
          <ac:chgData name="elvio rodriguez" userId="1c1449da70e07349" providerId="LiveId" clId="{B6FBDA6B-F2A7-4BBE-A2C3-07D2143358BF}" dt="2026-10-25T13:34:25.985" v="35927" actId="478"/>
          <ac:spMkLst>
            <pc:docMk/>
            <pc:sldMk cId="133555227" sldId="470"/>
            <ac:spMk id="44" creationId="{2CE6F5AE-C02E-E97B-D3C3-5585FDA0FF98}"/>
          </ac:spMkLst>
        </pc:spChg>
        <pc:spChg chg="add del">
          <ac:chgData name="elvio rodriguez" userId="1c1449da70e07349" providerId="LiveId" clId="{B6FBDA6B-F2A7-4BBE-A2C3-07D2143358BF}" dt="2026-10-25T13:34:33.522" v="35929" actId="478"/>
          <ac:spMkLst>
            <pc:docMk/>
            <pc:sldMk cId="133555227" sldId="470"/>
            <ac:spMk id="48" creationId="{637D3368-12D6-721B-3EFB-8E87830BBCD6}"/>
          </ac:spMkLst>
        </pc:spChg>
        <pc:spChg chg="add del">
          <ac:chgData name="elvio rodriguez" userId="1c1449da70e07349" providerId="LiveId" clId="{B6FBDA6B-F2A7-4BBE-A2C3-07D2143358BF}" dt="2026-10-25T13:34:25.985" v="35927" actId="478"/>
          <ac:spMkLst>
            <pc:docMk/>
            <pc:sldMk cId="133555227" sldId="470"/>
            <ac:spMk id="54" creationId="{DC521A42-47C6-AF4E-CEC0-27A410D79F28}"/>
          </ac:spMkLst>
        </pc:spChg>
        <pc:spChg chg="del">
          <ac:chgData name="elvio rodriguez" userId="1c1449da70e07349" providerId="LiveId" clId="{B6FBDA6B-F2A7-4BBE-A2C3-07D2143358BF}" dt="2026-10-25T13:34:25.985" v="35927" actId="478"/>
          <ac:spMkLst>
            <pc:docMk/>
            <pc:sldMk cId="133555227" sldId="470"/>
            <ac:spMk id="66" creationId="{EAE07233-E981-8305-BC3E-A2CE3A7D0CAA}"/>
          </ac:spMkLst>
        </pc:spChg>
        <pc:spChg chg="del">
          <ac:chgData name="elvio rodriguez" userId="1c1449da70e07349" providerId="LiveId" clId="{B6FBDA6B-F2A7-4BBE-A2C3-07D2143358BF}" dt="2026-10-25T13:34:29.643" v="35928" actId="478"/>
          <ac:spMkLst>
            <pc:docMk/>
            <pc:sldMk cId="133555227" sldId="470"/>
            <ac:spMk id="71" creationId="{07D86A4D-8865-C188-1C51-E70FB393AB3E}"/>
          </ac:spMkLst>
        </pc:spChg>
        <pc:spChg chg="del">
          <ac:chgData name="elvio rodriguez" userId="1c1449da70e07349" providerId="LiveId" clId="{B6FBDA6B-F2A7-4BBE-A2C3-07D2143358BF}" dt="2026-10-25T13:34:29.643" v="35928" actId="478"/>
          <ac:spMkLst>
            <pc:docMk/>
            <pc:sldMk cId="133555227" sldId="470"/>
            <ac:spMk id="72" creationId="{47351065-9816-2BCA-7519-90D3F733DC8B}"/>
          </ac:spMkLst>
        </pc:spChg>
        <pc:spChg chg="del">
          <ac:chgData name="elvio rodriguez" userId="1c1449da70e07349" providerId="LiveId" clId="{B6FBDA6B-F2A7-4BBE-A2C3-07D2143358BF}" dt="2026-10-25T13:34:29.643" v="35928" actId="478"/>
          <ac:spMkLst>
            <pc:docMk/>
            <pc:sldMk cId="133555227" sldId="470"/>
            <ac:spMk id="75" creationId="{83C6321B-B2EC-6042-71E0-7FF7D75D5E06}"/>
          </ac:spMkLst>
        </pc:spChg>
        <pc:spChg chg="add del">
          <ac:chgData name="elvio rodriguez" userId="1c1449da70e07349" providerId="LiveId" clId="{B6FBDA6B-F2A7-4BBE-A2C3-07D2143358BF}" dt="2026-10-25T13:34:33.522" v="35929" actId="478"/>
          <ac:spMkLst>
            <pc:docMk/>
            <pc:sldMk cId="133555227" sldId="470"/>
            <ac:spMk id="76" creationId="{90A7F3C2-76EF-FB7A-37A7-7D35515EC114}"/>
          </ac:spMkLst>
        </pc:spChg>
        <pc:spChg chg="add del">
          <ac:chgData name="elvio rodriguez" userId="1c1449da70e07349" providerId="LiveId" clId="{B6FBDA6B-F2A7-4BBE-A2C3-07D2143358BF}" dt="2026-10-25T13:34:33.522" v="35929" actId="478"/>
          <ac:spMkLst>
            <pc:docMk/>
            <pc:sldMk cId="133555227" sldId="470"/>
            <ac:spMk id="77" creationId="{B7070ADB-638D-928D-6F77-17A42D421ED6}"/>
          </ac:spMkLst>
        </pc:spChg>
        <pc:spChg chg="add del">
          <ac:chgData name="elvio rodriguez" userId="1c1449da70e07349" providerId="LiveId" clId="{B6FBDA6B-F2A7-4BBE-A2C3-07D2143358BF}" dt="2026-10-25T13:34:33.522" v="35929" actId="478"/>
          <ac:spMkLst>
            <pc:docMk/>
            <pc:sldMk cId="133555227" sldId="470"/>
            <ac:spMk id="78" creationId="{B36198B8-C207-903F-1169-32F7C8AEA9F6}"/>
          </ac:spMkLst>
        </pc:spChg>
        <pc:spChg chg="add del">
          <ac:chgData name="elvio rodriguez" userId="1c1449da70e07349" providerId="LiveId" clId="{B6FBDA6B-F2A7-4BBE-A2C3-07D2143358BF}" dt="2026-10-25T13:34:25.985" v="35927" actId="478"/>
          <ac:spMkLst>
            <pc:docMk/>
            <pc:sldMk cId="133555227" sldId="470"/>
            <ac:spMk id="80" creationId="{06447BB1-7ACF-2E51-7106-13B7D828F010}"/>
          </ac:spMkLst>
        </pc:spChg>
        <pc:spChg chg="add del">
          <ac:chgData name="elvio rodriguez" userId="1c1449da70e07349" providerId="LiveId" clId="{B6FBDA6B-F2A7-4BBE-A2C3-07D2143358BF}" dt="2026-10-25T13:34:25.985" v="35927" actId="478"/>
          <ac:spMkLst>
            <pc:docMk/>
            <pc:sldMk cId="133555227" sldId="470"/>
            <ac:spMk id="105" creationId="{C732BB36-38C3-EA7E-DC8A-5DCF97066FBD}"/>
          </ac:spMkLst>
        </pc:spChg>
        <pc:spChg chg="add del">
          <ac:chgData name="elvio rodriguez" userId="1c1449da70e07349" providerId="LiveId" clId="{B6FBDA6B-F2A7-4BBE-A2C3-07D2143358BF}" dt="2026-10-25T13:34:25.985" v="35927" actId="478"/>
          <ac:spMkLst>
            <pc:docMk/>
            <pc:sldMk cId="133555227" sldId="470"/>
            <ac:spMk id="109" creationId="{59FBBD2D-6E03-673E-C35A-79C75B23B9FD}"/>
          </ac:spMkLst>
        </pc:spChg>
        <pc:spChg chg="del">
          <ac:chgData name="elvio rodriguez" userId="1c1449da70e07349" providerId="LiveId" clId="{B6FBDA6B-F2A7-4BBE-A2C3-07D2143358BF}" dt="2026-10-25T13:34:25.985" v="35927" actId="478"/>
          <ac:spMkLst>
            <pc:docMk/>
            <pc:sldMk cId="133555227" sldId="470"/>
            <ac:spMk id="110" creationId="{4938D27A-0DC9-941F-5AB5-2D0787D7D451}"/>
          </ac:spMkLst>
        </pc:spChg>
        <pc:spChg chg="add del">
          <ac:chgData name="elvio rodriguez" userId="1c1449da70e07349" providerId="LiveId" clId="{B6FBDA6B-F2A7-4BBE-A2C3-07D2143358BF}" dt="2026-10-25T13:34:25.985" v="35927" actId="478"/>
          <ac:spMkLst>
            <pc:docMk/>
            <pc:sldMk cId="133555227" sldId="470"/>
            <ac:spMk id="113" creationId="{28B7E0CC-FF61-A6C3-2B43-434375557EF2}"/>
          </ac:spMkLst>
        </pc:spChg>
        <pc:spChg chg="add del mod">
          <ac:chgData name="elvio rodriguez" userId="1c1449da70e07349" providerId="LiveId" clId="{B6FBDA6B-F2A7-4BBE-A2C3-07D2143358BF}" dt="2026-10-25T13:34:29.643" v="35928" actId="478"/>
          <ac:spMkLst>
            <pc:docMk/>
            <pc:sldMk cId="133555227" sldId="470"/>
            <ac:spMk id="115" creationId="{35109573-6595-ACD4-7765-7B7875267379}"/>
          </ac:spMkLst>
        </pc:spChg>
        <pc:spChg chg="add del mod">
          <ac:chgData name="elvio rodriguez" userId="1c1449da70e07349" providerId="LiveId" clId="{B6FBDA6B-F2A7-4BBE-A2C3-07D2143358BF}" dt="2026-10-25T13:34:53.036" v="35934" actId="478"/>
          <ac:spMkLst>
            <pc:docMk/>
            <pc:sldMk cId="133555227" sldId="470"/>
            <ac:spMk id="116" creationId="{F3ABA9BA-84D6-563A-3FD7-615963831D9F}"/>
          </ac:spMkLst>
        </pc:spChg>
        <pc:spChg chg="add del">
          <ac:chgData name="elvio rodriguez" userId="1c1449da70e07349" providerId="LiveId" clId="{B6FBDA6B-F2A7-4BBE-A2C3-07D2143358BF}" dt="2026-10-25T13:34:33.522" v="35929" actId="478"/>
          <ac:spMkLst>
            <pc:docMk/>
            <pc:sldMk cId="133555227" sldId="470"/>
            <ac:spMk id="120" creationId="{3A10EB43-8400-2DDB-6473-3942C72B1412}"/>
          </ac:spMkLst>
        </pc:spChg>
        <pc:grpChg chg="add del mod">
          <ac:chgData name="elvio rodriguez" userId="1c1449da70e07349" providerId="LiveId" clId="{B6FBDA6B-F2A7-4BBE-A2C3-07D2143358BF}" dt="2026-10-25T13:35:06.917" v="35938" actId="165"/>
          <ac:grpSpMkLst>
            <pc:docMk/>
            <pc:sldMk cId="133555227" sldId="470"/>
            <ac:grpSpMk id="17" creationId="{6009F0E4-D765-157F-2C86-7F66E328CF38}"/>
          </ac:grpSpMkLst>
        </pc:grpChg>
        <pc:grpChg chg="add del mod">
          <ac:chgData name="elvio rodriguez" userId="1c1449da70e07349" providerId="LiveId" clId="{B6FBDA6B-F2A7-4BBE-A2C3-07D2143358BF}" dt="2026-10-25T13:36:25.211" v="35949" actId="21"/>
          <ac:grpSpMkLst>
            <pc:docMk/>
            <pc:sldMk cId="133555227" sldId="470"/>
            <ac:grpSpMk id="28" creationId="{03F61571-D029-376B-78A0-6742939EBCDD}"/>
          </ac:grpSpMkLst>
        </pc:grpChg>
        <pc:grpChg chg="add del mod">
          <ac:chgData name="elvio rodriguez" userId="1c1449da70e07349" providerId="LiveId" clId="{B6FBDA6B-F2A7-4BBE-A2C3-07D2143358BF}" dt="2026-10-25T13:36:25.211" v="35949" actId="21"/>
          <ac:grpSpMkLst>
            <pc:docMk/>
            <pc:sldMk cId="133555227" sldId="470"/>
            <ac:grpSpMk id="35" creationId="{9160A080-DFD6-69A8-6B2E-9A287AB06EB3}"/>
          </ac:grpSpMkLst>
        </pc:grpChg>
        <pc:cxnChg chg="add mod">
          <ac:chgData name="elvio rodriguez" userId="1c1449da70e07349" providerId="LiveId" clId="{B6FBDA6B-F2A7-4BBE-A2C3-07D2143358BF}" dt="2026-10-25T13:35:56.542" v="35947" actId="164"/>
          <ac:cxnSpMkLst>
            <pc:docMk/>
            <pc:sldMk cId="133555227" sldId="470"/>
            <ac:cxnSpMk id="7" creationId="{9FBF572F-F850-4AF4-6BFA-37010394F5CB}"/>
          </ac:cxnSpMkLst>
        </pc:cxnChg>
        <pc:cxnChg chg="add mod">
          <ac:chgData name="elvio rodriguez" userId="1c1449da70e07349" providerId="LiveId" clId="{B6FBDA6B-F2A7-4BBE-A2C3-07D2143358BF}" dt="2026-10-25T13:35:56.542" v="35947" actId="164"/>
          <ac:cxnSpMkLst>
            <pc:docMk/>
            <pc:sldMk cId="133555227" sldId="470"/>
            <ac:cxnSpMk id="8" creationId="{C4BB6241-DE8C-BDFE-9117-9C594F6A9C54}"/>
          </ac:cxnSpMkLst>
        </pc:cxnChg>
        <pc:cxnChg chg="add mod topLvl">
          <ac:chgData name="elvio rodriguez" userId="1c1449da70e07349" providerId="LiveId" clId="{B6FBDA6B-F2A7-4BBE-A2C3-07D2143358BF}" dt="2026-10-25T13:35:56.542" v="35947" actId="164"/>
          <ac:cxnSpMkLst>
            <pc:docMk/>
            <pc:sldMk cId="133555227" sldId="470"/>
            <ac:cxnSpMk id="9" creationId="{72C70829-C12F-B763-4CC1-D94B58A0CA2C}"/>
          </ac:cxnSpMkLst>
        </pc:cxnChg>
        <pc:cxnChg chg="del">
          <ac:chgData name="elvio rodriguez" userId="1c1449da70e07349" providerId="LiveId" clId="{B6FBDA6B-F2A7-4BBE-A2C3-07D2143358BF}" dt="2026-10-25T13:34:29.643" v="35928" actId="478"/>
          <ac:cxnSpMkLst>
            <pc:docMk/>
            <pc:sldMk cId="133555227" sldId="470"/>
            <ac:cxnSpMk id="11" creationId="{A8920E03-CEC3-BFC7-6E4C-FB43B829B0DD}"/>
          </ac:cxnSpMkLst>
        </pc:cxnChg>
        <pc:cxnChg chg="add mod">
          <ac:chgData name="elvio rodriguez" userId="1c1449da70e07349" providerId="LiveId" clId="{B6FBDA6B-F2A7-4BBE-A2C3-07D2143358BF}" dt="2026-10-25T13:35:56.542" v="35947" actId="164"/>
          <ac:cxnSpMkLst>
            <pc:docMk/>
            <pc:sldMk cId="133555227" sldId="470"/>
            <ac:cxnSpMk id="12" creationId="{1D44BD27-0A1E-92D9-5FB2-D747E41BB634}"/>
          </ac:cxnSpMkLst>
        </pc:cxnChg>
        <pc:cxnChg chg="del">
          <ac:chgData name="elvio rodriguez" userId="1c1449da70e07349" providerId="LiveId" clId="{B6FBDA6B-F2A7-4BBE-A2C3-07D2143358BF}" dt="2026-10-25T13:34:29.643" v="35928" actId="478"/>
          <ac:cxnSpMkLst>
            <pc:docMk/>
            <pc:sldMk cId="133555227" sldId="470"/>
            <ac:cxnSpMk id="13" creationId="{A68958F3-F4ED-FE05-4252-E08AE4532F23}"/>
          </ac:cxnSpMkLst>
        </pc:cxnChg>
        <pc:cxnChg chg="add del mod topLvl">
          <ac:chgData name="elvio rodriguez" userId="1c1449da70e07349" providerId="LiveId" clId="{B6FBDA6B-F2A7-4BBE-A2C3-07D2143358BF}" dt="2026-10-25T13:35:53.070" v="35946" actId="164"/>
          <ac:cxnSpMkLst>
            <pc:docMk/>
            <pc:sldMk cId="133555227" sldId="470"/>
            <ac:cxnSpMk id="23" creationId="{7A218DF7-6350-E305-4FC0-11C05BCDC674}"/>
          </ac:cxnSpMkLst>
        </pc:cxnChg>
        <pc:cxnChg chg="mod topLvl">
          <ac:chgData name="elvio rodriguez" userId="1c1449da70e07349" providerId="LiveId" clId="{B6FBDA6B-F2A7-4BBE-A2C3-07D2143358BF}" dt="2026-10-25T13:35:53.070" v="35946" actId="164"/>
          <ac:cxnSpMkLst>
            <pc:docMk/>
            <pc:sldMk cId="133555227" sldId="470"/>
            <ac:cxnSpMk id="24" creationId="{48B68DC2-1B0A-6A0E-B6D5-A7BEBE5BB29D}"/>
          </ac:cxnSpMkLst>
        </pc:cxnChg>
        <pc:cxnChg chg="add del mod topLvl">
          <ac:chgData name="elvio rodriguez" userId="1c1449da70e07349" providerId="LiveId" clId="{B6FBDA6B-F2A7-4BBE-A2C3-07D2143358BF}" dt="2026-10-25T13:35:53.070" v="35946" actId="164"/>
          <ac:cxnSpMkLst>
            <pc:docMk/>
            <pc:sldMk cId="133555227" sldId="470"/>
            <ac:cxnSpMk id="25" creationId="{7C0BAD6C-CD52-9613-F29F-3E47B90D00DA}"/>
          </ac:cxnSpMkLst>
        </pc:cxnChg>
        <pc:cxnChg chg="add del mod topLvl">
          <ac:chgData name="elvio rodriguez" userId="1c1449da70e07349" providerId="LiveId" clId="{B6FBDA6B-F2A7-4BBE-A2C3-07D2143358BF}" dt="2026-10-25T13:35:53.070" v="35946" actId="164"/>
          <ac:cxnSpMkLst>
            <pc:docMk/>
            <pc:sldMk cId="133555227" sldId="470"/>
            <ac:cxnSpMk id="30" creationId="{1C5C0D49-4AD5-7DBF-F801-E407132F221C}"/>
          </ac:cxnSpMkLst>
        </pc:cxnChg>
        <pc:cxnChg chg="del">
          <ac:chgData name="elvio rodriguez" userId="1c1449da70e07349" providerId="LiveId" clId="{B6FBDA6B-F2A7-4BBE-A2C3-07D2143358BF}" dt="2026-10-25T13:34:34.922" v="35930" actId="478"/>
          <ac:cxnSpMkLst>
            <pc:docMk/>
            <pc:sldMk cId="133555227" sldId="470"/>
            <ac:cxnSpMk id="47" creationId="{5687D50A-5397-532D-C351-40029BEE352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5355C-54D6-4C49-B78A-44822723645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6A9DB-A906-4A5F-9D07-23A1981E2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32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08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20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184B4-6130-4986-0253-37812C0BE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FB5B5-878B-951F-4654-1C5F56F4E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CEA4D-8088-85F2-73A7-15FD1BC41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832E3-325B-9DC7-D878-AC0AE5918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7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1680-D78D-78C1-AB2C-5BD4D3CF6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0FB86-043B-044D-A2A7-2E7539447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ABBD8-4253-3B28-B9BB-C9584E7E4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78D9E-B2A6-BCD3-77BE-C6B8D629E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17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COSAS:</a:t>
            </a:r>
          </a:p>
          <a:p>
            <a:pPr marL="228600" indent="-228600">
              <a:buAutoNum type="arabicParenBoth"/>
            </a:pPr>
            <a:r>
              <a:rPr lang="en-US" dirty="0"/>
              <a:t>range no </a:t>
            </a:r>
            <a:r>
              <a:rPr lang="en-US" dirty="0" err="1"/>
              <a:t>funciona</a:t>
            </a:r>
            <a:r>
              <a:rPr lang="en-US" dirty="0"/>
              <a:t> </a:t>
            </a:r>
            <a:r>
              <a:rPr lang="en-US" dirty="0" err="1"/>
              <a:t>directamente</a:t>
            </a:r>
            <a:r>
              <a:rPr lang="en-US" dirty="0"/>
              <a:t> con </a:t>
            </a:r>
            <a:r>
              <a:rPr lang="en-US" dirty="0" err="1"/>
              <a:t>números</a:t>
            </a:r>
            <a:r>
              <a:rPr lang="en-US" dirty="0"/>
              <a:t> </a:t>
            </a:r>
            <a:r>
              <a:rPr lang="en-US" dirty="0" err="1"/>
              <a:t>negativos</a:t>
            </a:r>
            <a:r>
              <a:rPr lang="en-US" dirty="0"/>
              <a:t>. (1a) Hay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range(0, x, -1) para </a:t>
            </a:r>
            <a:r>
              <a:rPr lang="en-US" dirty="0" err="1"/>
              <a:t>iterar</a:t>
            </a:r>
            <a:r>
              <a:rPr lang="en-US" dirty="0"/>
              <a:t> </a:t>
            </a:r>
            <a:r>
              <a:rPr lang="en-US" dirty="0" err="1"/>
              <a:t>hacia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negativos</a:t>
            </a:r>
            <a:r>
              <a:rPr lang="en-US" dirty="0"/>
              <a:t> o (1b) hay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pasarle</a:t>
            </a:r>
            <a:r>
              <a:rPr lang="en-US" dirty="0"/>
              <a:t> el valor </a:t>
            </a:r>
            <a:r>
              <a:rPr lang="en-US" dirty="0" err="1"/>
              <a:t>absoluto</a:t>
            </a:r>
            <a:r>
              <a:rPr lang="en-US" dirty="0"/>
              <a:t> range(abs(x)).</a:t>
            </a:r>
          </a:p>
          <a:p>
            <a:pPr marL="228600" indent="-228600">
              <a:buAutoNum type="arabicParenBoth"/>
            </a:pPr>
            <a:r>
              <a:rPr lang="en-US" dirty="0"/>
              <a:t>Al </a:t>
            </a:r>
            <a:r>
              <a:rPr lang="en-US" dirty="0" err="1"/>
              <a:t>finalizar</a:t>
            </a:r>
            <a:r>
              <a:rPr lang="en-US" dirty="0"/>
              <a:t>, es </a:t>
            </a:r>
            <a:r>
              <a:rPr lang="en-US" dirty="0" err="1"/>
              <a:t>necesario</a:t>
            </a:r>
            <a:r>
              <a:rPr lang="en-US" dirty="0"/>
              <a:t> </a:t>
            </a:r>
            <a:r>
              <a:rPr lang="en-US" dirty="0" err="1"/>
              <a:t>transformar</a:t>
            </a:r>
            <a:r>
              <a:rPr lang="en-US" dirty="0"/>
              <a:t> el </a:t>
            </a:r>
            <a:r>
              <a:rPr lang="en-US" dirty="0" err="1"/>
              <a:t>resultado</a:t>
            </a:r>
            <a:r>
              <a:rPr lang="en-US" dirty="0"/>
              <a:t> al valor </a:t>
            </a:r>
            <a:r>
              <a:rPr lang="en-US" dirty="0" err="1"/>
              <a:t>absoluto</a:t>
            </a:r>
            <a:r>
              <a:rPr lang="en-US" dirty="0"/>
              <a:t>: abs(</a:t>
            </a:r>
            <a:r>
              <a:rPr lang="en-US" dirty="0" err="1"/>
              <a:t>resultado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30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47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E866-6ADA-7CE1-C23C-75B1A83CA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16470-4615-A383-FDCA-EBE76DC28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750BF-0A64-B9FE-FE03-A4C31F3A9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304A0-50A5-99C3-64FF-1586AD4F7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4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7EC6-9963-3CCF-11D6-46ACB60A7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2D739-2FA6-FD85-58F2-28CA88061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8B7C1-077D-944A-3460-566BAFF21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92F8F-35A1-2CCA-80A4-69D9A41DC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21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92C9C-2DAB-E817-F1BB-F710F8F46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6E017-B459-F5E1-1C2B-D8F3E8C1D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4D09A-22F8-8351-E62D-743E0F582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A36AA-63AC-13F2-B60E-9EECE5070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509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56220-6933-DF5E-5430-4A17682AB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32374-C2F4-5505-4BE2-5BD898255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C2D78-A4EF-A3E3-F3E8-545DD15DC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CFE63-2390-626A-91CD-FF44D42F4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2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1E220-46C2-F064-4173-1ED665E1C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7F492-B5E1-8F63-C94C-EA5338942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61709-C37E-8C3E-09B7-DFAACD189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953FA-C74E-EA59-07A3-17E0DB6D4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114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DAF47-E41A-4050-F082-2E10A327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8ABBF-58DF-2B1E-333A-066FCA7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5AA00-8A74-1725-6864-170795E7C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B5E27-74FB-F8F1-8A61-7195C199F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77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D9615-37DD-01CA-5882-634AB3172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D89BE-8F3C-A6C0-5458-AF1ED055A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797E5-9810-A30D-D299-B9CF7E1A4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A7B5E-6F9A-C6A0-1EF9-A191B2A8C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25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C137C-9BCA-19FA-F863-296DD2C78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D1D05-8905-50C7-76FC-770118BC7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E66EE-FDAA-BD5D-3CF7-802112C2E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1C142-4760-37B4-6AF6-F2D6EB4A8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47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D0C37-F18E-CAA9-95DF-921E0B60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F08C7-609B-3BB8-10BF-564B451B8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2211E-B262-AD1E-787A-CFAA4B8F1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70ABB-AB57-851C-AE18-B0800123A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053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1108F-812D-6DBE-83D3-97FD193C3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FE1C0-BD61-8B02-9B41-ABB6CBCFF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65CC4-31FA-4099-38E3-9C42063FA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EF420-F765-B138-78CF-1A1B251FD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209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F4DBF-B7AA-2674-2728-696BE476B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F111E-258E-937A-D036-3C52BEDCA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C615C-802E-D164-45DD-2BE2D3E2F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37837-767A-3FDE-7AC7-0A912B504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226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BB042-F273-8BED-A933-14F1836F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51187-2707-4824-E598-C2C336EF6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0F2B-6E43-5CB3-C5F0-E4AB1743D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67B12-E9DC-5BCC-1D4C-43C4F99D9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501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953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2032-5715-7E30-535A-5BF865197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C4090-F883-033C-BFC8-693DE3F6A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506D5-4DE0-C6D9-F124-62DF72122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8B482-FD51-2A67-90D1-7FCD08D34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688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C343-39FF-FE7E-5528-F14217C17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88C75-C2C3-5FFE-425A-201FD0BC7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042C6F-C77D-7317-3386-3B5414051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9ACCE-C621-1E25-B7BC-60AF4856D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931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72992-D700-8621-2BB9-C2B7E5605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E5209B-FBBB-295F-847F-E2A18144E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061BD-AE40-7EA4-C0DC-0BFDE7440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B1206-9D9C-6D63-DAEA-830889F95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097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330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57834-36C7-ACAC-1F9E-5BB5727F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3B385-2D59-720D-F172-D8514DA9B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C43E1-83B6-F4FF-7ED6-C6FD992C4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20609-43BD-FB89-9132-B7565582B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310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02EF0-3414-195D-C589-DA4EB27D0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14CED-B145-986E-92F1-4D291B6F4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2E641-8BBE-A5EC-24E8-615429DD2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51732-C8E0-D5CA-9FA6-A01550553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493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4276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62FF-D8AA-3511-A5AD-39F1ECF7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085AC-6BCE-335A-B46F-DE6CE5C24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A0FF3-453E-F24F-9A88-F1D80437B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16B55-A7AB-CA6D-3482-C1E68DE32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219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5983-2B8C-1F3E-A925-D59EC0B3E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16EFC-0CBA-4475-0DA2-481A995E4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EB988-7BFF-9353-7B75-5167934E8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BB416-0CB8-E4FF-80DC-1C930F6A9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253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15BC-97F2-E93B-CC68-9278ED23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A7075-3556-B742-A890-8A901C3F3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2E9D9-2738-8FA6-D75C-762BBA22B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02FD3-C71B-8FDB-CFE1-30A5476AE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378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3A6A5-2941-E949-3D2F-20EE8D29E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95ABAE-E1F3-1F9E-CD3D-00AB40CD4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F740A-80A6-C187-B0AA-10A72567E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8B797-0630-6928-DE72-99D1FC886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858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13EE-ED94-A6EE-DB3C-EA577CE24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F9632-769A-6F71-79F9-DE808FD73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0FD15-84EF-80D2-DDA7-7C0611D3E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E8315-C523-DB33-9E2F-8FA81A205F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301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5136A-7959-651E-2A87-C57511FF1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DF620-A78D-F29D-0EF5-AF504FD75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D8A52-83FD-E860-F3A3-BB1FFEDC7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7FF11-3787-D82B-10EA-97B03869C4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796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5E86E-79B4-F3F0-0214-3474A14BF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639B8-4EAD-84EB-5632-2342DCC60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7BDD9-EAEE-E79E-F703-86FFDC909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4221D-5C43-718A-D4AD-0B4452599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451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881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07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907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362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553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EE269-4B76-D6CA-43CA-CC87E517D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59DF1-904C-481B-27F2-21EB69B5D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6E68A-DD0E-585F-66FF-B26B8364A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282B2-A94D-00A2-A746-F56323B32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349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402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460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4F823-944D-2CC1-B97B-F26AB343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68598-C3DE-35E5-F36C-F8C3DA464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0ACF8-8BF4-9D63-D9E2-C6079919A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F16BD-2833-A706-A2F2-47E1766FE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653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E986C-C62B-72F6-C412-A04248E0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7449B-FA20-C594-46C7-A3A25E163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EF94D-F59A-072B-8AB2-27C8FB47B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53B05-6AE8-7EB3-1E0E-26A660690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7342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8BC24-B6A3-3F28-B5CE-E3BE50A8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90745-BA30-1A02-AC62-E22DB01F9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504AB-9E91-5D8B-5013-A9AE4B73A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887BB-3E67-6759-AD4B-907CDFE69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85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62E8E-5850-0A6B-6BE2-2D1005F0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647CB-EA5B-B9EC-78AA-900961366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7C24C-5490-E075-E83F-1230E9DBC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1A1F9-DE2E-3D38-1562-39C9BF07B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254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1D081-53D7-F45C-2D80-D29BFA591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D7DE8-7769-A6C8-BAB2-40D581C6F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1AE29-E102-1E7D-30F8-4C4296D7B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FDB13-E42F-4B73-2854-FC6CEDF02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490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74119-0804-BC97-4432-6C8F9EAFB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F9DC85-E984-9338-A21A-B99426DE3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1DEDBB-097D-E120-39FC-3A3165606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4F44E-405D-F52B-E629-B1E96C280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455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F4D3-8ABA-3645-1BBE-FE1431002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3DF9C-E243-4BA5-49C6-1E38ACC23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74E9E-1079-7E3E-E6AE-A7C77BCD2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A36AE-8366-1558-C248-D3596D0EB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7086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8C4FE-CE1F-43D0-057F-36A48F803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2DE5C-86C8-85AE-10CB-FA1CFDA30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7A076-FC89-1B32-BF7B-76C81424D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2BC6E-0CE9-50BD-CD4F-CC106B906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232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F313D-4836-3F73-14AC-273F7E27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68916-1580-3405-5491-63961546A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3B3A9-D820-86BD-C62C-349D24D77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D0D17-D343-F677-AED7-0D4E11416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584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0F36B-C0D0-09AC-B9C2-42837D6C4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DFCD55-A8ED-98EA-0A4A-490A3582F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A4F7B-3BB1-2E02-DC30-35FC1D414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CA381-66DF-AB3B-B35F-07E0877E4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9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EFC3-82B7-EDF9-AE44-96586D28B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7A5E8-BC38-1637-5220-89329E9AF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8F6BE-B3F0-638F-00F1-9491A670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F08B1-6EF7-596F-BB1B-AE164AAE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875F6-B34A-D7D3-5ACE-214D52739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88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EE6B-FC93-B810-0D2D-1122DE2C7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550B7-9ADD-C7E0-9AC7-1B901828B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40A6D-4420-B73D-0976-60C57EB76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704EB-0DF4-55A4-6E07-9E26EA68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FB3B3-39FA-73FA-4604-557A1082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9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5937-6AE9-6CAA-14A0-3CEB6E770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6FCF4-AE04-405B-12EA-E2DCA6027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39295-7101-87AD-394A-1DE7A5401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BFDBC-1EEF-CA46-AD76-39B6897D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0A449-F467-B545-F800-6910F12EB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60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373F8-2CC9-640E-362E-481F631C6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91299-DBC7-EEC8-80EF-FE7D04CA5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2A36E-ADDB-9B14-0198-B09A77B86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C77BE-FA08-9837-F950-78599B48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CA21D-295D-899D-8691-44E805673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E3C52-51EF-18D2-322C-5DF77AB9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0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84386-A36D-75A8-5783-8395E301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E6F01-1A0F-C1B0-E31F-5CE1AE364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0CBC1-020F-2596-0A1D-A2927D681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3D4C7-0E0C-FF0C-54C0-067153224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EF9D2-B3D4-AB87-CA52-3F1D5A9EBA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81F415-7782-B146-F3E4-CBCF7821C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3463E-069A-A136-AF9F-148BBA11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6FAE91-7ADE-0151-ED76-3E33F5FC4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1534-9911-330D-802B-B41DD3911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6A0565-9A10-A263-5B05-292C5B5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108385-BCE8-C724-4191-B2412BA11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03F6E-BB31-4EFE-653F-B1C2E51E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6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EEC7A0-6717-F838-5D8E-D30A3AE87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9449F4-EEF0-21C9-D584-FB2D5F4F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45D46-983A-BCED-F7D4-9FF567CE3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0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F90B9-997C-26E1-53F8-3F54F1EF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6187D-C7DB-3C14-F059-11A489BA1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6DC29-A5DC-24AF-26AE-DA173C05A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67BD0-FFD3-61A7-DA7F-228E34D9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F25E5-9DFA-FAF8-BA06-FA2F70CE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EE00A-8889-481F-9088-78BB7F8DD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72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A1FB-5E66-DA73-FA2C-562A55AB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12696-9548-7B3E-8EAF-E1A29347A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F4A7C-1C60-BA0B-408D-3BEEC025B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DFFB0-291D-7CBC-4417-3DDD452AA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A3C83-03C2-7A4D-F3EF-98273207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C3DC1-8698-F46E-3646-AD6BD8510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5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249F-B117-B04A-F631-D3B7545D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E38E5-8579-457F-BF44-AF4398FE9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871DD-FDE5-7788-EBD5-9FB5DDF7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A28F1-DAF1-B278-8DDA-F3E597C4C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11A8C-8814-DA09-0950-8EF91F57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58ED6F-0E26-42BC-097F-F426BB71D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D69DA-9CDD-A7C1-6627-C5430D9A5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37E22-F3D0-455E-22EB-A696542A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F8322-C77B-24E1-A0A6-0291ABB84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3503A-E9AC-39B8-511C-20FADD7B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CF95DD-929C-983B-F454-121D75552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0974-B2D5-99AD-A43A-090E76ADB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8F557-3BB3-0273-B3E0-193D7DC18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27127-3CDE-4F86-8264-5FF64F81A2C2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55949-5D63-35F6-BBC3-2E3F828E7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846F2-7469-1375-327D-B399DE35E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7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45.png"/><Relationship Id="rId9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9.png"/><Relationship Id="rId4" Type="http://schemas.openxmlformats.org/officeDocument/2006/relationships/image" Target="../media/image93.gi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FC2DE-EB91-F02D-A14F-2F49D38F32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noProof="0" dirty="0"/>
              <a:t>Python e IA para la Investigación en Ciencias Biológicas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F6BE7-D746-5EFF-0EC6-0EEC77FF87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ES" noProof="0" dirty="0"/>
              <a:t>Curso Fundación Williams – IBR</a:t>
            </a:r>
          </a:p>
          <a:p>
            <a:r>
              <a:rPr lang="es-ES" noProof="0" dirty="0"/>
              <a:t>Dr. Esp. Elvio Rodríguez Araya</a:t>
            </a:r>
          </a:p>
          <a:p>
            <a:endParaRPr lang="es-ES" noProof="0" dirty="0"/>
          </a:p>
          <a:p>
            <a:r>
              <a:rPr lang="es-ES" noProof="0" dirty="0"/>
              <a:t>2026</a:t>
            </a:r>
          </a:p>
          <a:p>
            <a:endParaRPr lang="es-ES" noProof="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1F42136-630C-904C-C2CA-FDDBE4AC9AF9}"/>
              </a:ext>
            </a:extLst>
          </p:cNvPr>
          <p:cNvSpPr txBox="1">
            <a:spLocks/>
          </p:cNvSpPr>
          <p:nvPr/>
        </p:nvSpPr>
        <p:spPr>
          <a:xfrm>
            <a:off x="1524000" y="660401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3</a:t>
            </a:r>
            <a:r>
              <a:rPr lang="es-ES" b="1" baseline="30000" dirty="0"/>
              <a:t>r</a:t>
            </a:r>
            <a:r>
              <a:rPr lang="es-ES" b="1" baseline="30000" noProof="0" dirty="0"/>
              <a:t>a</a:t>
            </a:r>
            <a:r>
              <a:rPr lang="es-ES" b="1" noProof="0" dirty="0"/>
              <a:t> clase</a:t>
            </a:r>
          </a:p>
        </p:txBody>
      </p:sp>
      <p:pic>
        <p:nvPicPr>
          <p:cNvPr id="6" name="Picture 5" descr="logo-sinfondo-4">
            <a:extLst>
              <a:ext uri="{FF2B5EF4-FFF2-40B4-BE49-F238E27FC236}">
                <a16:creationId xmlns:a16="http://schemas.microsoft.com/office/drawing/2014/main" id="{1E449484-C3DA-3BB3-3244-77A0E34696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29"/>
          <a:stretch>
            <a:fillRect/>
          </a:stretch>
        </p:blipFill>
        <p:spPr>
          <a:xfrm>
            <a:off x="723899" y="5095875"/>
            <a:ext cx="3314702" cy="1101724"/>
          </a:xfrm>
          <a:prstGeom prst="rect">
            <a:avLst/>
          </a:prstGeom>
        </p:spPr>
      </p:pic>
      <p:pic>
        <p:nvPicPr>
          <p:cNvPr id="8" name="Picture 7" descr="Se prorroga el llamado a concurso para nuevos Jefes de Grupo en el IBR – IBR">
            <a:extLst>
              <a:ext uri="{FF2B5EF4-FFF2-40B4-BE49-F238E27FC236}">
                <a16:creationId xmlns:a16="http://schemas.microsoft.com/office/drawing/2014/main" id="{C56A818E-B421-9B21-8F20-BA8A548B2C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74"/>
          <a:stretch>
            <a:fillRect/>
          </a:stretch>
        </p:blipFill>
        <p:spPr>
          <a:xfrm>
            <a:off x="9196227" y="4658634"/>
            <a:ext cx="1824198" cy="18238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7928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97EF-381D-BC84-3EB8-8AC491C4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1CCB-F938-F8FB-C92F-E242F0BF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Resumen clase anterior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87057-66EC-472B-07C7-0D35BBF83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b="1" u="sng" noProof="0" dirty="0">
                <a:latin typeface="+mj-lt"/>
              </a:rPr>
              <a:t>INPUT</a:t>
            </a:r>
            <a:r>
              <a:rPr lang="es-ES" noProof="0" dirty="0">
                <a:latin typeface="+mj-lt"/>
              </a:rPr>
              <a:t>: </a:t>
            </a:r>
            <a:r>
              <a:rPr lang="es-ES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input</a:t>
            </a:r>
            <a:r>
              <a:rPr lang="es-ES" noProof="0" dirty="0">
                <a:latin typeface="Consolas" panose="020B0609020204030204" pitchFamily="49" charset="0"/>
              </a:rPr>
              <a:t>()</a:t>
            </a:r>
            <a:r>
              <a:rPr lang="es-ES" noProof="0" dirty="0">
                <a:latin typeface="+mj-lt"/>
              </a:rPr>
              <a:t> | </a:t>
            </a:r>
            <a:r>
              <a:rPr lang="es-ES" b="1" u="sng" noProof="0" dirty="0">
                <a:latin typeface="+mj-lt"/>
              </a:rPr>
              <a:t>OUTPUT</a:t>
            </a:r>
            <a:r>
              <a:rPr lang="es-ES" noProof="0" dirty="0">
                <a:latin typeface="+mj-lt"/>
              </a:rPr>
              <a:t>: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()</a:t>
            </a:r>
            <a:r>
              <a:rPr lang="es-ES" noProof="0" dirty="0">
                <a:latin typeface="+mj-lt"/>
              </a:rPr>
              <a:t> </a:t>
            </a:r>
            <a:r>
              <a:rPr lang="es-ES" noProof="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latin typeface="+mj-lt"/>
                <a:sym typeface="Wingdings" panose="05000000000000000000" pitchFamily="2" charset="2"/>
              </a:rPr>
              <a:t> Hay muchas más formas</a:t>
            </a:r>
            <a:endParaRPr lang="es-ES" noProof="0" dirty="0">
              <a:ln>
                <a:solidFill>
                  <a:schemeClr val="bg1">
                    <a:lumMod val="65000"/>
                  </a:schemeClr>
                </a:solidFill>
              </a:ln>
              <a:solidFill>
                <a:schemeClr val="bg2">
                  <a:lumMod val="75000"/>
                </a:schemeClr>
              </a:solidFill>
              <a:latin typeface="+mj-lt"/>
            </a:endParaRPr>
          </a:p>
          <a:p>
            <a:r>
              <a:rPr lang="es-ES" b="1" u="sng" noProof="0" dirty="0"/>
              <a:t>Indexado</a:t>
            </a:r>
            <a:r>
              <a:rPr lang="es-ES" u="sng" noProof="0" dirty="0"/>
              <a:t> con </a:t>
            </a:r>
            <a:r>
              <a:rPr lang="es-ES" u="sng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r>
              <a:rPr lang="es-ES" noProof="0" dirty="0">
                <a:latin typeface="+mj-lt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 err="1">
                <a:latin typeface="Consolas" panose="020B0609020204030204" pitchFamily="49" charset="0"/>
              </a:rPr>
              <a:t>string</a:t>
            </a:r>
            <a:r>
              <a:rPr lang="es-ES" noProof="0" dirty="0">
                <a:latin typeface="Consolas" panose="020B0609020204030204" pitchFamily="49" charset="0"/>
              </a:rPr>
              <a:t>[</a:t>
            </a:r>
            <a:r>
              <a:rPr lang="es-ES" noProof="0" dirty="0" err="1">
                <a:latin typeface="Consolas" panose="020B0609020204030204" pitchFamily="49" charset="0"/>
              </a:rPr>
              <a:t>start:end:step</a:t>
            </a:r>
            <a:r>
              <a:rPr lang="es-ES" noProof="0" dirty="0">
                <a:latin typeface="Consolas" panose="020B0609020204030204" pitchFamily="49" charset="0"/>
              </a:rPr>
              <a:t>]</a:t>
            </a:r>
          </a:p>
          <a:p>
            <a:r>
              <a:rPr lang="es-ES" b="1" u="sng" noProof="0" dirty="0">
                <a:latin typeface="+mj-lt"/>
              </a:rPr>
              <a:t>Control de flujo</a:t>
            </a:r>
            <a:endParaRPr lang="es-ES" u="sng" noProof="0" dirty="0">
              <a:latin typeface="+mj-lt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>
                <a:latin typeface="+mj-lt"/>
              </a:rPr>
              <a:t>Ramificación: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endParaRPr lang="es-ES" noProof="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>
                <a:latin typeface="+mj-lt"/>
              </a:rPr>
              <a:t>Iteración: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>
                <a:solidFill>
                  <a:srgbClr val="7030A0"/>
                </a:solidFill>
                <a:latin typeface="Consolas" panose="020B0609020204030204" pitchFamily="49" charset="0"/>
              </a:rPr>
              <a:t>break</a:t>
            </a:r>
          </a:p>
          <a:p>
            <a:r>
              <a:rPr lang="es-ES" u="sng" noProof="0" dirty="0"/>
              <a:t>Tiempo de ejecución o </a:t>
            </a:r>
            <a:r>
              <a:rPr lang="es-ES" b="1" u="sng" noProof="0" dirty="0"/>
              <a:t>complejidad</a:t>
            </a:r>
            <a:r>
              <a:rPr lang="es-ES" noProof="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/>
              <a:t>Constante: O(1)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/>
              <a:t>Lineal: O(n)</a:t>
            </a:r>
          </a:p>
          <a:p>
            <a:r>
              <a:rPr lang="es-ES" u="sng" dirty="0"/>
              <a:t>Ejercicios</a:t>
            </a:r>
            <a:r>
              <a:rPr lang="es-ES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/>
              <a:t>%</a:t>
            </a:r>
            <a:r>
              <a:rPr lang="es-ES" dirty="0" err="1"/>
              <a:t>nt</a:t>
            </a:r>
            <a:r>
              <a:rPr lang="es-ES" dirty="0"/>
              <a:t>, G-reps y TATA-box</a:t>
            </a:r>
            <a:endParaRPr lang="es-E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AC2281-60AA-7D90-D321-20126484FFD0}"/>
              </a:ext>
            </a:extLst>
          </p:cNvPr>
          <p:cNvGrpSpPr/>
          <p:nvPr/>
        </p:nvGrpSpPr>
        <p:grpSpPr>
          <a:xfrm>
            <a:off x="6866380" y="3128051"/>
            <a:ext cx="1829864" cy="2007458"/>
            <a:chOff x="4301413" y="1838131"/>
            <a:chExt cx="3589175" cy="393751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5E9D9DE-D2F2-F554-59D3-53D8026BF45B}"/>
                </a:ext>
              </a:extLst>
            </p:cNvPr>
            <p:cNvSpPr/>
            <p:nvPr/>
          </p:nvSpPr>
          <p:spPr>
            <a:xfrm>
              <a:off x="5651242" y="1838131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000" noProof="0" dirty="0"/>
                <a:t>Código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63069C5-D247-E7FC-E760-16CD6B7B9693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 flipH="1">
              <a:off x="6096000" y="2528596"/>
              <a:ext cx="1" cy="569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Diamond 17">
              <a:extLst>
                <a:ext uri="{FF2B5EF4-FFF2-40B4-BE49-F238E27FC236}">
                  <a16:creationId xmlns:a16="http://schemas.microsoft.com/office/drawing/2014/main" id="{C9EB5E49-53F0-6683-70EF-98911AB9DE69}"/>
                </a:ext>
              </a:extLst>
            </p:cNvPr>
            <p:cNvSpPr/>
            <p:nvPr/>
          </p:nvSpPr>
          <p:spPr>
            <a:xfrm>
              <a:off x="5326225" y="3097764"/>
              <a:ext cx="1539551" cy="46653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000" noProof="0" dirty="0"/>
                <a:t>TEST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60A3F1C-8632-4AD3-2E84-86B3E27E62DB}"/>
                </a:ext>
              </a:extLst>
            </p:cNvPr>
            <p:cNvCxnSpPr>
              <a:cxnSpLocks/>
            </p:cNvCxnSpPr>
            <p:nvPr/>
          </p:nvCxnSpPr>
          <p:spPr>
            <a:xfrm>
              <a:off x="6865776" y="3335696"/>
              <a:ext cx="580053" cy="5318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C70CC95-0F8B-FE4B-D755-5DEB765491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6172" y="3331030"/>
              <a:ext cx="580053" cy="5318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F7BF06D-6429-75D1-691E-5C5FB035E532}"/>
                </a:ext>
              </a:extLst>
            </p:cNvPr>
            <p:cNvSpPr/>
            <p:nvPr/>
          </p:nvSpPr>
          <p:spPr>
            <a:xfrm>
              <a:off x="4301413" y="3862874"/>
              <a:ext cx="889518" cy="70912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000" noProof="0" dirty="0"/>
                <a:t>Bloque</a:t>
              </a:r>
            </a:p>
            <a:p>
              <a:pPr algn="ctr"/>
              <a:r>
                <a:rPr lang="es-ES" sz="1000" b="1" noProof="0" dirty="0"/>
                <a:t>True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767B787-ADC3-52A5-7CD2-A24A483731F5}"/>
                </a:ext>
              </a:extLst>
            </p:cNvPr>
            <p:cNvSpPr/>
            <p:nvPr/>
          </p:nvSpPr>
          <p:spPr>
            <a:xfrm>
              <a:off x="7001070" y="3862874"/>
              <a:ext cx="889518" cy="70912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000" noProof="0" dirty="0"/>
                <a:t>Bloque</a:t>
              </a:r>
            </a:p>
            <a:p>
              <a:pPr algn="ctr"/>
              <a:r>
                <a:rPr lang="es-ES" sz="1000" b="1" noProof="0" dirty="0"/>
                <a:t>False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5864AA5-AF51-B5EB-526F-C6FE40368A3F}"/>
                </a:ext>
              </a:extLst>
            </p:cNvPr>
            <p:cNvSpPr/>
            <p:nvPr/>
          </p:nvSpPr>
          <p:spPr>
            <a:xfrm>
              <a:off x="5651242" y="5085184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000" noProof="0" dirty="0"/>
                <a:t>Código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8B4D8DD-D70D-BB86-2B84-5B5B52ADAB98}"/>
                </a:ext>
              </a:extLst>
            </p:cNvPr>
            <p:cNvCxnSpPr>
              <a:cxnSpLocks/>
              <a:stCxn id="21" idx="2"/>
              <a:endCxn id="23" idx="0"/>
            </p:cNvCxnSpPr>
            <p:nvPr/>
          </p:nvCxnSpPr>
          <p:spPr>
            <a:xfrm>
              <a:off x="4746172" y="4572000"/>
              <a:ext cx="1349829" cy="513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87B8001-2514-6723-7DA7-84BB0CF8A42A}"/>
                </a:ext>
              </a:extLst>
            </p:cNvPr>
            <p:cNvCxnSpPr>
              <a:cxnSpLocks/>
              <a:stCxn id="22" idx="2"/>
              <a:endCxn id="23" idx="0"/>
            </p:cNvCxnSpPr>
            <p:nvPr/>
          </p:nvCxnSpPr>
          <p:spPr>
            <a:xfrm flipH="1">
              <a:off x="6096001" y="4572000"/>
              <a:ext cx="1349828" cy="513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915EB10-B71D-410B-2535-72798C6ED4E5}"/>
              </a:ext>
            </a:extLst>
          </p:cNvPr>
          <p:cNvGrpSpPr/>
          <p:nvPr/>
        </p:nvGrpSpPr>
        <p:grpSpPr>
          <a:xfrm>
            <a:off x="9201445" y="3076245"/>
            <a:ext cx="1764462" cy="2059264"/>
            <a:chOff x="4384418" y="1838131"/>
            <a:chExt cx="3373826" cy="393751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76017FF-12D0-17DC-FBE4-1208C4428002}"/>
                </a:ext>
              </a:extLst>
            </p:cNvPr>
            <p:cNvGrpSpPr/>
            <p:nvPr/>
          </p:nvGrpSpPr>
          <p:grpSpPr>
            <a:xfrm>
              <a:off x="6540759" y="3331030"/>
              <a:ext cx="681135" cy="2099386"/>
              <a:chOff x="6540759" y="3331030"/>
              <a:chExt cx="681135" cy="2099386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00E62B31-1BD2-756A-A966-10153262795E}"/>
                  </a:ext>
                </a:extLst>
              </p:cNvPr>
              <p:cNvCxnSpPr>
                <a:cxnSpLocks/>
                <a:stCxn id="30" idx="3"/>
              </p:cNvCxnSpPr>
              <p:nvPr/>
            </p:nvCxnSpPr>
            <p:spPr>
              <a:xfrm>
                <a:off x="6865776" y="3331030"/>
                <a:ext cx="35611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8A6ED06-901E-D848-614A-E51D3D7C10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1894" y="3331030"/>
                <a:ext cx="0" cy="20993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C4DF0F2B-A899-4C49-A0ED-FB61DF872A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0759" y="5430416"/>
                <a:ext cx="68113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F6C4D59-8210-1FFF-49AE-9B9833C2CF56}"/>
                </a:ext>
              </a:extLst>
            </p:cNvPr>
            <p:cNvSpPr/>
            <p:nvPr/>
          </p:nvSpPr>
          <p:spPr>
            <a:xfrm>
              <a:off x="5651242" y="1838131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000" noProof="0" dirty="0"/>
                <a:t>Código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0D2AC87-39C5-63FD-B348-84F8A00C0532}"/>
                </a:ext>
              </a:extLst>
            </p:cNvPr>
            <p:cNvCxnSpPr>
              <a:cxnSpLocks/>
              <a:stCxn id="28" idx="2"/>
            </p:cNvCxnSpPr>
            <p:nvPr/>
          </p:nvCxnSpPr>
          <p:spPr>
            <a:xfrm flipH="1">
              <a:off x="6096000" y="2528596"/>
              <a:ext cx="1" cy="569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Diamond 29">
              <a:extLst>
                <a:ext uri="{FF2B5EF4-FFF2-40B4-BE49-F238E27FC236}">
                  <a16:creationId xmlns:a16="http://schemas.microsoft.com/office/drawing/2014/main" id="{CC38CE12-63C5-DEDB-12BE-B4D9DE349DB7}"/>
                </a:ext>
              </a:extLst>
            </p:cNvPr>
            <p:cNvSpPr/>
            <p:nvPr/>
          </p:nvSpPr>
          <p:spPr>
            <a:xfrm>
              <a:off x="5326225" y="3097764"/>
              <a:ext cx="1539551" cy="46653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000" noProof="0" dirty="0"/>
                <a:t>TEST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D524F63-556F-14F2-0C90-72B885C01BDF}"/>
                </a:ext>
              </a:extLst>
            </p:cNvPr>
            <p:cNvSpPr/>
            <p:nvPr/>
          </p:nvSpPr>
          <p:spPr>
            <a:xfrm>
              <a:off x="5400677" y="3956180"/>
              <a:ext cx="1390648" cy="70912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000" noProof="0" dirty="0"/>
                <a:t>Cuerpo del</a:t>
              </a:r>
            </a:p>
            <a:p>
              <a:pPr algn="ctr"/>
              <a:r>
                <a:rPr lang="es-ES" sz="1000" noProof="0" dirty="0"/>
                <a:t>bucle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00F28CA-F6B7-1DAF-DA6F-AFCA495C9AC1}"/>
                </a:ext>
              </a:extLst>
            </p:cNvPr>
            <p:cNvSpPr/>
            <p:nvPr/>
          </p:nvSpPr>
          <p:spPr>
            <a:xfrm>
              <a:off x="5651242" y="5085184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000" noProof="0" dirty="0"/>
                <a:t>Código</a:t>
              </a:r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850B51B5-294A-E6D0-C6A4-2B13AB5455AE}"/>
                </a:ext>
              </a:extLst>
            </p:cNvPr>
            <p:cNvSpPr/>
            <p:nvPr/>
          </p:nvSpPr>
          <p:spPr>
            <a:xfrm flipH="1">
              <a:off x="4384418" y="2769345"/>
              <a:ext cx="2156341" cy="1553061"/>
            </a:xfrm>
            <a:prstGeom prst="arc">
              <a:avLst>
                <a:gd name="adj1" fmla="val 13469663"/>
                <a:gd name="adj2" fmla="val 516650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es-ES" sz="1000" noProof="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39E4BF5-64B8-696E-ABDF-EC975AB39FEF}"/>
                </a:ext>
              </a:extLst>
            </p:cNvPr>
            <p:cNvCxnSpPr>
              <a:stCxn id="30" idx="2"/>
              <a:endCxn id="31" idx="0"/>
            </p:cNvCxnSpPr>
            <p:nvPr/>
          </p:nvCxnSpPr>
          <p:spPr>
            <a:xfrm>
              <a:off x="6096001" y="3564296"/>
              <a:ext cx="0" cy="3918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3152DF6-4121-E91E-A0BE-B88BCDB622D8}"/>
                </a:ext>
              </a:extLst>
            </p:cNvPr>
            <p:cNvSpPr txBox="1"/>
            <p:nvPr/>
          </p:nvSpPr>
          <p:spPr>
            <a:xfrm>
              <a:off x="4384418" y="3361208"/>
              <a:ext cx="1023152" cy="501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000" noProof="0" dirty="0"/>
                <a:t>Bucle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74F1736-32AC-0E36-50FE-9766C4D5C244}"/>
                </a:ext>
              </a:extLst>
            </p:cNvPr>
            <p:cNvSpPr txBox="1"/>
            <p:nvPr/>
          </p:nvSpPr>
          <p:spPr>
            <a:xfrm>
              <a:off x="6054497" y="3536301"/>
              <a:ext cx="902282" cy="501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000" b="1" noProof="0" dirty="0">
                  <a:solidFill>
                    <a:srgbClr val="7030A0"/>
                  </a:solidFill>
                </a:rPr>
                <a:t>True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C010691-23F4-F3D1-30C1-1178138D6DB3}"/>
                </a:ext>
              </a:extLst>
            </p:cNvPr>
            <p:cNvSpPr txBox="1"/>
            <p:nvPr/>
          </p:nvSpPr>
          <p:spPr>
            <a:xfrm>
              <a:off x="6741625" y="2904455"/>
              <a:ext cx="1016619" cy="501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000" b="1" noProof="0" dirty="0">
                  <a:solidFill>
                    <a:srgbClr val="7030A0"/>
                  </a:solidFill>
                </a:rPr>
                <a:t>False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45D69E7-C966-CFA8-0603-3471C8683897}"/>
              </a:ext>
            </a:extLst>
          </p:cNvPr>
          <p:cNvSpPr txBox="1"/>
          <p:nvPr/>
        </p:nvSpPr>
        <p:spPr>
          <a:xfrm>
            <a:off x="6455772" y="2906486"/>
            <a:ext cx="1193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noProof="0" dirty="0">
                <a:ln>
                  <a:solidFill>
                    <a:sysClr val="windowText" lastClr="000000"/>
                  </a:solidFill>
                </a:ln>
                <a:solidFill>
                  <a:schemeClr val="accent2"/>
                </a:solidFill>
              </a:rPr>
              <a:t>O(1)</a:t>
            </a:r>
            <a:endParaRPr lang="es-ES" sz="2400" b="1" noProof="0" dirty="0">
              <a:ln>
                <a:solidFill>
                  <a:sysClr val="windowText" lastClr="000000"/>
                </a:solidFill>
              </a:ln>
              <a:solidFill>
                <a:schemeClr val="accent2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FBD820-BA56-F475-2B72-BF5EFF0320BC}"/>
              </a:ext>
            </a:extLst>
          </p:cNvPr>
          <p:cNvSpPr txBox="1"/>
          <p:nvPr/>
        </p:nvSpPr>
        <p:spPr>
          <a:xfrm>
            <a:off x="8736377" y="2906486"/>
            <a:ext cx="1193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noProof="0" dirty="0">
                <a:ln>
                  <a:solidFill>
                    <a:sysClr val="windowText" lastClr="000000"/>
                  </a:solidFill>
                </a:ln>
                <a:solidFill>
                  <a:schemeClr val="accent6"/>
                </a:solidFill>
              </a:rPr>
              <a:t>O(n)</a:t>
            </a:r>
            <a:endParaRPr lang="es-ES" sz="2400" b="1" noProof="0" dirty="0">
              <a:ln>
                <a:solidFill>
                  <a:sysClr val="windowText" lastClr="000000"/>
                </a:solidFill>
              </a:ln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683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5ACE9-ED40-B0D7-A8C1-747FC9A1D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62B8F-D3A9-CAFC-01B1-218B9AA82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¿Que veremos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F177E-67D2-C110-0A5E-229AB6B5E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b="1" noProof="0" dirty="0"/>
              <a:t>Algoritmos iterativos </a:t>
            </a:r>
            <a:r>
              <a:rPr lang="es-ES" noProof="0" dirty="0"/>
              <a:t>para soluciones aproximadas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u="sng" noProof="0" dirty="0"/>
              <a:t>Método</a:t>
            </a:r>
            <a:r>
              <a:rPr lang="es-ES" noProof="0" dirty="0"/>
              <a:t>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s-ES" noProof="0" dirty="0"/>
              <a:t>Adivinar y comprobar (</a:t>
            </a:r>
            <a:r>
              <a:rPr lang="es-ES" i="1" noProof="0" dirty="0" err="1"/>
              <a:t>guess</a:t>
            </a:r>
            <a:r>
              <a:rPr lang="es-ES" i="1" noProof="0" dirty="0"/>
              <a:t> and </a:t>
            </a:r>
            <a:r>
              <a:rPr lang="es-ES" i="1" noProof="0" dirty="0" err="1"/>
              <a:t>check</a:t>
            </a:r>
            <a:r>
              <a:rPr lang="es-ES" noProof="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u="sng" noProof="0" dirty="0"/>
              <a:t>Formas de generar valores</a:t>
            </a:r>
            <a:r>
              <a:rPr lang="es-ES" noProof="0" dirty="0"/>
              <a:t>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s-ES" noProof="0" dirty="0"/>
              <a:t>Enumeración exhaustiva (</a:t>
            </a:r>
            <a:r>
              <a:rPr lang="es-ES" i="1" noProof="0" dirty="0"/>
              <a:t>exhaustive </a:t>
            </a:r>
            <a:r>
              <a:rPr lang="es-ES" i="1" noProof="0" dirty="0" err="1"/>
              <a:t>enumeration</a:t>
            </a:r>
            <a:r>
              <a:rPr lang="es-ES" noProof="0" dirty="0"/>
              <a:t>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s-ES" noProof="0" dirty="0"/>
              <a:t>Búsqueda por bisección (</a:t>
            </a:r>
            <a:r>
              <a:rPr lang="es-ES" i="1" noProof="0" dirty="0" err="1"/>
              <a:t>bisection</a:t>
            </a:r>
            <a:r>
              <a:rPr lang="es-ES" i="1" noProof="0" dirty="0"/>
              <a:t> </a:t>
            </a:r>
            <a:r>
              <a:rPr lang="es-ES" i="1" noProof="0" dirty="0" err="1"/>
              <a:t>search</a:t>
            </a:r>
            <a:r>
              <a:rPr lang="es-ES" noProof="0" dirty="0"/>
              <a:t>)</a:t>
            </a:r>
          </a:p>
          <a:p>
            <a:r>
              <a:rPr lang="es-ES" dirty="0">
                <a:latin typeface="+mj-lt"/>
              </a:rPr>
              <a:t>Aclaraciones sobre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endParaRPr lang="es-ES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/>
              <a:t>ℝ ~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endParaRPr lang="es-ES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/>
              <a:t>Forma correcta de comparar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endParaRPr lang="es-ES" noProof="0" dirty="0"/>
          </a:p>
          <a:p>
            <a:r>
              <a:rPr lang="es-ES" b="1" noProof="0" dirty="0"/>
              <a:t>Funciones </a:t>
            </a:r>
            <a:r>
              <a:rPr lang="es-ES" noProof="0" dirty="0"/>
              <a:t>(otro método de abstracción)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/>
              <a:t>Alcance (</a:t>
            </a:r>
            <a:r>
              <a:rPr lang="es-ES" i="1" noProof="0" dirty="0" err="1"/>
              <a:t>scope</a:t>
            </a:r>
            <a:r>
              <a:rPr lang="es-ES" noProof="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/>
              <a:t>Variables globales y locales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/>
              <a:t>Especificación (</a:t>
            </a:r>
            <a:r>
              <a:rPr lang="es-ES" i="1" noProof="0" dirty="0" err="1"/>
              <a:t>docstring</a:t>
            </a:r>
            <a:r>
              <a:rPr lang="es-ES" noProof="0" dirty="0"/>
              <a:t>)</a:t>
            </a:r>
          </a:p>
          <a:p>
            <a:r>
              <a:rPr lang="es-ES" b="1" dirty="0"/>
              <a:t>Ejercicios</a:t>
            </a:r>
            <a:r>
              <a:rPr lang="es-ES" dirty="0"/>
              <a:t>: para hacer en casa y al final de la clase</a:t>
            </a:r>
            <a:endParaRPr lang="es-ES" noProof="0" dirty="0"/>
          </a:p>
          <a:p>
            <a:endParaRPr lang="es-ES" noProof="0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7711647D-284F-851E-6F28-7EF20266E1E5}"/>
              </a:ext>
            </a:extLst>
          </p:cNvPr>
          <p:cNvSpPr/>
          <p:nvPr/>
        </p:nvSpPr>
        <p:spPr>
          <a:xfrm>
            <a:off x="7787282" y="2194157"/>
            <a:ext cx="179881" cy="1404392"/>
          </a:xfrm>
          <a:prstGeom prst="rightBrac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5AE22-4FF1-CAF3-59E6-9E786D353702}"/>
              </a:ext>
            </a:extLst>
          </p:cNvPr>
          <p:cNvSpPr txBox="1"/>
          <p:nvPr/>
        </p:nvSpPr>
        <p:spPr>
          <a:xfrm>
            <a:off x="7967163" y="2296188"/>
            <a:ext cx="2228752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2400" noProof="0" dirty="0">
                <a:solidFill>
                  <a:srgbClr val="00B0F0"/>
                </a:solidFill>
              </a:rPr>
              <a:t>Combinando las ideas de la clase 1 y 2</a:t>
            </a:r>
          </a:p>
        </p:txBody>
      </p:sp>
    </p:spTree>
    <p:extLst>
      <p:ext uri="{BB962C8B-B14F-4D97-AF65-F5344CB8AC3E}">
        <p14:creationId xmlns:p14="http://schemas.microsoft.com/office/powerpoint/2010/main" val="1049834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5F890-AC25-9D2F-CB60-F41F17E51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7A639-063F-AB80-A0D0-9C4F6740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Aclaración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66D4179-4A94-F002-8753-1636742B63A7}"/>
              </a:ext>
            </a:extLst>
          </p:cNvPr>
          <p:cNvGrpSpPr/>
          <p:nvPr/>
        </p:nvGrpSpPr>
        <p:grpSpPr>
          <a:xfrm>
            <a:off x="1911350" y="1607050"/>
            <a:ext cx="8369300" cy="784317"/>
            <a:chOff x="1819275" y="1683250"/>
            <a:chExt cx="8369300" cy="7843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D240A25-84EF-6370-AD83-113B163479EE}"/>
                    </a:ext>
                  </a:extLst>
                </p:cNvPr>
                <p:cNvSpPr txBox="1"/>
                <p:nvPr/>
              </p:nvSpPr>
              <p:spPr>
                <a:xfrm>
                  <a:off x="1819275" y="1690688"/>
                  <a:ext cx="927100" cy="769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4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44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4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s-ES" sz="4400" noProof="0" dirty="0"/>
                    <a:t> </a:t>
                  </a:r>
                  <a:endParaRPr lang="es-ES" noProof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D240A25-84EF-6370-AD83-113B16347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9275" y="1690688"/>
                  <a:ext cx="927100" cy="76944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517DA56-7BFB-7702-7B7E-D1FD82896081}"/>
                    </a:ext>
                  </a:extLst>
                </p:cNvPr>
                <p:cNvSpPr txBox="1"/>
                <p:nvPr/>
              </p:nvSpPr>
              <p:spPr>
                <a:xfrm>
                  <a:off x="3679825" y="1690688"/>
                  <a:ext cx="927100" cy="769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4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44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44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a14:m>
                  <a:r>
                    <a:rPr lang="es-ES" sz="4400" noProof="0" dirty="0"/>
                    <a:t> </a:t>
                  </a:r>
                  <a:endParaRPr lang="es-ES" noProof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517DA56-7BFB-7702-7B7E-D1FD828960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9825" y="1690688"/>
                  <a:ext cx="927100" cy="76944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1C75934-3B43-0216-8B96-AE9880F093E6}"/>
                    </a:ext>
                  </a:extLst>
                </p:cNvPr>
                <p:cNvSpPr txBox="1"/>
                <p:nvPr/>
              </p:nvSpPr>
              <p:spPr>
                <a:xfrm>
                  <a:off x="5540375" y="1690688"/>
                  <a:ext cx="927100" cy="77687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ad>
                          <m:radPr>
                            <m:ctrlPr>
                              <a:rPr lang="es-ES" sz="4400" i="1" noProof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s-ES" sz="44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g>
                          <m:e>
                            <m:r>
                              <a:rPr lang="es-ES" sz="4400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oMath>
                    </m:oMathPara>
                  </a14:m>
                  <a:endParaRPr lang="es-ES" noProof="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1C75934-3B43-0216-8B96-AE9880F093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0375" y="1690688"/>
                  <a:ext cx="927100" cy="77687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B53C1EA-AE6F-1D97-6E05-B30B15D11C09}"/>
                    </a:ext>
                  </a:extLst>
                </p:cNvPr>
                <p:cNvSpPr txBox="1"/>
                <p:nvPr/>
              </p:nvSpPr>
              <p:spPr>
                <a:xfrm>
                  <a:off x="7400925" y="1683250"/>
                  <a:ext cx="927100" cy="77687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ad>
                          <m:radPr>
                            <m:ctrlPr>
                              <a:rPr lang="es-ES" sz="4400" b="0" i="1" noProof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es-ES" sz="4400" b="0" i="1" noProof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s-ES" sz="4400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oMath>
                    </m:oMathPara>
                  </a14:m>
                  <a:endParaRPr lang="es-ES" noProof="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B53C1EA-AE6F-1D97-6E05-B30B15D11C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0925" y="1683250"/>
                  <a:ext cx="927100" cy="77687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FEC06BC-0E49-48C1-B2CE-64F7C50DEE21}"/>
                    </a:ext>
                  </a:extLst>
                </p:cNvPr>
                <p:cNvSpPr txBox="1"/>
                <p:nvPr/>
              </p:nvSpPr>
              <p:spPr>
                <a:xfrm>
                  <a:off x="9261475" y="1683250"/>
                  <a:ext cx="927100" cy="77687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s-ES" sz="4400" i="1" noProof="0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s-ES" noProof="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FEC06BC-0E49-48C1-B2CE-64F7C50DEE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1475" y="1683250"/>
                  <a:ext cx="927100" cy="77687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Left Brace 13">
            <a:extLst>
              <a:ext uri="{FF2B5EF4-FFF2-40B4-BE49-F238E27FC236}">
                <a16:creationId xmlns:a16="http://schemas.microsoft.com/office/drawing/2014/main" id="{4F48854B-5577-7287-4C0F-913F320A6BFA}"/>
              </a:ext>
            </a:extLst>
          </p:cNvPr>
          <p:cNvSpPr/>
          <p:nvPr/>
        </p:nvSpPr>
        <p:spPr>
          <a:xfrm rot="16200000">
            <a:off x="5934572" y="-1500092"/>
            <a:ext cx="322858" cy="8105776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E0AEF6-D004-7EF1-A5DA-5F54CF31C108}"/>
              </a:ext>
            </a:extLst>
          </p:cNvPr>
          <p:cNvSpPr txBox="1"/>
          <p:nvPr/>
        </p:nvSpPr>
        <p:spPr>
          <a:xfrm>
            <a:off x="3732193" y="2798913"/>
            <a:ext cx="4727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Veremos </a:t>
            </a:r>
            <a:r>
              <a:rPr lang="es-ES" b="1" noProof="0" dirty="0"/>
              <a:t>código super ineficiente</a:t>
            </a:r>
          </a:p>
          <a:p>
            <a:pPr algn="ctr"/>
            <a:r>
              <a:rPr lang="es-ES" dirty="0"/>
              <a:t>para calcular</a:t>
            </a:r>
            <a:r>
              <a:rPr lang="es-ES" noProof="0" dirty="0"/>
              <a:t> estas operaciones matemáticas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BB1B8F-E8E8-BB82-8DCB-637EC16FE8CD}"/>
              </a:ext>
            </a:extLst>
          </p:cNvPr>
          <p:cNvSpPr txBox="1"/>
          <p:nvPr/>
        </p:nvSpPr>
        <p:spPr>
          <a:xfrm>
            <a:off x="3184893" y="3864376"/>
            <a:ext cx="582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Son solo ejemplos para entender lógica de programación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2582219-062B-FF01-A9C0-DA92AAE84072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6096043" y="3445244"/>
            <a:ext cx="3" cy="419132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378CA27-B9FA-C90F-CA43-22758AA46F66}"/>
              </a:ext>
            </a:extLst>
          </p:cNvPr>
          <p:cNvCxnSpPr>
            <a:cxnSpLocks/>
            <a:stCxn id="18" idx="2"/>
            <a:endCxn id="28" idx="7"/>
          </p:cNvCxnSpPr>
          <p:nvPr/>
        </p:nvCxnSpPr>
        <p:spPr>
          <a:xfrm flipH="1">
            <a:off x="4026679" y="4233708"/>
            <a:ext cx="2069364" cy="65162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4AFB95C-2F82-9436-D8C4-EB5A0CF93D30}"/>
              </a:ext>
            </a:extLst>
          </p:cNvPr>
          <p:cNvSpPr txBox="1"/>
          <p:nvPr/>
        </p:nvSpPr>
        <p:spPr>
          <a:xfrm>
            <a:off x="2215828" y="4705139"/>
            <a:ext cx="2121544" cy="123044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 algn="ctr"/>
            <a:r>
              <a:rPr lang="es-ES" noProof="0" dirty="0"/>
              <a:t>¿Como </a:t>
            </a:r>
            <a:r>
              <a:rPr lang="es-ES" b="1" noProof="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modificar</a:t>
            </a:r>
          </a:p>
          <a:p>
            <a:pPr algn="ctr"/>
            <a:r>
              <a:rPr lang="es-ES" noProof="0" dirty="0"/>
              <a:t>código para hacerlo</a:t>
            </a:r>
          </a:p>
          <a:p>
            <a:pPr algn="ctr"/>
            <a:r>
              <a:rPr lang="es-ES" noProof="0" dirty="0"/>
              <a:t>más eficiente?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5A3107-836C-184F-1E69-50EA3FE25C74}"/>
              </a:ext>
            </a:extLst>
          </p:cNvPr>
          <p:cNvSpPr txBox="1"/>
          <p:nvPr/>
        </p:nvSpPr>
        <p:spPr>
          <a:xfrm>
            <a:off x="5035228" y="4951027"/>
            <a:ext cx="2121544" cy="123044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 algn="ctr"/>
            <a:r>
              <a:rPr lang="es-ES" noProof="0" dirty="0"/>
              <a:t>¿Cuales son las</a:t>
            </a:r>
          </a:p>
          <a:p>
            <a:pPr algn="ctr"/>
            <a:r>
              <a:rPr lang="es-ES" b="1" noProof="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consecuencias</a:t>
            </a:r>
            <a:r>
              <a:rPr lang="es-ES" noProof="0" dirty="0"/>
              <a:t> de</a:t>
            </a:r>
          </a:p>
          <a:p>
            <a:pPr algn="ctr"/>
            <a:r>
              <a:rPr lang="es-ES" noProof="0" dirty="0"/>
              <a:t>modificarlo?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42EA35-01CC-D401-8992-9A145F218521}"/>
              </a:ext>
            </a:extLst>
          </p:cNvPr>
          <p:cNvSpPr txBox="1"/>
          <p:nvPr/>
        </p:nvSpPr>
        <p:spPr>
          <a:xfrm>
            <a:off x="7854628" y="4705139"/>
            <a:ext cx="2121544" cy="1230440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 algn="ctr"/>
            <a:r>
              <a:rPr lang="es-ES" noProof="0" dirty="0"/>
              <a:t>¿Cuales son los</a:t>
            </a:r>
          </a:p>
          <a:p>
            <a:pPr algn="ctr"/>
            <a:r>
              <a:rPr lang="es-ES" b="1" noProof="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algoritmos</a:t>
            </a:r>
            <a:r>
              <a:rPr lang="es-ES" noProof="0" dirty="0"/>
              <a:t> que ya</a:t>
            </a:r>
          </a:p>
          <a:p>
            <a:pPr algn="ctr"/>
            <a:r>
              <a:rPr lang="es-ES" noProof="0" dirty="0"/>
              <a:t>existen?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1B05E52-CFE7-5E9F-2D93-CFC43157400D}"/>
              </a:ext>
            </a:extLst>
          </p:cNvPr>
          <p:cNvCxnSpPr>
            <a:cxnSpLocks/>
            <a:stCxn id="18" idx="2"/>
            <a:endCxn id="31" idx="0"/>
          </p:cNvCxnSpPr>
          <p:nvPr/>
        </p:nvCxnSpPr>
        <p:spPr>
          <a:xfrm flipH="1">
            <a:off x="6096000" y="4233708"/>
            <a:ext cx="43" cy="717319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7FB3D11-44F1-8E88-7F83-C6798097A858}"/>
              </a:ext>
            </a:extLst>
          </p:cNvPr>
          <p:cNvCxnSpPr>
            <a:cxnSpLocks/>
            <a:stCxn id="18" idx="2"/>
            <a:endCxn id="32" idx="1"/>
          </p:cNvCxnSpPr>
          <p:nvPr/>
        </p:nvCxnSpPr>
        <p:spPr>
          <a:xfrm>
            <a:off x="6096043" y="4233708"/>
            <a:ext cx="2069278" cy="65162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F06202-90D4-B8F7-FDD9-3DE20A15105B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6096046" y="2573518"/>
            <a:ext cx="0" cy="22539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950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8" grpId="0" animBg="1"/>
      <p:bldP spid="31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FBF2-8D20-5F5E-587F-ED2D09CD6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2418-6868-61DB-96EB-7E2DDE20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Aclaración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8901C5-FDD0-35F6-D8BE-0BD602F65BED}"/>
              </a:ext>
            </a:extLst>
          </p:cNvPr>
          <p:cNvGrpSpPr/>
          <p:nvPr/>
        </p:nvGrpSpPr>
        <p:grpSpPr>
          <a:xfrm>
            <a:off x="1911350" y="1607050"/>
            <a:ext cx="8369300" cy="784317"/>
            <a:chOff x="1819275" y="1683250"/>
            <a:chExt cx="8369300" cy="7843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DB417BB-0BBB-7AE7-EDE4-F7720C49664E}"/>
                    </a:ext>
                  </a:extLst>
                </p:cNvPr>
                <p:cNvSpPr txBox="1"/>
                <p:nvPr/>
              </p:nvSpPr>
              <p:spPr>
                <a:xfrm>
                  <a:off x="1819275" y="1690688"/>
                  <a:ext cx="927100" cy="769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4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44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4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s-ES" sz="4400" noProof="0" dirty="0"/>
                    <a:t> </a:t>
                  </a:r>
                  <a:endParaRPr lang="es-ES" noProof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DB417BB-0BBB-7AE7-EDE4-F7720C4966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9275" y="1690688"/>
                  <a:ext cx="927100" cy="76944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38E600-BEC1-B36E-FF07-73B7B0876DB2}"/>
                    </a:ext>
                  </a:extLst>
                </p:cNvPr>
                <p:cNvSpPr txBox="1"/>
                <p:nvPr/>
              </p:nvSpPr>
              <p:spPr>
                <a:xfrm>
                  <a:off x="3679825" y="1690688"/>
                  <a:ext cx="927100" cy="769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4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44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44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a14:m>
                  <a:r>
                    <a:rPr lang="es-ES" sz="4400" noProof="0" dirty="0"/>
                    <a:t> </a:t>
                  </a:r>
                  <a:endParaRPr lang="es-ES" noProof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38E600-BEC1-B36E-FF07-73B7B0876D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9825" y="1690688"/>
                  <a:ext cx="927100" cy="76944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168EC67-491D-8904-D542-1C3B14EC3681}"/>
                    </a:ext>
                  </a:extLst>
                </p:cNvPr>
                <p:cNvSpPr txBox="1"/>
                <p:nvPr/>
              </p:nvSpPr>
              <p:spPr>
                <a:xfrm>
                  <a:off x="5540375" y="1690688"/>
                  <a:ext cx="927100" cy="77687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ad>
                          <m:radPr>
                            <m:ctrlPr>
                              <a:rPr lang="es-ES" sz="4400" i="1" noProof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s-ES" sz="44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g>
                          <m:e>
                            <m:r>
                              <a:rPr lang="es-ES" sz="4400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oMath>
                    </m:oMathPara>
                  </a14:m>
                  <a:endParaRPr lang="es-ES" noProof="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168EC67-491D-8904-D542-1C3B14EC3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0375" y="1690688"/>
                  <a:ext cx="927100" cy="77687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0535B66-658C-55B3-DC50-0F9AE44834ED}"/>
                    </a:ext>
                  </a:extLst>
                </p:cNvPr>
                <p:cNvSpPr txBox="1"/>
                <p:nvPr/>
              </p:nvSpPr>
              <p:spPr>
                <a:xfrm>
                  <a:off x="7400925" y="1683250"/>
                  <a:ext cx="927100" cy="77687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ad>
                          <m:radPr>
                            <m:ctrlPr>
                              <a:rPr lang="es-ES" sz="4400" b="0" i="1" noProof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es-ES" sz="4400" b="0" i="1" noProof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s-ES" sz="4400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oMath>
                    </m:oMathPara>
                  </a14:m>
                  <a:endParaRPr lang="es-ES" noProof="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0535B66-658C-55B3-DC50-0F9AE44834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0925" y="1683250"/>
                  <a:ext cx="927100" cy="77687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3898DC6-79CD-5816-61AC-7682A6085C33}"/>
                    </a:ext>
                  </a:extLst>
                </p:cNvPr>
                <p:cNvSpPr txBox="1"/>
                <p:nvPr/>
              </p:nvSpPr>
              <p:spPr>
                <a:xfrm>
                  <a:off x="9261475" y="1683250"/>
                  <a:ext cx="927100" cy="77687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s-ES" sz="4400" i="1" noProof="0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s-ES" noProof="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3898DC6-79CD-5816-61AC-7682A6085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1475" y="1683250"/>
                  <a:ext cx="927100" cy="77687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Left Brace 13">
            <a:extLst>
              <a:ext uri="{FF2B5EF4-FFF2-40B4-BE49-F238E27FC236}">
                <a16:creationId xmlns:a16="http://schemas.microsoft.com/office/drawing/2014/main" id="{C87C0407-46DE-A86A-EB65-F0813EEE672C}"/>
              </a:ext>
            </a:extLst>
          </p:cNvPr>
          <p:cNvSpPr/>
          <p:nvPr/>
        </p:nvSpPr>
        <p:spPr>
          <a:xfrm rot="16200000">
            <a:off x="5934572" y="-1500092"/>
            <a:ext cx="322858" cy="8105776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7BA493E-07BF-76B0-78DA-DD35B839894F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6096000" y="2714225"/>
            <a:ext cx="1" cy="175617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B64C1D8-6B50-0D84-F139-2733812A196C}"/>
              </a:ext>
            </a:extLst>
          </p:cNvPr>
          <p:cNvSpPr txBox="1"/>
          <p:nvPr/>
        </p:nvSpPr>
        <p:spPr>
          <a:xfrm>
            <a:off x="1661631" y="4470400"/>
            <a:ext cx="8868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noProof="0" dirty="0"/>
              <a:t>Luego extrapolamos a ejemplos biológicos relacionados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12D6A5-F054-21D2-4512-F20AFFE27DC3}"/>
                  </a:ext>
                </a:extLst>
              </p:cNvPr>
              <p:cNvSpPr txBox="1"/>
              <p:nvPr/>
            </p:nvSpPr>
            <p:spPr>
              <a:xfrm>
                <a:off x="4902200" y="5218111"/>
                <a:ext cx="2387600" cy="47545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2400" b="1" i="1" noProof="0" smtClean="0"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s-ES" sz="2400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noProof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ES" sz="2400" b="1" i="0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 noProof="0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ES" sz="2400" b="1" i="0" noProof="0" smtClean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noProof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s-ES" sz="2400" b="1" noProof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12D6A5-F054-21D2-4512-F20AFFE27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200" y="5218111"/>
                <a:ext cx="2387600" cy="4754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40C5569-C23F-A4CE-70F2-8DE2B381F00C}"/>
              </a:ext>
            </a:extLst>
          </p:cNvPr>
          <p:cNvGrpSpPr/>
          <p:nvPr/>
        </p:nvGrpSpPr>
        <p:grpSpPr>
          <a:xfrm>
            <a:off x="7493000" y="5250950"/>
            <a:ext cx="674286" cy="340804"/>
            <a:chOff x="7702717" y="2138490"/>
            <a:chExt cx="674286" cy="340804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9B56636-D5EB-251E-A8FB-388EADAFEF04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1591053-238D-FEB6-E3E1-1D045050E1B5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4D3AE38-5E6F-1485-CEA2-F0CD17C9B669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D626F60-1F46-5A43-9A9B-03CF7DB574BC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F8119AC-E295-7304-2386-892CB9419DBD}"/>
              </a:ext>
            </a:extLst>
          </p:cNvPr>
          <p:cNvGrpSpPr/>
          <p:nvPr/>
        </p:nvGrpSpPr>
        <p:grpSpPr>
          <a:xfrm rot="21295528">
            <a:off x="8042822" y="5181341"/>
            <a:ext cx="547272" cy="332704"/>
            <a:chOff x="2616513" y="2273732"/>
            <a:chExt cx="547272" cy="33270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9A87271-2BAE-AF2E-49D2-AAA268625867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5B897D2-2300-A70A-FE8F-11B51452EE2A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A96CF2-6572-9630-C1A4-304EF2CF32B9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0314238-CDDE-FF7A-8367-E8ECAF528F01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E588834-C0D2-5638-CB1F-8AD07BB3FAAE}"/>
              </a:ext>
            </a:extLst>
          </p:cNvPr>
          <p:cNvGrpSpPr/>
          <p:nvPr/>
        </p:nvGrpSpPr>
        <p:grpSpPr>
          <a:xfrm rot="1328140">
            <a:off x="8075938" y="5431958"/>
            <a:ext cx="433812" cy="332704"/>
            <a:chOff x="7839715" y="2553300"/>
            <a:chExt cx="433812" cy="3327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B991586-B8FB-518F-7C3A-A9B5A9D833E5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97ED15E-BE50-6043-58C6-745295667886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2E6A943-6840-BE38-0F15-E14F57E32086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681C14F-1ADF-88B2-58DA-345C2B84AC3B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E94EA5-23B4-8CD9-ED66-7F83134F61D3}"/>
              </a:ext>
            </a:extLst>
          </p:cNvPr>
          <p:cNvGrpSpPr/>
          <p:nvPr/>
        </p:nvGrpSpPr>
        <p:grpSpPr>
          <a:xfrm>
            <a:off x="7812111" y="5508300"/>
            <a:ext cx="433812" cy="332704"/>
            <a:chOff x="9309655" y="2557406"/>
            <a:chExt cx="433812" cy="33270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568F7B4-11DC-C128-ECF3-A9568DA8EDBA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5F9CA4-395A-FB61-3A50-47392A79BE2C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7E50825-3E48-07FE-B2A8-7D6F0626C0DB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AE5CD44-04E9-2B3C-EB3C-7110453CA7B0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794719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B5860-F832-31BA-359A-4128053A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E5BA7-9C39-8A45-48AF-05E913138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Parte 0</a:t>
            </a:r>
            <a:br>
              <a:rPr lang="es-ES" dirty="0"/>
            </a:br>
            <a:br>
              <a:rPr lang="es-ES" dirty="0"/>
            </a:br>
            <a:r>
              <a:rPr lang="es-ES" dirty="0"/>
              <a:t>Ambiente clase 3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A742F-0CD5-25E0-1EA2-C4E6E5CD5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>
                <a:latin typeface="Consolas" panose="020B0609020204030204" pitchFamily="49" charset="0"/>
              </a:rPr>
              <a:t>conda </a:t>
            </a:r>
            <a:r>
              <a:rPr lang="es-ES" dirty="0" err="1">
                <a:latin typeface="Consolas" panose="020B0609020204030204" pitchFamily="49" charset="0"/>
              </a:rPr>
              <a:t>create</a:t>
            </a:r>
            <a:r>
              <a:rPr lang="es-ES" dirty="0">
                <a:latin typeface="Consolas" panose="020B0609020204030204" pitchFamily="49" charset="0"/>
              </a:rPr>
              <a:t> --</a:t>
            </a:r>
            <a:r>
              <a:rPr lang="es-ES" dirty="0" err="1">
                <a:latin typeface="Consolas" panose="020B0609020204030204" pitchFamily="49" charset="0"/>
              </a:rPr>
              <a:t>name</a:t>
            </a:r>
            <a:r>
              <a:rPr lang="es-ES" dirty="0">
                <a:latin typeface="Consolas" panose="020B0609020204030204" pitchFamily="49" charset="0"/>
              </a:rPr>
              <a:t> clase_3 </a:t>
            </a:r>
            <a:r>
              <a:rPr lang="es-ES" dirty="0" err="1">
                <a:latin typeface="Consolas" panose="020B0609020204030204" pitchFamily="49" charset="0"/>
              </a:rPr>
              <a:t>python</a:t>
            </a:r>
            <a:r>
              <a:rPr lang="es-ES" dirty="0">
                <a:latin typeface="Consolas" panose="020B0609020204030204" pitchFamily="49" charset="0"/>
              </a:rPr>
              <a:t>=3.14</a:t>
            </a:r>
          </a:p>
        </p:txBody>
      </p:sp>
    </p:spTree>
    <p:extLst>
      <p:ext uri="{BB962C8B-B14F-4D97-AF65-F5344CB8AC3E}">
        <p14:creationId xmlns:p14="http://schemas.microsoft.com/office/powerpoint/2010/main" val="2380743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B12D6D-7FE7-F592-1BAE-7C1751D18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Creemos y carguemos el entorno </a:t>
            </a:r>
            <a:r>
              <a:rPr lang="es-ES" b="1" noProof="0" dirty="0">
                <a:latin typeface="Consolas" panose="020B0609020204030204" pitchFamily="49" charset="0"/>
              </a:rPr>
              <a:t>clase_3</a:t>
            </a:r>
            <a:endParaRPr lang="es-E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19C46A-5898-C7DE-73C2-6B333992A5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41"/>
          <a:stretch>
            <a:fillRect/>
          </a:stretch>
        </p:blipFill>
        <p:spPr>
          <a:xfrm>
            <a:off x="2879747" y="1643063"/>
            <a:ext cx="2143424" cy="20813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Uso de la tecla de Windows para iniciar su experiencia en Windows">
            <a:extLst>
              <a:ext uri="{FF2B5EF4-FFF2-40B4-BE49-F238E27FC236}">
                <a16:creationId xmlns:a16="http://schemas.microsoft.com/office/drawing/2014/main" id="{9E099440-9650-0C48-2BA6-9F774DC951C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B"/>
              </a:clrFrom>
              <a:clrTo>
                <a:srgbClr val="F9F9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60118" y="2239266"/>
            <a:ext cx="1009650" cy="1009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253AFF-3F1D-D886-5DFB-9318CCE7E616}"/>
              </a:ext>
            </a:extLst>
          </p:cNvPr>
          <p:cNvSpPr txBox="1"/>
          <p:nvPr/>
        </p:nvSpPr>
        <p:spPr>
          <a:xfrm>
            <a:off x="1487381" y="1732060"/>
            <a:ext cx="115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Windows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7DED2D-1A74-96B6-A153-F9996CB4033B}"/>
              </a:ext>
            </a:extLst>
          </p:cNvPr>
          <p:cNvSpPr/>
          <p:nvPr/>
        </p:nvSpPr>
        <p:spPr>
          <a:xfrm>
            <a:off x="2877913" y="3000376"/>
            <a:ext cx="1956592" cy="614698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640E85-FE7A-39EC-86E8-3EEB22841B0C}"/>
              </a:ext>
            </a:extLst>
          </p:cNvPr>
          <p:cNvSpPr txBox="1"/>
          <p:nvPr/>
        </p:nvSpPr>
        <p:spPr>
          <a:xfrm>
            <a:off x="8038842" y="1530906"/>
            <a:ext cx="627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Mac</a:t>
            </a:r>
          </a:p>
        </p:txBody>
      </p:sp>
      <p:pic>
        <p:nvPicPr>
          <p:cNvPr id="16" name="Picture 15" descr="Search Your Mac: Command Spacebar - Teacher Tech with Alice Keeler">
            <a:extLst>
              <a:ext uri="{FF2B5EF4-FFF2-40B4-BE49-F238E27FC236}">
                <a16:creationId xmlns:a16="http://schemas.microsoft.com/office/drawing/2014/main" id="{FD47800A-F7B8-E7F0-A597-C2E097A90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339" y="1997263"/>
            <a:ext cx="1490102" cy="138411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9E84A18-9572-CAA8-EC55-8C899E161A96}"/>
              </a:ext>
            </a:extLst>
          </p:cNvPr>
          <p:cNvSpPr txBox="1"/>
          <p:nvPr/>
        </p:nvSpPr>
        <p:spPr>
          <a:xfrm>
            <a:off x="1813699" y="3921196"/>
            <a:ext cx="3007432" cy="4086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Buscar</a:t>
            </a:r>
            <a:r>
              <a:rPr lang="es-ES" noProof="0" dirty="0"/>
              <a:t>: </a:t>
            </a:r>
            <a:r>
              <a:rPr lang="es-ES" b="1" noProof="0" dirty="0"/>
              <a:t>Anaconda </a:t>
            </a:r>
            <a:r>
              <a:rPr lang="es-ES" b="1" noProof="0" dirty="0" err="1"/>
              <a:t>Prompt</a:t>
            </a:r>
            <a:endParaRPr lang="es-ES" b="1" noProof="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0FA1657-FD7B-8E20-9153-B7E2587CD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118" y="4583075"/>
            <a:ext cx="3439914" cy="192843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0A44B78-8A9F-48A5-A82A-444D163A49A8}"/>
              </a:ext>
            </a:extLst>
          </p:cNvPr>
          <p:cNvSpPr txBox="1"/>
          <p:nvPr/>
        </p:nvSpPr>
        <p:spPr>
          <a:xfrm>
            <a:off x="7348905" y="3382293"/>
            <a:ext cx="2016828" cy="4086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Buscar</a:t>
            </a:r>
            <a:r>
              <a:rPr lang="es-ES" noProof="0" dirty="0"/>
              <a:t>: </a:t>
            </a:r>
            <a:r>
              <a:rPr lang="es-ES" b="1" noProof="0" dirty="0"/>
              <a:t>Terminal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540BE3-8433-6D3C-A8E2-1BBA155CB3A6}"/>
              </a:ext>
            </a:extLst>
          </p:cNvPr>
          <p:cNvCxnSpPr/>
          <p:nvPr/>
        </p:nvCxnSpPr>
        <p:spPr>
          <a:xfrm>
            <a:off x="5535388" y="1530906"/>
            <a:ext cx="0" cy="4980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DF2CF8F-1785-B3FB-4F69-DA3F7A6014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1924" y="4198278"/>
            <a:ext cx="4788250" cy="227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65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8776163-7BEE-2B14-5E54-E4C89A231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685" y="3994201"/>
            <a:ext cx="9697803" cy="2457793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6C98F4-53D2-4BD5-6D42-2691B54A96B5}"/>
              </a:ext>
            </a:extLst>
          </p:cNvPr>
          <p:cNvSpPr txBox="1"/>
          <p:nvPr/>
        </p:nvSpPr>
        <p:spPr>
          <a:xfrm>
            <a:off x="2689839" y="3876508"/>
            <a:ext cx="3670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noProof="0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Python </a:t>
            </a:r>
            <a:r>
              <a:rPr lang="es-ES" sz="3200" b="1" noProof="0" dirty="0" err="1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interpreter</a:t>
            </a:r>
            <a:endParaRPr lang="es-ES" sz="3200" b="1" noProof="0" dirty="0">
              <a:ln w="3175">
                <a:solidFill>
                  <a:schemeClr val="tx1"/>
                </a:solidFill>
              </a:ln>
              <a:solidFill>
                <a:schemeClr val="accent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9383C6-FD8F-D486-A842-C712C326401A}"/>
              </a:ext>
            </a:extLst>
          </p:cNvPr>
          <p:cNvSpPr txBox="1"/>
          <p:nvPr/>
        </p:nvSpPr>
        <p:spPr>
          <a:xfrm>
            <a:off x="3453263" y="5693320"/>
            <a:ext cx="73771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noProof="0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Buscamos .../</a:t>
            </a:r>
            <a:r>
              <a:rPr lang="es-ES" sz="3200" b="1" noProof="0" dirty="0" err="1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envs</a:t>
            </a:r>
            <a:r>
              <a:rPr lang="es-ES" sz="3200" b="1" noProof="0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/</a:t>
            </a:r>
            <a:r>
              <a:rPr lang="es-ES" sz="3200" b="1" noProof="0" dirty="0">
                <a:ln w="3175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clase_3</a:t>
            </a:r>
            <a:r>
              <a:rPr lang="es-ES" sz="3200" b="1" noProof="0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/python.exe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AE0903-4DC2-F18F-42D2-A0FACE4559D9}"/>
              </a:ext>
            </a:extLst>
          </p:cNvPr>
          <p:cNvCxnSpPr>
            <a:cxnSpLocks/>
          </p:cNvCxnSpPr>
          <p:nvPr/>
        </p:nvCxnSpPr>
        <p:spPr>
          <a:xfrm flipV="1">
            <a:off x="2504412" y="4364554"/>
            <a:ext cx="739775" cy="1827439"/>
          </a:xfrm>
          <a:prstGeom prst="line">
            <a:avLst/>
          </a:prstGeom>
          <a:ln w="28575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7E848C6-91B1-FB76-6B86-ECB87D55AC2B}"/>
              </a:ext>
            </a:extLst>
          </p:cNvPr>
          <p:cNvCxnSpPr>
            <a:cxnSpLocks/>
          </p:cNvCxnSpPr>
          <p:nvPr/>
        </p:nvCxnSpPr>
        <p:spPr>
          <a:xfrm flipH="1">
            <a:off x="9891730" y="5525697"/>
            <a:ext cx="217714" cy="290285"/>
          </a:xfrm>
          <a:prstGeom prst="line">
            <a:avLst/>
          </a:prstGeom>
          <a:ln w="28575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354A1A0-C6AE-7EA5-9F34-ACB415D2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Creemos y carguemos el entorno </a:t>
            </a:r>
            <a:r>
              <a:rPr lang="es-ES" b="1" noProof="0" dirty="0">
                <a:latin typeface="Consolas" panose="020B0609020204030204" pitchFamily="49" charset="0"/>
              </a:rPr>
              <a:t>clase_3</a:t>
            </a:r>
            <a:endParaRPr lang="es-E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FF8BE3-1FDE-5F89-F6FC-CA1BDB97A9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688"/>
          <a:stretch>
            <a:fillRect/>
          </a:stretch>
        </p:blipFill>
        <p:spPr>
          <a:xfrm>
            <a:off x="4376043" y="1614488"/>
            <a:ext cx="3439914" cy="95095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7C4FF1B-A419-671A-F20F-1DFE8609B484}"/>
              </a:ext>
            </a:extLst>
          </p:cNvPr>
          <p:cNvSpPr/>
          <p:nvPr/>
        </p:nvSpPr>
        <p:spPr>
          <a:xfrm>
            <a:off x="4343400" y="1984413"/>
            <a:ext cx="575568" cy="381000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0C1380-7B20-18F8-4787-BBD3C503CA0C}"/>
              </a:ext>
            </a:extLst>
          </p:cNvPr>
          <p:cNvSpPr txBox="1"/>
          <p:nvPr/>
        </p:nvSpPr>
        <p:spPr>
          <a:xfrm>
            <a:off x="7839075" y="1990247"/>
            <a:ext cx="1798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noProof="0" dirty="0">
                <a:solidFill>
                  <a:srgbClr val="C00000"/>
                </a:solidFill>
              </a:rPr>
              <a:t>Ambiente</a:t>
            </a:r>
            <a:r>
              <a:rPr lang="es-ES" b="1" i="1" noProof="0" dirty="0">
                <a:solidFill>
                  <a:srgbClr val="C00000"/>
                </a:solidFill>
              </a:rPr>
              <a:t> BASE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FC3AC2-D252-C766-43D9-86FDA047A9D7}"/>
              </a:ext>
            </a:extLst>
          </p:cNvPr>
          <p:cNvSpPr txBox="1"/>
          <p:nvPr/>
        </p:nvSpPr>
        <p:spPr>
          <a:xfrm>
            <a:off x="3048000" y="2639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s-ES" sz="1800" b="0" u="none" strike="noStrike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conda </a:t>
            </a:r>
            <a:r>
              <a:rPr lang="es-ES" sz="1800" b="0" u="none" strike="noStrike" noProof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s-ES" sz="1800" b="0" u="none" strike="noStrike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--</a:t>
            </a:r>
            <a:r>
              <a:rPr lang="es-ES" sz="1800" b="0" u="none" strike="noStrike" noProof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sz="1800" b="0" u="none" strike="noStrike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clase_3 </a:t>
            </a:r>
            <a:r>
              <a:rPr lang="es-ES" sz="1800" b="0" u="none" strike="noStrike" noProof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es-ES" sz="1800" b="0" u="none" strike="noStrike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=3.14</a:t>
            </a:r>
            <a:endParaRPr lang="es-ES" sz="1050" b="0" u="none" strike="noStrike" noProof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C0A25A-E7B7-7901-6D2B-451351D250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291"/>
          <a:stretch>
            <a:fillRect/>
          </a:stretch>
        </p:blipFill>
        <p:spPr>
          <a:xfrm>
            <a:off x="4376042" y="3200387"/>
            <a:ext cx="3439916" cy="390523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16B62C-012A-129E-4B1C-60E1CC97B1F7}"/>
              </a:ext>
            </a:extLst>
          </p:cNvPr>
          <p:cNvCxnSpPr>
            <a:cxnSpLocks/>
          </p:cNvCxnSpPr>
          <p:nvPr/>
        </p:nvCxnSpPr>
        <p:spPr>
          <a:xfrm>
            <a:off x="3033285" y="3390887"/>
            <a:ext cx="13101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393874F-0106-1373-8863-6CE89F5AAAC0}"/>
              </a:ext>
            </a:extLst>
          </p:cNvPr>
          <p:cNvSpPr txBox="1"/>
          <p:nvPr/>
        </p:nvSpPr>
        <p:spPr>
          <a:xfrm>
            <a:off x="585360" y="3206221"/>
            <a:ext cx="244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noProof="0" dirty="0"/>
              <a:t>Le decimos que si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39E599-2AC6-2741-9991-D53790310011}"/>
              </a:ext>
            </a:extLst>
          </p:cNvPr>
          <p:cNvSpPr txBox="1"/>
          <p:nvPr/>
        </p:nvSpPr>
        <p:spPr>
          <a:xfrm>
            <a:off x="419368" y="2639961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1º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E1D589-1D0F-4177-89AB-6620011AFBB8}"/>
              </a:ext>
            </a:extLst>
          </p:cNvPr>
          <p:cNvSpPr txBox="1"/>
          <p:nvPr/>
        </p:nvSpPr>
        <p:spPr>
          <a:xfrm>
            <a:off x="419368" y="3201375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2º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8A7BA01-6F31-A4BF-8DE8-DEE54E4C8E82}"/>
              </a:ext>
            </a:extLst>
          </p:cNvPr>
          <p:cNvCxnSpPr>
            <a:cxnSpLocks/>
          </p:cNvCxnSpPr>
          <p:nvPr/>
        </p:nvCxnSpPr>
        <p:spPr>
          <a:xfrm>
            <a:off x="3033285" y="2860262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E2BC7CF-C6A7-A693-11BF-3E9FB6E3AA55}"/>
              </a:ext>
            </a:extLst>
          </p:cNvPr>
          <p:cNvSpPr txBox="1"/>
          <p:nvPr/>
        </p:nvSpPr>
        <p:spPr>
          <a:xfrm>
            <a:off x="935377" y="2675596"/>
            <a:ext cx="2095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noProof="0" dirty="0"/>
              <a:t>Creamos ambiente</a:t>
            </a:r>
            <a:endParaRPr lang="es-ES" b="1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ED46BB-477B-8C69-EB12-5BE60001E7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6891" y="3405409"/>
            <a:ext cx="2581635" cy="1390844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00FFCA-EB1F-6E5E-72BC-00017070B0A0}"/>
              </a:ext>
            </a:extLst>
          </p:cNvPr>
          <p:cNvSpPr txBox="1"/>
          <p:nvPr/>
        </p:nvSpPr>
        <p:spPr>
          <a:xfrm>
            <a:off x="7553699" y="4713194"/>
            <a:ext cx="38927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noProof="0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Tools &gt; </a:t>
            </a:r>
            <a:r>
              <a:rPr lang="es-ES" sz="3200" b="1" noProof="0" dirty="0" err="1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Preferences</a:t>
            </a:r>
            <a:endParaRPr lang="es-ES" sz="3200" b="1" noProof="0" dirty="0">
              <a:ln w="3175">
                <a:solidFill>
                  <a:schemeClr val="tx1"/>
                </a:solidFill>
              </a:ln>
              <a:solidFill>
                <a:schemeClr val="accent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A24E13-827C-E669-5E29-C847C5B342BA}"/>
              </a:ext>
            </a:extLst>
          </p:cNvPr>
          <p:cNvSpPr txBox="1"/>
          <p:nvPr/>
        </p:nvSpPr>
        <p:spPr>
          <a:xfrm>
            <a:off x="7193699" y="4822947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3º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7CE2C9-7857-EED9-82A0-EBDD2401CCFA}"/>
              </a:ext>
            </a:extLst>
          </p:cNvPr>
          <p:cNvSpPr txBox="1"/>
          <p:nvPr/>
        </p:nvSpPr>
        <p:spPr>
          <a:xfrm>
            <a:off x="2329839" y="3994201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4º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825D0D-99E7-4DE8-4299-035A456B54A2}"/>
              </a:ext>
            </a:extLst>
          </p:cNvPr>
          <p:cNvSpPr txBox="1"/>
          <p:nvPr/>
        </p:nvSpPr>
        <p:spPr>
          <a:xfrm>
            <a:off x="3156040" y="5796557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5º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00588C6-A020-9538-1808-8B5A53DCC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515" y="6304061"/>
            <a:ext cx="4279876" cy="343042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3A4347-6E0D-6BAB-36DB-34438F4FD0B4}"/>
              </a:ext>
            </a:extLst>
          </p:cNvPr>
          <p:cNvSpPr txBox="1"/>
          <p:nvPr/>
        </p:nvSpPr>
        <p:spPr>
          <a:xfrm>
            <a:off x="9067800" y="6300955"/>
            <a:ext cx="226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260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2FC3021-E29D-F7AF-698A-3E3A40C4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420" y="5369023"/>
            <a:ext cx="3886742" cy="5715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ADC96C-C635-4AD7-175E-9E4D8FFF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Necesitamos</a:t>
            </a:r>
            <a:r>
              <a:rPr lang="en-US" dirty="0"/>
              <a:t> "kernels" para spyder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833AAF-FFB5-696B-A4DC-B22CD384C690}"/>
              </a:ext>
            </a:extLst>
          </p:cNvPr>
          <p:cNvSpPr/>
          <p:nvPr/>
        </p:nvSpPr>
        <p:spPr>
          <a:xfrm>
            <a:off x="1158834" y="5630608"/>
            <a:ext cx="923926" cy="381000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A63EC8-94E4-E011-693A-A7EDAD0A1093}"/>
              </a:ext>
            </a:extLst>
          </p:cNvPr>
          <p:cNvSpPr txBox="1"/>
          <p:nvPr/>
        </p:nvSpPr>
        <p:spPr>
          <a:xfrm>
            <a:off x="1430071" y="6040238"/>
            <a:ext cx="2044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solidFill>
                  <a:srgbClr val="C00000"/>
                </a:solidFill>
              </a:rPr>
              <a:t>Ambiente</a:t>
            </a:r>
            <a:r>
              <a:rPr lang="es-ES" b="1" i="1" dirty="0">
                <a:solidFill>
                  <a:srgbClr val="C00000"/>
                </a:solidFill>
              </a:rPr>
              <a:t> clase_3</a:t>
            </a:r>
            <a:endParaRPr lang="en-US" b="1" i="1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879C22-2D79-604B-A0BD-2ACDD120D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1325" y="1791463"/>
            <a:ext cx="6229348" cy="3193264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0830CC1A-219A-3A8E-A92F-9E61B93A4EB4}"/>
              </a:ext>
            </a:extLst>
          </p:cNvPr>
          <p:cNvSpPr/>
          <p:nvPr/>
        </p:nvSpPr>
        <p:spPr>
          <a:xfrm>
            <a:off x="4010024" y="4273522"/>
            <a:ext cx="2305051" cy="381000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28DF38-26DE-A502-5513-4B9D79213D16}"/>
              </a:ext>
            </a:extLst>
          </p:cNvPr>
          <p:cNvSpPr txBox="1"/>
          <p:nvPr/>
        </p:nvSpPr>
        <p:spPr>
          <a:xfrm>
            <a:off x="1711880" y="5019048"/>
            <a:ext cx="2827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i="1" dirty="0">
                <a:solidFill>
                  <a:srgbClr val="C00000"/>
                </a:solidFill>
              </a:rPr>
              <a:t>Activen ambiente</a:t>
            </a:r>
            <a:r>
              <a:rPr lang="es-ES" b="1" i="1" dirty="0">
                <a:solidFill>
                  <a:srgbClr val="C00000"/>
                </a:solidFill>
              </a:rPr>
              <a:t> clase_3:</a:t>
            </a:r>
            <a:endParaRPr lang="en-US" b="1" i="1" dirty="0">
              <a:solidFill>
                <a:srgbClr val="C00000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7E579E3-DA30-BA4C-9B80-F0D1BAC899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405"/>
          <a:stretch>
            <a:fillRect/>
          </a:stretch>
        </p:blipFill>
        <p:spPr>
          <a:xfrm>
            <a:off x="6095999" y="5521279"/>
            <a:ext cx="5068007" cy="231821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98B2ED7-B13F-B6AE-4F33-37DB19B02270}"/>
              </a:ext>
            </a:extLst>
          </p:cNvPr>
          <p:cNvCxnSpPr>
            <a:cxnSpLocks/>
          </p:cNvCxnSpPr>
          <p:nvPr/>
        </p:nvCxnSpPr>
        <p:spPr>
          <a:xfrm>
            <a:off x="6143625" y="4552950"/>
            <a:ext cx="2152650" cy="96832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4E9E84B-4749-D05F-F792-053E6200F9D9}"/>
              </a:ext>
            </a:extLst>
          </p:cNvPr>
          <p:cNvCxnSpPr>
            <a:cxnSpLocks/>
            <a:stCxn id="32" idx="1"/>
            <a:endCxn id="33" idx="7"/>
          </p:cNvCxnSpPr>
          <p:nvPr/>
        </p:nvCxnSpPr>
        <p:spPr>
          <a:xfrm flipH="1">
            <a:off x="4607408" y="1982778"/>
            <a:ext cx="698017" cy="24876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BB65C67-0F30-047A-85E1-A675F3433E42}"/>
              </a:ext>
            </a:extLst>
          </p:cNvPr>
          <p:cNvSpPr txBox="1"/>
          <p:nvPr/>
        </p:nvSpPr>
        <p:spPr>
          <a:xfrm>
            <a:off x="5305425" y="1598057"/>
            <a:ext cx="5337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noProof="0" dirty="0">
                <a:ln>
                  <a:solidFill>
                    <a:sysClr val="windowText" lastClr="000000"/>
                  </a:solidFill>
                </a:ln>
                <a:solidFill>
                  <a:srgbClr val="C00000"/>
                </a:solidFill>
              </a:rPr>
              <a:t>Reinicien la consola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1CF92F1-1373-66A1-72EB-3E45A4296853}"/>
              </a:ext>
            </a:extLst>
          </p:cNvPr>
          <p:cNvSpPr/>
          <p:nvPr/>
        </p:nvSpPr>
        <p:spPr>
          <a:xfrm>
            <a:off x="4452937" y="2205036"/>
            <a:ext cx="180974" cy="18097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19BA37-C05D-5614-D03E-5B32540ED5B6}"/>
              </a:ext>
            </a:extLst>
          </p:cNvPr>
          <p:cNvSpPr txBox="1"/>
          <p:nvPr/>
        </p:nvSpPr>
        <p:spPr>
          <a:xfrm>
            <a:off x="658200" y="5009023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1º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01B7DE-2EBA-F078-E4C1-32D969D710FA}"/>
              </a:ext>
            </a:extLst>
          </p:cNvPr>
          <p:cNvSpPr txBox="1"/>
          <p:nvPr/>
        </p:nvSpPr>
        <p:spPr>
          <a:xfrm>
            <a:off x="5614168" y="5161279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2º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5CDEB1-F94D-1B95-BE6D-15E050BB21B2}"/>
              </a:ext>
            </a:extLst>
          </p:cNvPr>
          <p:cNvSpPr txBox="1"/>
          <p:nvPr/>
        </p:nvSpPr>
        <p:spPr>
          <a:xfrm>
            <a:off x="10638237" y="1598057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3º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0D3877-4D7E-5D72-E58C-572DACF7F92E}"/>
              </a:ext>
            </a:extLst>
          </p:cNvPr>
          <p:cNvSpPr txBox="1"/>
          <p:nvPr/>
        </p:nvSpPr>
        <p:spPr>
          <a:xfrm>
            <a:off x="7719162" y="4979306"/>
            <a:ext cx="1660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i="1" dirty="0">
                <a:solidFill>
                  <a:srgbClr val="C00000"/>
                </a:solidFill>
              </a:rPr>
              <a:t>Copiar y pegar</a:t>
            </a:r>
            <a:endParaRPr lang="en-US" b="1" i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4197B-22DA-2CEC-87CA-FE287004E1DA}"/>
              </a:ext>
            </a:extLst>
          </p:cNvPr>
          <p:cNvSpPr txBox="1"/>
          <p:nvPr/>
        </p:nvSpPr>
        <p:spPr>
          <a:xfrm>
            <a:off x="4785610" y="5294238"/>
            <a:ext cx="226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95B73B-AA35-A9AA-7B08-2D6BB6C98D4E}"/>
              </a:ext>
            </a:extLst>
          </p:cNvPr>
          <p:cNvSpPr txBox="1"/>
          <p:nvPr/>
        </p:nvSpPr>
        <p:spPr>
          <a:xfrm>
            <a:off x="1698589" y="5639012"/>
            <a:ext cx="226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13452F-894F-5A90-5810-89824F6979AF}"/>
              </a:ext>
            </a:extLst>
          </p:cNvPr>
          <p:cNvSpPr txBox="1"/>
          <p:nvPr/>
        </p:nvSpPr>
        <p:spPr>
          <a:xfrm>
            <a:off x="6629401" y="5459130"/>
            <a:ext cx="226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122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CEEAB-73D4-7B6D-276E-F01F9D19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900B-480B-E914-9474-4E6B6CAAC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Deberían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</a:t>
            </a:r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rgbClr val="0CEE0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In[1]: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consola</a:t>
            </a:r>
            <a:endParaRPr lang="en-US" b="1" dirty="0">
              <a:ln>
                <a:solidFill>
                  <a:sysClr val="windowText" lastClr="000000"/>
                </a:solidFill>
              </a:ln>
              <a:solidFill>
                <a:srgbClr val="0CEE0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7E177-9D9C-4D39-3232-E9BAF7D03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252" y="2714625"/>
            <a:ext cx="9183496" cy="2247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7989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A5E14-851C-83C6-B93B-41DD7495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18515-C743-0C11-D842-84D50018A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noProof="0" dirty="0"/>
              <a:t>Parte I </a:t>
            </a:r>
            <a:br>
              <a:rPr lang="es-ES" noProof="0" dirty="0"/>
            </a:br>
            <a:br>
              <a:rPr lang="es-ES" noProof="0" dirty="0"/>
            </a:br>
            <a:r>
              <a:rPr lang="es-ES" noProof="0" dirty="0"/>
              <a:t>Algoritmos de "adivinar" y comprobar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F98F2-480D-8E96-648C-2724C9265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i="1" noProof="0" dirty="0" err="1">
                <a:latin typeface="+mj-lt"/>
              </a:rPr>
              <a:t>guess</a:t>
            </a:r>
            <a:r>
              <a:rPr lang="es-ES" i="1" noProof="0" dirty="0">
                <a:latin typeface="+mj-lt"/>
              </a:rPr>
              <a:t> and </a:t>
            </a:r>
            <a:r>
              <a:rPr lang="es-ES" i="1" noProof="0" dirty="0" err="1">
                <a:latin typeface="+mj-lt"/>
              </a:rPr>
              <a:t>check</a:t>
            </a:r>
            <a:endParaRPr lang="es-ES" i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40036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A0BD4-FCD2-90BA-94CA-84E3C135F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873043-0D90-B090-0FA4-3F5297086C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s-ES" noProof="0" dirty="0"/>
                  <a:t>Recapitulación de bucles: cálculo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1" i="1" noProof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noProof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b="1" i="1" noProof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ES" b="1" noProof="0" dirty="0"/>
                  <a:t> </a:t>
                </a:r>
                <a:endParaRPr lang="es-ES" b="1" baseline="30000" noProof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873043-0D90-B090-0FA4-3F5297086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38818B-8811-16EF-6C08-6D26BBC15121}"/>
                  </a:ext>
                </a:extLst>
              </p:cNvPr>
              <p:cNvSpPr txBox="1"/>
              <p:nvPr/>
            </p:nvSpPr>
            <p:spPr>
              <a:xfrm>
                <a:off x="3591981" y="1690688"/>
                <a:ext cx="500803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s-ES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800" b="0" i="1" noProof="0" smtClean="0">
                          <a:latin typeface="Cambria Math" panose="02040503050406030204" pitchFamily="18" charset="0"/>
                        </a:rPr>
                        <m:t>  =  </m:t>
                      </m:r>
                      <m:r>
                        <a:rPr lang="es-ES" sz="28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8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28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8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=  </m:t>
                      </m:r>
                      <m:r>
                        <a:rPr lang="es-ES" sz="28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800" b="0" i="1" noProof="0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s-ES" sz="28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sz="2800" noProof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38818B-8811-16EF-6C08-6D26BBC15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981" y="1690688"/>
                <a:ext cx="5008038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6A7D30-7CC0-205F-DE30-D908C6FEA673}"/>
                  </a:ext>
                </a:extLst>
              </p:cNvPr>
              <p:cNvSpPr txBox="1"/>
              <p:nvPr/>
            </p:nvSpPr>
            <p:spPr>
              <a:xfrm>
                <a:off x="6793897" y="2059999"/>
                <a:ext cx="12741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s-ES" sz="2800" b="0" i="1" noProof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" noProof="0" dirty="0">
                    <a:solidFill>
                      <a:srgbClr val="00B0F0"/>
                    </a:solidFill>
                  </a:rPr>
                  <a:t> veces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6A7D30-7CC0-205F-DE30-D908C6FEA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897" y="2059999"/>
                <a:ext cx="1274166" cy="523220"/>
              </a:xfrm>
              <a:prstGeom prst="rect">
                <a:avLst/>
              </a:prstGeom>
              <a:blipFill>
                <a:blip r:embed="rId4"/>
                <a:stretch>
                  <a:fillRect b="-12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Brace 10">
            <a:extLst>
              <a:ext uri="{FF2B5EF4-FFF2-40B4-BE49-F238E27FC236}">
                <a16:creationId xmlns:a16="http://schemas.microsoft.com/office/drawing/2014/main" id="{535E3307-E3B3-AB81-11D8-F5BE883BF83B}"/>
              </a:ext>
            </a:extLst>
          </p:cNvPr>
          <p:cNvSpPr/>
          <p:nvPr/>
        </p:nvSpPr>
        <p:spPr>
          <a:xfrm rot="5400000">
            <a:off x="7337317" y="1084153"/>
            <a:ext cx="187325" cy="2157396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54B0ED8-3649-7DAE-ABEE-D03A94B8B2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25670" y="2635014"/>
            <a:ext cx="7940660" cy="37523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BC42A9-23E6-2607-C8CA-C5D0D69CD27F}"/>
              </a:ext>
            </a:extLst>
          </p:cNvPr>
          <p:cNvSpPr txBox="1"/>
          <p:nvPr/>
        </p:nvSpPr>
        <p:spPr>
          <a:xfrm>
            <a:off x="7168829" y="2688035"/>
            <a:ext cx="2862380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c1_cuadrado_de_x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3500836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73356-89B6-4F21-27BB-C1BEC2AA7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26764-A7CD-BA8B-1C35-C00772912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¿Que pasa si </a:t>
            </a:r>
            <a:r>
              <a:rPr lang="es-ES" b="1" noProof="0" dirty="0"/>
              <a:t>x &lt; 0</a:t>
            </a:r>
            <a:r>
              <a:rPr lang="es-ES" noProof="0" dirty="0"/>
              <a:t>?</a:t>
            </a:r>
            <a:br>
              <a:rPr lang="es-ES" noProof="0" dirty="0"/>
            </a:br>
            <a:r>
              <a:rPr lang="es-ES" sz="2400" noProof="0" dirty="0"/>
              <a:t>(especificaciones)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EC727-7AB7-6787-4DF7-43FE5C63A8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5294" y="1757954"/>
            <a:ext cx="9341412" cy="44142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774F07-B960-A860-F82D-CC2ED90E3D28}"/>
              </a:ext>
            </a:extLst>
          </p:cNvPr>
          <p:cNvSpPr txBox="1"/>
          <p:nvPr/>
        </p:nvSpPr>
        <p:spPr>
          <a:xfrm>
            <a:off x="7838132" y="1839622"/>
            <a:ext cx="2862380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c1_cuadrado_de_x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2148337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B038C-2518-DCBD-BEA4-A36770EA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0091F9D-99C9-14F6-4F2B-B2F9927F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1 (</a:t>
            </a:r>
            <a:r>
              <a:rPr lang="es-ES" dirty="0"/>
              <a:t>para hacer en casa</a:t>
            </a:r>
            <a:r>
              <a:rPr lang="es-ES" noProof="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8F83C0-AB8E-D597-14BA-E712C7E2DD6B}"/>
                  </a:ext>
                </a:extLst>
              </p:cNvPr>
              <p:cNvSpPr txBox="1"/>
              <p:nvPr/>
            </p:nvSpPr>
            <p:spPr>
              <a:xfrm>
                <a:off x="967751" y="1690688"/>
                <a:ext cx="5501597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u="sng" noProof="0" dirty="0"/>
                  <a:t>Reescribir el programa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1" i="1" u="sng" noProof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u="sng" noProof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b="1" i="1" u="sng" noProof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ES" b="1" u="sng" noProof="0" dirty="0"/>
                  <a:t> </a:t>
                </a:r>
                <a:r>
                  <a:rPr lang="es-ES" u="sng" noProof="0" dirty="0"/>
                  <a:t>para que</a:t>
                </a:r>
                <a:r>
                  <a:rPr lang="es-ES" noProof="0" dirty="0"/>
                  <a:t>:</a:t>
                </a:r>
              </a:p>
              <a:p>
                <a:pPr algn="ctr"/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Tome como input cualquier entero </a:t>
                </a:r>
                <a14:m>
                  <m:oMath xmlns:m="http://schemas.openxmlformats.org/officeDocument/2006/math">
                    <m:r>
                      <a:rPr lang="es-ES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s-E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s-ES" noProof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s-ES" b="0" i="0" noProof="0" smtClean="0">
                        <a:latin typeface="Cambria Math" panose="02040503050406030204" pitchFamily="18" charset="0"/>
                      </a:rPr>
                      <m:t>&lt;+</m:t>
                    </m:r>
                    <m:r>
                      <a:rPr lang="es-ES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Calcule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 noProof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ES" noProof="0" dirty="0"/>
                  <a:t> y lo imprima</a:t>
                </a:r>
              </a:p>
              <a:p>
                <a:endParaRPr lang="es-ES" noProof="0" dirty="0"/>
              </a:p>
              <a:p>
                <a:pPr algn="ctr"/>
                <a:r>
                  <a:rPr lang="es-ES" u="sng" noProof="0" dirty="0"/>
                  <a:t>TIPS</a:t>
                </a:r>
                <a:r>
                  <a:rPr lang="es-ES" noProof="0" dirty="0"/>
                  <a:t>:</a:t>
                </a:r>
              </a:p>
              <a:p>
                <a:pPr algn="ctr"/>
                <a:endParaRPr lang="es-ES" noProof="0" dirty="0"/>
              </a:p>
              <a:p>
                <a:r>
                  <a:rPr lang="es-ES" noProof="0" dirty="0">
                    <a:solidFill>
                      <a:schemeClr val="bg2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# Bucles adentro de bucles</a:t>
                </a:r>
              </a:p>
              <a:p>
                <a:r>
                  <a:rPr lang="es-ES" noProof="0" dirty="0" err="1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for</a:t>
                </a:r>
                <a:r>
                  <a:rPr lang="es-ES" noProof="0" dirty="0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s-ES" noProof="0" dirty="0">
                    <a:latin typeface="Consolas" panose="020B0609020204030204" pitchFamily="49" charset="0"/>
                  </a:rPr>
                  <a:t>i</a:t>
                </a:r>
                <a:r>
                  <a:rPr lang="es-ES" noProof="0" dirty="0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 in </a:t>
                </a:r>
                <a:r>
                  <a:rPr lang="es-ES" noProof="0" dirty="0" err="1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range</a:t>
                </a:r>
                <a:r>
                  <a:rPr lang="es-ES" noProof="0" dirty="0">
                    <a:latin typeface="Consolas" panose="020B0609020204030204" pitchFamily="49" charset="0"/>
                  </a:rPr>
                  <a:t>(x)</a:t>
                </a:r>
                <a:r>
                  <a:rPr lang="es-ES" noProof="0" dirty="0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:</a:t>
                </a:r>
              </a:p>
              <a:p>
                <a:r>
                  <a:rPr lang="es-ES" noProof="0" dirty="0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	</a:t>
                </a:r>
                <a:r>
                  <a:rPr lang="es-ES" noProof="0" dirty="0" err="1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for</a:t>
                </a:r>
                <a:r>
                  <a:rPr lang="es-ES" noProof="0" dirty="0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s-ES" noProof="0" dirty="0">
                    <a:latin typeface="Consolas" panose="020B0609020204030204" pitchFamily="49" charset="0"/>
                  </a:rPr>
                  <a:t>j</a:t>
                </a:r>
                <a:r>
                  <a:rPr lang="es-ES" noProof="0" dirty="0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 in </a:t>
                </a:r>
                <a:r>
                  <a:rPr lang="es-ES" noProof="0" dirty="0" err="1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range</a:t>
                </a:r>
                <a:r>
                  <a:rPr lang="es-ES" noProof="0" dirty="0">
                    <a:latin typeface="Consolas" panose="020B0609020204030204" pitchFamily="49" charset="0"/>
                  </a:rPr>
                  <a:t>(x)</a:t>
                </a:r>
                <a:r>
                  <a:rPr lang="es-ES" noProof="0" dirty="0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:</a:t>
                </a:r>
              </a:p>
              <a:p>
                <a:r>
                  <a:rPr lang="es-ES" noProof="0" dirty="0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		</a:t>
                </a:r>
                <a:r>
                  <a:rPr lang="es-ES" noProof="0" dirty="0" err="1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print</a:t>
                </a:r>
                <a:r>
                  <a:rPr lang="es-ES" noProof="0" dirty="0">
                    <a:latin typeface="Consolas" panose="020B0609020204030204" pitchFamily="49" charset="0"/>
                  </a:rPr>
                  <a:t>(i, j)</a:t>
                </a:r>
              </a:p>
              <a:p>
                <a:endParaRPr lang="es-ES" noProof="0" dirty="0">
                  <a:latin typeface="Consolas" panose="020B0609020204030204" pitchFamily="49" charset="0"/>
                </a:endParaRPr>
              </a:p>
              <a:p>
                <a:r>
                  <a:rPr lang="es-ES" noProof="0" dirty="0">
                    <a:solidFill>
                      <a:schemeClr val="bg2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# Valores absolutos</a:t>
                </a:r>
              </a:p>
              <a:p>
                <a:r>
                  <a:rPr lang="es-ES" noProof="0" dirty="0" err="1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abs</a:t>
                </a:r>
                <a:r>
                  <a:rPr lang="es-ES" noProof="0" dirty="0">
                    <a:latin typeface="Consolas" panose="020B0609020204030204" pitchFamily="49" charset="0"/>
                  </a:rPr>
                  <a:t>(-3) </a:t>
                </a:r>
                <a:r>
                  <a:rPr lang="es-ES" noProof="0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 3</a:t>
                </a:r>
                <a:endParaRPr lang="es-ES" noProof="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8F83C0-AB8E-D597-14BA-E712C7E2D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51" y="1690688"/>
                <a:ext cx="5501597" cy="3970318"/>
              </a:xfrm>
              <a:prstGeom prst="rect">
                <a:avLst/>
              </a:prstGeom>
              <a:blipFill>
                <a:blip r:embed="rId2"/>
                <a:stretch>
                  <a:fillRect l="-998" t="-460" b="-1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BC4959-0851-0B30-D812-B4F1D6863620}"/>
                  </a:ext>
                </a:extLst>
              </p:cNvPr>
              <p:cNvSpPr txBox="1"/>
              <p:nvPr/>
            </p:nvSpPr>
            <p:spPr>
              <a:xfrm>
                <a:off x="6520200" y="1644522"/>
                <a:ext cx="3906500" cy="2145268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s-ES" sz="4000" noProof="0" dirty="0"/>
                  <a:t>Cálculo de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ES" sz="4000" b="1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4000" b="1" i="1" noProof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4000" b="1" i="1" noProof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40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i="1" noProof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i="1" noProof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sz="4000" noProof="0" dirty="0"/>
              </a:p>
              <a:p>
                <a:pPr algn="ctr"/>
                <a:r>
                  <a:rPr lang="es-ES" sz="4000" noProof="0" dirty="0"/>
                  <a:t>usando </a:t>
                </a:r>
                <a:r>
                  <a:rPr lang="es-ES" sz="4000" i="1" noProof="0" dirty="0" err="1"/>
                  <a:t>loops</a:t>
                </a:r>
                <a:r>
                  <a:rPr lang="es-ES" sz="4000" noProof="0" dirty="0"/>
                  <a:t> </a:t>
                </a:r>
                <a:endParaRPr lang="es-ES" sz="1600" noProof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BC4959-0851-0B30-D812-B4F1D6863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200" y="1644522"/>
                <a:ext cx="3906500" cy="2145268"/>
              </a:xfrm>
              <a:prstGeom prst="roundRect">
                <a:avLst/>
              </a:prstGeom>
              <a:blipFill>
                <a:blip r:embed="rId3"/>
                <a:stretch>
                  <a:fillRect b="-6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6B0CA90-9A1C-4D99-E494-1FD9194D85DD}"/>
              </a:ext>
            </a:extLst>
          </p:cNvPr>
          <p:cNvSpPr txBox="1"/>
          <p:nvPr/>
        </p:nvSpPr>
        <p:spPr>
          <a:xfrm>
            <a:off x="5722652" y="4151649"/>
            <a:ext cx="55015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Solo usar</a:t>
            </a:r>
            <a:r>
              <a:rPr lang="es-ES" noProof="0" dirty="0"/>
              <a:t>:</a:t>
            </a:r>
          </a:p>
          <a:p>
            <a:pPr algn="ctr"/>
            <a:endParaRPr lang="es-ES" noProof="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Ramificación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 err="1">
                <a:latin typeface="Consolas" panose="020B0609020204030204" pitchFamily="49" charset="0"/>
              </a:rPr>
              <a:t>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else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Operaciones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+, -, *, /,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Comparaciones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==, !=, &lt;=, &gt;,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Lógica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and, </a:t>
            </a:r>
            <a:r>
              <a:rPr lang="es-ES" noProof="0" dirty="0" err="1">
                <a:latin typeface="Consolas" panose="020B0609020204030204" pitchFamily="49" charset="0"/>
              </a:rPr>
              <a:t>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not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/>
              <a:t>Iteración</a:t>
            </a:r>
            <a:r>
              <a:rPr lang="es-ES" noProof="0" dirty="0"/>
              <a:t>		(</a:t>
            </a:r>
            <a:r>
              <a:rPr lang="es-ES" noProof="0" dirty="0" err="1">
                <a:latin typeface="Consolas" panose="020B0609020204030204" pitchFamily="49" charset="0"/>
              </a:rPr>
              <a:t>for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while</a:t>
            </a:r>
            <a:r>
              <a:rPr lang="es-ES" noProof="0" dirty="0">
                <a:latin typeface="Consolas" panose="020B0609020204030204" pitchFamily="49" charset="0"/>
              </a:rPr>
              <a:t>, break</a:t>
            </a:r>
            <a:r>
              <a:rPr lang="es-ES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10594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EDB96-D824-0DBA-E28C-195B80A3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F3CCD8-1D6A-9AD7-F1A4-43E3A0AC33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s-ES" noProof="0" dirty="0"/>
                  <a:t>Ahora probemos al revés: cálculo de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b="0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endParaRPr lang="es-ES" baseline="30000" noProof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F3CCD8-1D6A-9AD7-F1A4-43E3A0AC3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FC4D8E-89B3-5B2E-2C73-4F918CAD37FF}"/>
                  </a:ext>
                </a:extLst>
              </p:cNvPr>
              <p:cNvSpPr txBox="1"/>
              <p:nvPr/>
            </p:nvSpPr>
            <p:spPr>
              <a:xfrm>
                <a:off x="749299" y="2892576"/>
                <a:ext cx="10693402" cy="17638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s-ES" sz="5400" b="1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5400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g>
                        <m:e>
                          <m:r>
                            <a:rPr lang="es-ES" sz="54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rad>
                      <m:r>
                        <a:rPr lang="es-ES" sz="54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54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s-ES" sz="5400" b="1" i="1" noProof="0" smtClean="0">
                          <a:latin typeface="Cambria Math" panose="02040503050406030204" pitchFamily="18" charset="0"/>
                        </a:rPr>
                        <m:t> ⟺ </m:t>
                      </m:r>
                      <m:sSup>
                        <m:sSupPr>
                          <m:ctrlPr>
                            <a:rPr lang="es-ES" sz="5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54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s-ES" sz="54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5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54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5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5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ES" sz="54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5400" i="1" noProof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sz="5400" i="1" noProof="0" dirty="0">
                  <a:latin typeface="Cambria Math" panose="02040503050406030204" pitchFamily="18" charset="0"/>
                </a:endParaRPr>
              </a:p>
              <a:p>
                <a:endParaRPr lang="es-ES" sz="2800" b="0" i="0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s-ES" sz="2800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ℤ</m:t>
                          </m:r>
                          <m:r>
                            <a:rPr lang="es-ES" sz="2800" b="0" i="0" noProof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ℤ</m:t>
                          </m:r>
                          <m:r>
                            <a:rPr lang="es-ES" sz="2800" b="0" i="0" noProof="0" smtClean="0">
                              <a:latin typeface="Cambria Math" panose="02040503050406030204" pitchFamily="18" charset="0"/>
                            </a:rPr>
                            <m:t>; 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0" noProof="0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es-ES" sz="28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FC4D8E-89B3-5B2E-2C73-4F918CAD3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99" y="2892576"/>
                <a:ext cx="10693402" cy="17638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D4CB26-922E-3E9D-8D0F-35655CA261F2}"/>
              </a:ext>
            </a:extLst>
          </p:cNvPr>
          <p:cNvSpPr/>
          <p:nvPr/>
        </p:nvSpPr>
        <p:spPr>
          <a:xfrm>
            <a:off x="1854200" y="2755900"/>
            <a:ext cx="2552700" cy="1198563"/>
          </a:xfrm>
          <a:prstGeom prst="roundRect">
            <a:avLst>
              <a:gd name="adj" fmla="val 39260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C5423D0-32BE-D70C-6D13-840945E662C5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2692400" y="3954463"/>
            <a:ext cx="438150" cy="998537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DD9A18E-4465-0B09-24AE-CF1F492FEFE8}"/>
              </a:ext>
            </a:extLst>
          </p:cNvPr>
          <p:cNvSpPr txBox="1"/>
          <p:nvPr/>
        </p:nvSpPr>
        <p:spPr>
          <a:xfrm>
            <a:off x="1405830" y="4953000"/>
            <a:ext cx="2573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>
                <a:solidFill>
                  <a:srgbClr val="C00000"/>
                </a:solidFill>
              </a:rPr>
              <a:t>Es una definición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AFAFA0-2C81-3562-EFBA-9F7058C2C37B}"/>
              </a:ext>
            </a:extLst>
          </p:cNvPr>
          <p:cNvSpPr/>
          <p:nvPr/>
        </p:nvSpPr>
        <p:spPr>
          <a:xfrm>
            <a:off x="5582346" y="2755900"/>
            <a:ext cx="4755454" cy="1198563"/>
          </a:xfrm>
          <a:prstGeom prst="roundRect">
            <a:avLst>
              <a:gd name="adj" fmla="val 39260"/>
            </a:avLst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1B669E-6402-0796-8313-EBFB9F1D5BAC}"/>
              </a:ext>
            </a:extLst>
          </p:cNvPr>
          <p:cNvSpPr txBox="1"/>
          <p:nvPr/>
        </p:nvSpPr>
        <p:spPr>
          <a:xfrm>
            <a:off x="8007364" y="4953000"/>
            <a:ext cx="2546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6"/>
                </a:solidFill>
              </a:rPr>
              <a:t>Es una manera de comprobarlo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A506AD-DC16-AC29-4E77-EBA36DEA9865}"/>
              </a:ext>
            </a:extLst>
          </p:cNvPr>
          <p:cNvCxnSpPr>
            <a:cxnSpLocks/>
          </p:cNvCxnSpPr>
          <p:nvPr/>
        </p:nvCxnSpPr>
        <p:spPr>
          <a:xfrm>
            <a:off x="8842377" y="3954463"/>
            <a:ext cx="438150" cy="998537"/>
          </a:xfrm>
          <a:prstGeom prst="straightConnector1">
            <a:avLst/>
          </a:prstGeom>
          <a:ln w="7620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7C6B4C7-F171-C5FC-740F-C9B9CEB354B2}"/>
              </a:ext>
            </a:extLst>
          </p:cNvPr>
          <p:cNvSpPr/>
          <p:nvPr/>
        </p:nvSpPr>
        <p:spPr>
          <a:xfrm>
            <a:off x="4356100" y="4076699"/>
            <a:ext cx="3429004" cy="635001"/>
          </a:xfrm>
          <a:prstGeom prst="roundRect">
            <a:avLst>
              <a:gd name="adj" fmla="val 39260"/>
            </a:avLst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>
              <a:solidFill>
                <a:schemeClr val="accent4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7338908-8DF3-69DB-147C-C14865771493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6070602" y="4711700"/>
            <a:ext cx="0" cy="485700"/>
          </a:xfrm>
          <a:prstGeom prst="straightConnector1">
            <a:avLst/>
          </a:prstGeom>
          <a:ln w="76200"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C410E5F-9AB5-A489-48B2-DD21BEBBD360}"/>
              </a:ext>
            </a:extLst>
          </p:cNvPr>
          <p:cNvSpPr txBox="1"/>
          <p:nvPr/>
        </p:nvSpPr>
        <p:spPr>
          <a:xfrm>
            <a:off x="4671827" y="5183832"/>
            <a:ext cx="27975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4"/>
                </a:solidFill>
              </a:rPr>
              <a:t>Condiciones bajo</a:t>
            </a:r>
          </a:p>
          <a:p>
            <a:pPr algn="ctr"/>
            <a:r>
              <a:rPr lang="es-ES" sz="2400" b="1" noProof="0" dirty="0">
                <a:solidFill>
                  <a:schemeClr val="accent4"/>
                </a:solidFill>
              </a:rPr>
              <a:t>las que la igualdad</a:t>
            </a:r>
          </a:p>
          <a:p>
            <a:pPr algn="ctr"/>
            <a:r>
              <a:rPr lang="es-ES" sz="2400" b="1" noProof="0" dirty="0">
                <a:solidFill>
                  <a:schemeClr val="accent4"/>
                </a:solidFill>
              </a:rPr>
              <a:t>se cumple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1C88F33-320D-E2C4-9519-9046CC2EB195}"/>
              </a:ext>
            </a:extLst>
          </p:cNvPr>
          <p:cNvSpPr/>
          <p:nvPr/>
        </p:nvSpPr>
        <p:spPr>
          <a:xfrm>
            <a:off x="8420100" y="3103564"/>
            <a:ext cx="609600" cy="609600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2827124-4A37-9338-71E9-CEA7A51217C2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7743290" y="2390995"/>
            <a:ext cx="766084" cy="801843"/>
          </a:xfrm>
          <a:prstGeom prst="straightConnector1">
            <a:avLst/>
          </a:prstGeom>
          <a:ln w="762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C6B67A0-067D-96E5-20E7-F99F38172B7F}"/>
                  </a:ext>
                </a:extLst>
              </p:cNvPr>
              <p:cNvSpPr txBox="1"/>
              <p:nvPr/>
            </p:nvSpPr>
            <p:spPr>
              <a:xfrm>
                <a:off x="2643388" y="1605675"/>
                <a:ext cx="588646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400" b="1" noProof="0" dirty="0">
                    <a:solidFill>
                      <a:schemeClr val="accent2"/>
                    </a:solidFill>
                  </a:rPr>
                  <a:t>Si tengo una manera de generar sistemáticamente valores de </a:t>
                </a:r>
                <a14:m>
                  <m:oMath xmlns:m="http://schemas.openxmlformats.org/officeDocument/2006/math">
                    <m:r>
                      <a:rPr lang="es-ES" sz="2400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s-ES" sz="2400" b="1" noProof="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C6B67A0-067D-96E5-20E7-F99F38172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388" y="1605675"/>
                <a:ext cx="5886461" cy="830997"/>
              </a:xfrm>
              <a:prstGeom prst="rect">
                <a:avLst/>
              </a:prstGeom>
              <a:blipFill>
                <a:blip r:embed="rId5"/>
                <a:stretch>
                  <a:fillRect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1E98B8AE-1FB7-082C-DA56-EFD5BA479883}"/>
              </a:ext>
            </a:extLst>
          </p:cNvPr>
          <p:cNvSpPr txBox="1"/>
          <p:nvPr/>
        </p:nvSpPr>
        <p:spPr>
          <a:xfrm>
            <a:off x="7645057" y="1620115"/>
            <a:ext cx="3518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5"/>
                </a:solidFill>
              </a:rPr>
              <a:t>Puedo verificar si la igualdad se cumple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1FE9E5B-47E4-FAD1-0152-1B1A9693F362}"/>
              </a:ext>
            </a:extLst>
          </p:cNvPr>
          <p:cNvCxnSpPr>
            <a:cxnSpLocks/>
          </p:cNvCxnSpPr>
          <p:nvPr/>
        </p:nvCxnSpPr>
        <p:spPr>
          <a:xfrm>
            <a:off x="9404361" y="2451112"/>
            <a:ext cx="0" cy="741610"/>
          </a:xfrm>
          <a:prstGeom prst="straightConnector1">
            <a:avLst/>
          </a:prstGeom>
          <a:ln w="762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344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 animBg="1"/>
      <p:bldP spid="14" grpId="0"/>
      <p:bldP spid="22" grpId="0" animBg="1"/>
      <p:bldP spid="26" grpId="0"/>
      <p:bldP spid="27" grpId="0" animBg="1"/>
      <p:bldP spid="35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7E2AA-505A-F22B-826B-826932EB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6FE3791-FD7A-C369-6DF7-D3965460D4C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s-ES" noProof="0" dirty="0"/>
                  <a:t>Ahora probemos al revés: cálculo de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b="0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endParaRPr lang="es-ES" baseline="30000" noProof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6FE3791-FD7A-C369-6DF7-D3965460D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3E076A-3ECF-63EF-9DF3-F7E8DFA979C1}"/>
                  </a:ext>
                </a:extLst>
              </p:cNvPr>
              <p:cNvSpPr txBox="1"/>
              <p:nvPr/>
            </p:nvSpPr>
            <p:spPr>
              <a:xfrm>
                <a:off x="749299" y="2892576"/>
                <a:ext cx="10693402" cy="17638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s-ES" sz="5400" b="1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5400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g>
                        <m:e>
                          <m:r>
                            <a:rPr lang="es-ES" sz="54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rad>
                      <m:r>
                        <a:rPr lang="es-ES" sz="54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54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s-ES" sz="5400" b="1" i="1" noProof="0" smtClean="0">
                          <a:latin typeface="Cambria Math" panose="02040503050406030204" pitchFamily="18" charset="0"/>
                        </a:rPr>
                        <m:t> ⟺ </m:t>
                      </m:r>
                      <m:sSup>
                        <m:sSupPr>
                          <m:ctrlPr>
                            <a:rPr lang="es-ES" sz="5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54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s-ES" sz="54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5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54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5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5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ES" sz="54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5400" i="1" noProof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sz="5400" i="1" noProof="0" dirty="0">
                  <a:latin typeface="Cambria Math" panose="02040503050406030204" pitchFamily="18" charset="0"/>
                </a:endParaRPr>
              </a:p>
              <a:p>
                <a:endParaRPr lang="es-ES" sz="2800" b="0" i="0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s-ES" sz="2800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ℤ</m:t>
                          </m:r>
                          <m:r>
                            <a:rPr lang="es-ES" sz="2800" b="0" i="0" noProof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ℤ</m:t>
                          </m:r>
                          <m:r>
                            <a:rPr lang="es-ES" sz="2800" b="0" i="0" noProof="0" smtClean="0">
                              <a:latin typeface="Cambria Math" panose="02040503050406030204" pitchFamily="18" charset="0"/>
                            </a:rPr>
                            <m:t>; 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0" noProof="0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es-ES" sz="28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3E076A-3ECF-63EF-9DF3-F7E8DFA97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99" y="2892576"/>
                <a:ext cx="10693402" cy="17638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86D16DF5-3F6B-E21E-14A5-F7A177D09B54}"/>
              </a:ext>
            </a:extLst>
          </p:cNvPr>
          <p:cNvSpPr/>
          <p:nvPr/>
        </p:nvSpPr>
        <p:spPr>
          <a:xfrm>
            <a:off x="8420100" y="3103564"/>
            <a:ext cx="609600" cy="609600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E9D556-8431-D5C4-DC91-AD79D1F8EC83}"/>
              </a:ext>
            </a:extLst>
          </p:cNvPr>
          <p:cNvSpPr txBox="1"/>
          <p:nvPr/>
        </p:nvSpPr>
        <p:spPr>
          <a:xfrm>
            <a:off x="4279899" y="1572219"/>
            <a:ext cx="5886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2"/>
                </a:solidFill>
              </a:rPr>
              <a:t>"Adivinar"</a:t>
            </a:r>
          </a:p>
          <a:p>
            <a:pPr algn="ctr"/>
            <a:r>
              <a:rPr lang="es-ES" sz="2400" b="1" noProof="0" dirty="0">
                <a:solidFill>
                  <a:schemeClr val="accent2"/>
                </a:solidFill>
              </a:rPr>
              <a:t>(</a:t>
            </a:r>
            <a:r>
              <a:rPr lang="es-ES" sz="2400" b="1" i="1" noProof="0" dirty="0" err="1">
                <a:solidFill>
                  <a:schemeClr val="accent2"/>
                </a:solidFill>
              </a:rPr>
              <a:t>guess</a:t>
            </a:r>
            <a:r>
              <a:rPr lang="es-ES" sz="2400" b="1" noProof="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D4976F-0080-EA93-0792-C0163E8F243A}"/>
              </a:ext>
            </a:extLst>
          </p:cNvPr>
          <p:cNvSpPr txBox="1"/>
          <p:nvPr/>
        </p:nvSpPr>
        <p:spPr>
          <a:xfrm>
            <a:off x="7645057" y="1572219"/>
            <a:ext cx="3518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5"/>
                </a:solidFill>
              </a:rPr>
              <a:t>Comprobar</a:t>
            </a:r>
          </a:p>
          <a:p>
            <a:pPr algn="ctr"/>
            <a:r>
              <a:rPr lang="es-ES" sz="2400" b="1" noProof="0" dirty="0">
                <a:solidFill>
                  <a:schemeClr val="accent5"/>
                </a:solidFill>
              </a:rPr>
              <a:t> (</a:t>
            </a:r>
            <a:r>
              <a:rPr lang="es-ES" sz="2400" b="1" i="1" noProof="0" dirty="0" err="1">
                <a:solidFill>
                  <a:schemeClr val="accent5"/>
                </a:solidFill>
              </a:rPr>
              <a:t>check</a:t>
            </a:r>
            <a:r>
              <a:rPr lang="es-ES" sz="2400" b="1" noProof="0" dirty="0">
                <a:solidFill>
                  <a:schemeClr val="accent5"/>
                </a:solidFill>
              </a:rPr>
              <a:t>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5E95E7-9FCE-30D7-263F-5E559B8F024D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7743290" y="2390995"/>
            <a:ext cx="766084" cy="801843"/>
          </a:xfrm>
          <a:prstGeom prst="straightConnector1">
            <a:avLst/>
          </a:prstGeom>
          <a:ln w="762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77C293-BFEF-9A7D-873E-0E63F92B5C8A}"/>
              </a:ext>
            </a:extLst>
          </p:cNvPr>
          <p:cNvSpPr txBox="1"/>
          <p:nvPr/>
        </p:nvSpPr>
        <p:spPr>
          <a:xfrm>
            <a:off x="8088232" y="1803051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noProof="0" dirty="0"/>
              <a:t>&amp;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6F7D83-40D4-21F2-25CD-F20BD9B12F08}"/>
              </a:ext>
            </a:extLst>
          </p:cNvPr>
          <p:cNvCxnSpPr>
            <a:cxnSpLocks/>
          </p:cNvCxnSpPr>
          <p:nvPr/>
        </p:nvCxnSpPr>
        <p:spPr>
          <a:xfrm>
            <a:off x="9404361" y="2451112"/>
            <a:ext cx="0" cy="741610"/>
          </a:xfrm>
          <a:prstGeom prst="straightConnector1">
            <a:avLst/>
          </a:prstGeom>
          <a:ln w="762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465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8D863-3620-ED8E-E267-1249C8DAA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7270-B007-B4D1-D2EE-7B8F5777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Método de generar valores (</a:t>
            </a:r>
            <a:r>
              <a:rPr lang="es-ES" i="1" noProof="0" dirty="0" err="1"/>
              <a:t>guesses</a:t>
            </a:r>
            <a:r>
              <a:rPr lang="es-ES" noProof="0" dirty="0"/>
              <a:t>) por </a:t>
            </a:r>
            <a:r>
              <a:rPr lang="es-ES" b="1" noProof="0" dirty="0"/>
              <a:t>enumeración exhaustiva</a:t>
            </a:r>
            <a:endParaRPr lang="es-ES" b="1" i="1" baseline="300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69AE9E-15DC-5BB9-146D-0FAAFCC1CAE5}"/>
                  </a:ext>
                </a:extLst>
              </p:cNvPr>
              <p:cNvSpPr txBox="1"/>
              <p:nvPr/>
            </p:nvSpPr>
            <p:spPr>
              <a:xfrm>
                <a:off x="2722833" y="3474878"/>
                <a:ext cx="180603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69AE9E-15DC-5BB9-146D-0FAAFCC1C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833" y="3474878"/>
                <a:ext cx="180603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C5FE8D-74A9-F7C4-7085-BE5582385CA2}"/>
                  </a:ext>
                </a:extLst>
              </p:cNvPr>
              <p:cNvSpPr txBox="1"/>
              <p:nvPr/>
            </p:nvSpPr>
            <p:spPr>
              <a:xfrm>
                <a:off x="5778500" y="3474878"/>
                <a:ext cx="50927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s-ES" sz="32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=0→</m:t>
                      </m:r>
                      <m:r>
                        <a:rPr lang="es-ES" sz="3200" i="1" noProof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0≠</m:t>
                      </m:r>
                      <m:r>
                        <a:rPr lang="es-ES" sz="3200" i="1" noProof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C5FE8D-74A9-F7C4-7085-BE5582385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500" y="3474878"/>
                <a:ext cx="509270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8D4866-5994-299C-9ED5-1EC50C8F8C02}"/>
                  </a:ext>
                </a:extLst>
              </p:cNvPr>
              <p:cNvSpPr txBox="1"/>
              <p:nvPr/>
            </p:nvSpPr>
            <p:spPr>
              <a:xfrm>
                <a:off x="4031629" y="1838145"/>
                <a:ext cx="1809749" cy="65774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s-ES" sz="3600" b="1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3600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g>
                        <m:e>
                          <m:r>
                            <a:rPr lang="es-ES" sz="36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rad>
                      <m:r>
                        <a:rPr lang="es-ES" sz="36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6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s-ES" sz="1100" noProof="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8D4866-5994-299C-9ED5-1EC50C8F8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629" y="1838145"/>
                <a:ext cx="1809749" cy="6577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7C1622-F109-877A-01BD-47A4164CF0DD}"/>
                  </a:ext>
                </a:extLst>
              </p:cNvPr>
              <p:cNvSpPr txBox="1"/>
              <p:nvPr/>
            </p:nvSpPr>
            <p:spPr>
              <a:xfrm>
                <a:off x="2247899" y="2729270"/>
                <a:ext cx="275590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3200" u="sng" noProof="0" dirty="0">
                    <a:latin typeface="+mj-lt"/>
                  </a:rPr>
                  <a:t>Adivinación</a:t>
                </a:r>
                <a:r>
                  <a:rPr lang="es-ES" sz="3200" noProof="0" dirty="0">
                    <a:latin typeface="+mj-lt"/>
                  </a:rPr>
                  <a:t> (</a:t>
                </a:r>
                <a14:m>
                  <m:oMath xmlns:m="http://schemas.openxmlformats.org/officeDocument/2006/math">
                    <m:r>
                      <a:rPr lang="es-ES" sz="3200" i="1" noProof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sz="3200" noProof="0" dirty="0">
                    <a:latin typeface="+mj-lt"/>
                  </a:rPr>
                  <a:t>)</a:t>
                </a:r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7C1622-F109-877A-01BD-47A4164CF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899" y="2729270"/>
                <a:ext cx="2755901" cy="492443"/>
              </a:xfrm>
              <a:prstGeom prst="rect">
                <a:avLst/>
              </a:prstGeom>
              <a:blipFill>
                <a:blip r:embed="rId6"/>
                <a:stretch>
                  <a:fillRect l="-3761" t="-25000" r="-3319" b="-5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1005A9-4A20-4370-95E8-BF00B224A88F}"/>
                  </a:ext>
                </a:extLst>
              </p:cNvPr>
              <p:cNvSpPr txBox="1"/>
              <p:nvPr/>
            </p:nvSpPr>
            <p:spPr>
              <a:xfrm>
                <a:off x="6044547" y="2729270"/>
                <a:ext cx="4560608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3200" u="sng" noProof="0" dirty="0">
                    <a:latin typeface="+mj-lt"/>
                  </a:rPr>
                  <a:t>Verificación</a:t>
                </a:r>
                <a:r>
                  <a:rPr lang="es-ES" sz="3200" noProof="0" dirty="0">
                    <a:latin typeface="+mj-lt"/>
                  </a:rPr>
                  <a:t> (¿</a:t>
                </a:r>
                <a14:m>
                  <m:oMath xmlns:m="http://schemas.openxmlformats.org/officeDocument/2006/math">
                    <m:r>
                      <a:rPr lang="es-ES" sz="3200" i="1" noProof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sz="3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ES" sz="3200" i="1" noProof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sz="3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3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" sz="3200" noProof="0" dirty="0">
                    <a:latin typeface="+mj-lt"/>
                  </a:rPr>
                  <a:t>?)</a:t>
                </a:r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1005A9-4A20-4370-95E8-BF00B224A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547" y="2729270"/>
                <a:ext cx="4560608" cy="492443"/>
              </a:xfrm>
              <a:prstGeom prst="rect">
                <a:avLst/>
              </a:prstGeom>
              <a:blipFill>
                <a:blip r:embed="rId7"/>
                <a:stretch>
                  <a:fillRect l="-3342" t="-25000" r="-3075" b="-5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830F59-4FAF-88CE-67A9-0E92FEB3417C}"/>
                  </a:ext>
                </a:extLst>
              </p:cNvPr>
              <p:cNvSpPr txBox="1"/>
              <p:nvPr/>
            </p:nvSpPr>
            <p:spPr>
              <a:xfrm>
                <a:off x="2722833" y="4170560"/>
                <a:ext cx="180603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830F59-4FAF-88CE-67A9-0E92FEB34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833" y="4170560"/>
                <a:ext cx="1806036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C13FA6-3DF5-5545-13CE-494A351D3738}"/>
                  </a:ext>
                </a:extLst>
              </p:cNvPr>
              <p:cNvSpPr txBox="1"/>
              <p:nvPr/>
            </p:nvSpPr>
            <p:spPr>
              <a:xfrm>
                <a:off x="5778500" y="4170560"/>
                <a:ext cx="50927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s-ES" sz="32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=1→</m:t>
                      </m:r>
                      <m:r>
                        <a:rPr lang="es-ES" sz="3200" b="0" i="1" noProof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s-ES" sz="3200" i="1" noProof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s-ES" sz="3200" i="1" noProof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C13FA6-3DF5-5545-13CE-494A351D3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500" y="4170560"/>
                <a:ext cx="5092700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22D674-F008-9412-4726-CC5ECF51EA53}"/>
                  </a:ext>
                </a:extLst>
              </p:cNvPr>
              <p:cNvSpPr txBox="1"/>
              <p:nvPr/>
            </p:nvSpPr>
            <p:spPr>
              <a:xfrm>
                <a:off x="2722833" y="4866242"/>
                <a:ext cx="180603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22D674-F008-9412-4726-CC5ECF51E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833" y="4866242"/>
                <a:ext cx="1806036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7D16D5E-A7AC-CE50-093C-BAC8CE777A5D}"/>
                  </a:ext>
                </a:extLst>
              </p:cNvPr>
              <p:cNvSpPr txBox="1"/>
              <p:nvPr/>
            </p:nvSpPr>
            <p:spPr>
              <a:xfrm>
                <a:off x="5778500" y="4866242"/>
                <a:ext cx="50927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s-ES" sz="32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=4→</m:t>
                      </m:r>
                      <m:r>
                        <a:rPr lang="es-ES" sz="3200" b="0" i="1" noProof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ES" sz="3200" i="1" noProof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s-ES" sz="3200" i="1" noProof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7D16D5E-A7AC-CE50-093C-BAC8CE777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500" y="4866242"/>
                <a:ext cx="509270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7AE0F56-F938-E2EB-A3C1-8E189EFE3D9D}"/>
                  </a:ext>
                </a:extLst>
              </p:cNvPr>
              <p:cNvSpPr txBox="1"/>
              <p:nvPr/>
            </p:nvSpPr>
            <p:spPr>
              <a:xfrm>
                <a:off x="2722833" y="5561924"/>
                <a:ext cx="180603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7AE0F56-F938-E2EB-A3C1-8E189EFE3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833" y="5561924"/>
                <a:ext cx="1806036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D444CC-A6E3-2DA2-C191-BD9FB94520D6}"/>
                  </a:ext>
                </a:extLst>
              </p:cNvPr>
              <p:cNvSpPr txBox="1"/>
              <p:nvPr/>
            </p:nvSpPr>
            <p:spPr>
              <a:xfrm>
                <a:off x="5778500" y="5561924"/>
                <a:ext cx="50927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s-ES" sz="32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=9→</m:t>
                      </m:r>
                      <m:r>
                        <a:rPr lang="es-ES" sz="3200" b="1" i="1" noProof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s-ES" sz="3200" b="1" i="1" noProof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200" b="1" i="1" noProof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s-ES" sz="1400" b="1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D444CC-A6E3-2DA2-C191-BD9FB9452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500" y="5561924"/>
                <a:ext cx="5092700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6BAF96A4-4F6B-6D88-FAB9-1105A847EC5B}"/>
              </a:ext>
            </a:extLst>
          </p:cNvPr>
          <p:cNvSpPr txBox="1"/>
          <p:nvPr/>
        </p:nvSpPr>
        <p:spPr>
          <a:xfrm>
            <a:off x="500332" y="3676678"/>
            <a:ext cx="2280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i="1" noProof="0" dirty="0">
                <a:solidFill>
                  <a:schemeClr val="accent4"/>
                </a:solidFill>
              </a:rPr>
              <a:t>¿Cuál es el método de "adivinación"? 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6762A3F-7555-98C8-9B52-333C63F729E5}"/>
              </a:ext>
            </a:extLst>
          </p:cNvPr>
          <p:cNvCxnSpPr/>
          <p:nvPr/>
        </p:nvCxnSpPr>
        <p:spPr>
          <a:xfrm>
            <a:off x="1640816" y="4914185"/>
            <a:ext cx="0" cy="4445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F5C5CBE-5EA3-B651-8D1C-876999BFBBFA}"/>
                  </a:ext>
                </a:extLst>
              </p:cNvPr>
              <p:cNvSpPr txBox="1"/>
              <p:nvPr/>
            </p:nvSpPr>
            <p:spPr>
              <a:xfrm>
                <a:off x="262865" y="5459411"/>
                <a:ext cx="275590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3200" b="0" i="1" noProof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s-ES" sz="1400" i="1" noProof="0" dirty="0">
                  <a:solidFill>
                    <a:schemeClr val="accent4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F5C5CBE-5EA3-B651-8D1C-876999BFB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65" y="5459411"/>
                <a:ext cx="2755901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1498EA-1811-EF2C-6CCB-99FABB8625B5}"/>
                  </a:ext>
                </a:extLst>
              </p:cNvPr>
              <p:cNvSpPr txBox="1"/>
              <p:nvPr/>
            </p:nvSpPr>
            <p:spPr>
              <a:xfrm>
                <a:off x="6495068" y="1838145"/>
                <a:ext cx="1340572" cy="657744"/>
              </a:xfrm>
              <a:prstGeom prst="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3600" b="1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3600" b="1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600" b="1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s-ES" sz="1100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1498EA-1811-EF2C-6CCB-99FABB862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068" y="1838145"/>
                <a:ext cx="1340572" cy="6577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8338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5" grpId="1"/>
      <p:bldP spid="26" grpId="0"/>
      <p:bldP spid="30" grpId="0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AC99B-11FC-3710-6524-13003E02C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006E7D-E184-2614-32BE-66B9AD18E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Representación visual</a:t>
            </a:r>
            <a:endParaRPr lang="es-ES" sz="2400" noProof="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211114-8306-32BA-CA79-8D38E19B4D59}"/>
              </a:ext>
            </a:extLst>
          </p:cNvPr>
          <p:cNvCxnSpPr>
            <a:cxnSpLocks/>
          </p:cNvCxnSpPr>
          <p:nvPr/>
        </p:nvCxnSpPr>
        <p:spPr>
          <a:xfrm>
            <a:off x="1845013" y="2334639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DCF987-AF67-9160-955F-BB272B51A0D8}"/>
              </a:ext>
            </a:extLst>
          </p:cNvPr>
          <p:cNvCxnSpPr>
            <a:cxnSpLocks/>
          </p:cNvCxnSpPr>
          <p:nvPr/>
        </p:nvCxnSpPr>
        <p:spPr>
          <a:xfrm flipV="1">
            <a:off x="2178996" y="2208179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B1B26E-29D6-F9C8-2176-5175F5D00A8D}"/>
              </a:ext>
            </a:extLst>
          </p:cNvPr>
          <p:cNvCxnSpPr>
            <a:cxnSpLocks/>
          </p:cNvCxnSpPr>
          <p:nvPr/>
        </p:nvCxnSpPr>
        <p:spPr>
          <a:xfrm flipV="1">
            <a:off x="9990307" y="2208179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D6B4553-1785-B145-10CE-422C189117EB}"/>
              </a:ext>
            </a:extLst>
          </p:cNvPr>
          <p:cNvSpPr txBox="1"/>
          <p:nvPr/>
        </p:nvSpPr>
        <p:spPr>
          <a:xfrm>
            <a:off x="2023344" y="18388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564DD4-BC15-142F-4EAE-052671C5CA25}"/>
              </a:ext>
            </a:extLst>
          </p:cNvPr>
          <p:cNvSpPr txBox="1"/>
          <p:nvPr/>
        </p:nvSpPr>
        <p:spPr>
          <a:xfrm>
            <a:off x="9834655" y="18388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BB0528-AC15-0E99-4814-A121AF6EA211}"/>
              </a:ext>
            </a:extLst>
          </p:cNvPr>
          <p:cNvSpPr/>
          <p:nvPr/>
        </p:nvSpPr>
        <p:spPr>
          <a:xfrm>
            <a:off x="2178996" y="2266539"/>
            <a:ext cx="7811311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0CD54DB-D4DF-010D-0B0B-93C14A27A190}"/>
              </a:ext>
            </a:extLst>
          </p:cNvPr>
          <p:cNvCxnSpPr>
            <a:cxnSpLocks/>
          </p:cNvCxnSpPr>
          <p:nvPr/>
        </p:nvCxnSpPr>
        <p:spPr>
          <a:xfrm>
            <a:off x="1845013" y="3250633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4413A01-40FB-0D69-5C44-34600E4AB95D}"/>
              </a:ext>
            </a:extLst>
          </p:cNvPr>
          <p:cNvCxnSpPr>
            <a:cxnSpLocks/>
          </p:cNvCxnSpPr>
          <p:nvPr/>
        </p:nvCxnSpPr>
        <p:spPr>
          <a:xfrm flipV="1">
            <a:off x="2178996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53FA2B-99CE-8C86-801B-D5010899EC26}"/>
              </a:ext>
            </a:extLst>
          </p:cNvPr>
          <p:cNvCxnSpPr>
            <a:cxnSpLocks/>
          </p:cNvCxnSpPr>
          <p:nvPr/>
        </p:nvCxnSpPr>
        <p:spPr>
          <a:xfrm flipV="1">
            <a:off x="9990307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0BFF75D-8E64-0BDC-E3E4-0D11DC0E3425}"/>
              </a:ext>
            </a:extLst>
          </p:cNvPr>
          <p:cNvSpPr/>
          <p:nvPr/>
        </p:nvSpPr>
        <p:spPr>
          <a:xfrm>
            <a:off x="2454275" y="3182533"/>
            <a:ext cx="7536024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91AF315-B88A-1E26-C228-27917F2B0B43}"/>
              </a:ext>
            </a:extLst>
          </p:cNvPr>
          <p:cNvCxnSpPr>
            <a:cxnSpLocks/>
          </p:cNvCxnSpPr>
          <p:nvPr/>
        </p:nvCxnSpPr>
        <p:spPr>
          <a:xfrm>
            <a:off x="1845013" y="4166627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3E9DF7A-DA39-DCC0-967D-48A6CB95E3C3}"/>
              </a:ext>
            </a:extLst>
          </p:cNvPr>
          <p:cNvCxnSpPr>
            <a:cxnSpLocks/>
          </p:cNvCxnSpPr>
          <p:nvPr/>
        </p:nvCxnSpPr>
        <p:spPr>
          <a:xfrm flipV="1">
            <a:off x="2178996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A5AE262-0ACA-8DE5-540B-4854B683E8BA}"/>
              </a:ext>
            </a:extLst>
          </p:cNvPr>
          <p:cNvCxnSpPr>
            <a:cxnSpLocks/>
          </p:cNvCxnSpPr>
          <p:nvPr/>
        </p:nvCxnSpPr>
        <p:spPr>
          <a:xfrm flipV="1">
            <a:off x="9990307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3BBBBA3-AD96-798D-4A88-9BB17C24F300}"/>
              </a:ext>
            </a:extLst>
          </p:cNvPr>
          <p:cNvSpPr/>
          <p:nvPr/>
        </p:nvSpPr>
        <p:spPr>
          <a:xfrm>
            <a:off x="2729538" y="4098527"/>
            <a:ext cx="7260767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D05999-66DA-160F-ACC2-C23EC408B5D4}"/>
              </a:ext>
            </a:extLst>
          </p:cNvPr>
          <p:cNvSpPr txBox="1"/>
          <p:nvPr/>
        </p:nvSpPr>
        <p:spPr>
          <a:xfrm>
            <a:off x="1971248" y="1615029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min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1DB070B-BFA9-C6E3-CBBE-709881424CAF}"/>
              </a:ext>
            </a:extLst>
          </p:cNvPr>
          <p:cNvSpPr txBox="1"/>
          <p:nvPr/>
        </p:nvSpPr>
        <p:spPr>
          <a:xfrm>
            <a:off x="9782557" y="1615029"/>
            <a:ext cx="4154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max</a:t>
            </a:r>
            <a:endParaRPr lang="es-ES" sz="1100" i="1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7D10AF6-C7E7-928D-F103-B2A9CC5AD8EE}"/>
              </a:ext>
            </a:extLst>
          </p:cNvPr>
          <p:cNvCxnSpPr>
            <a:cxnSpLocks/>
          </p:cNvCxnSpPr>
          <p:nvPr/>
        </p:nvCxnSpPr>
        <p:spPr>
          <a:xfrm>
            <a:off x="1845013" y="6008325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9A6982C-BA0E-17E8-EBB7-7547939832A4}"/>
              </a:ext>
            </a:extLst>
          </p:cNvPr>
          <p:cNvCxnSpPr>
            <a:cxnSpLocks/>
          </p:cNvCxnSpPr>
          <p:nvPr/>
        </p:nvCxnSpPr>
        <p:spPr>
          <a:xfrm flipV="1">
            <a:off x="2178996" y="588186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91680CD-3E18-2EF6-8FEA-C059636F8EE9}"/>
              </a:ext>
            </a:extLst>
          </p:cNvPr>
          <p:cNvCxnSpPr>
            <a:cxnSpLocks/>
          </p:cNvCxnSpPr>
          <p:nvPr/>
        </p:nvCxnSpPr>
        <p:spPr>
          <a:xfrm flipV="1">
            <a:off x="9990307" y="588186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86CF9C17-02FE-C995-1DB5-A3A066CE1460}"/>
              </a:ext>
            </a:extLst>
          </p:cNvPr>
          <p:cNvSpPr/>
          <p:nvPr/>
        </p:nvSpPr>
        <p:spPr>
          <a:xfrm>
            <a:off x="6095999" y="5940225"/>
            <a:ext cx="3894305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B1EB1BC-7B75-9847-7BE0-934AFD275AE7}"/>
              </a:ext>
            </a:extLst>
          </p:cNvPr>
          <p:cNvSpPr/>
          <p:nvPr/>
        </p:nvSpPr>
        <p:spPr>
          <a:xfrm>
            <a:off x="2178994" y="5940225"/>
            <a:ext cx="3917002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D5AA2DE-D520-1ACF-DE06-1E139BBF95EB}"/>
              </a:ext>
            </a:extLst>
          </p:cNvPr>
          <p:cNvSpPr txBox="1"/>
          <p:nvPr/>
        </p:nvSpPr>
        <p:spPr>
          <a:xfrm>
            <a:off x="5010607" y="1896178"/>
            <a:ext cx="21707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8CB591"/>
                </a:solidFill>
              </a:rPr>
              <a:t>espacio de búsqueda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16EE676-A93F-FE67-B60A-FCDB36385F42}"/>
                  </a:ext>
                </a:extLst>
              </p:cNvPr>
              <p:cNvSpPr txBox="1"/>
              <p:nvPr/>
            </p:nvSpPr>
            <p:spPr>
              <a:xfrm>
                <a:off x="1167393" y="599449"/>
                <a:ext cx="1011600" cy="77687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s-ES" sz="4400" b="1" i="1" noProof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ES" sz="4400" b="1" i="1" noProof="0">
                              <a:latin typeface="Cambria Math" panose="02040503050406030204" pitchFamily="18" charset="0"/>
                            </a:rPr>
                            <m:t>𝟐</m:t>
                          </m:r>
                        </m:deg>
                        <m:e>
                          <m:r>
                            <a:rPr lang="es-ES" sz="4400" b="1" i="1" noProof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rad>
                    </m:oMath>
                  </m:oMathPara>
                </a14:m>
                <a:endParaRPr lang="es-ES" b="1" noProof="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16EE676-A93F-FE67-B60A-FCDB3638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393" y="599449"/>
                <a:ext cx="1011600" cy="776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B81631C-511A-D856-A3F1-0F3F06920E4D}"/>
              </a:ext>
            </a:extLst>
          </p:cNvPr>
          <p:cNvSpPr/>
          <p:nvPr/>
        </p:nvSpPr>
        <p:spPr>
          <a:xfrm>
            <a:off x="2178995" y="3182533"/>
            <a:ext cx="275272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271D9C-24B5-83B4-92CF-E231FF705743}"/>
              </a:ext>
            </a:extLst>
          </p:cNvPr>
          <p:cNvCxnSpPr>
            <a:cxnSpLocks/>
          </p:cNvCxnSpPr>
          <p:nvPr/>
        </p:nvCxnSpPr>
        <p:spPr>
          <a:xfrm flipV="1">
            <a:off x="2455213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D1501D9-6B80-6B06-F428-88EDD35630AE}"/>
              </a:ext>
            </a:extLst>
          </p:cNvPr>
          <p:cNvSpPr txBox="1"/>
          <p:nvPr/>
        </p:nvSpPr>
        <p:spPr>
          <a:xfrm>
            <a:off x="2298616" y="27989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872544-C6A3-8832-F8A2-BC79820D93B3}"/>
              </a:ext>
            </a:extLst>
          </p:cNvPr>
          <p:cNvSpPr/>
          <p:nvPr/>
        </p:nvSpPr>
        <p:spPr>
          <a:xfrm>
            <a:off x="2178993" y="4098525"/>
            <a:ext cx="550545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E165FC-08D8-3E64-ED54-13DFB30800E9}"/>
              </a:ext>
            </a:extLst>
          </p:cNvPr>
          <p:cNvCxnSpPr>
            <a:cxnSpLocks/>
          </p:cNvCxnSpPr>
          <p:nvPr/>
        </p:nvCxnSpPr>
        <p:spPr>
          <a:xfrm flipV="1">
            <a:off x="2729538" y="4040158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DAB313C-FD7D-53F3-4E48-C645490AEBD2}"/>
              </a:ext>
            </a:extLst>
          </p:cNvPr>
          <p:cNvSpPr txBox="1"/>
          <p:nvPr/>
        </p:nvSpPr>
        <p:spPr>
          <a:xfrm>
            <a:off x="2572941" y="371489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27679F-9AA5-DCD7-860F-4D1A75A01C16}"/>
              </a:ext>
            </a:extLst>
          </p:cNvPr>
          <p:cNvCxnSpPr>
            <a:cxnSpLocks/>
          </p:cNvCxnSpPr>
          <p:nvPr/>
        </p:nvCxnSpPr>
        <p:spPr>
          <a:xfrm>
            <a:off x="1845013" y="5024251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80B3F1-92DB-7F20-1A7C-4758F53815A4}"/>
              </a:ext>
            </a:extLst>
          </p:cNvPr>
          <p:cNvCxnSpPr>
            <a:cxnSpLocks/>
          </p:cNvCxnSpPr>
          <p:nvPr/>
        </p:nvCxnSpPr>
        <p:spPr>
          <a:xfrm flipV="1">
            <a:off x="2178996" y="4897791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2BA982-5201-0D7B-5C2D-8E0E2ABD8043}"/>
              </a:ext>
            </a:extLst>
          </p:cNvPr>
          <p:cNvCxnSpPr>
            <a:cxnSpLocks/>
          </p:cNvCxnSpPr>
          <p:nvPr/>
        </p:nvCxnSpPr>
        <p:spPr>
          <a:xfrm flipV="1">
            <a:off x="9990307" y="4897791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F0887D3-3776-EB47-5956-DEDC174B47FD}"/>
              </a:ext>
            </a:extLst>
          </p:cNvPr>
          <p:cNvSpPr/>
          <p:nvPr/>
        </p:nvSpPr>
        <p:spPr>
          <a:xfrm>
            <a:off x="3004808" y="4956151"/>
            <a:ext cx="6985497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72D893-AE33-5CEB-E3BB-6B816E5A2A54}"/>
              </a:ext>
            </a:extLst>
          </p:cNvPr>
          <p:cNvSpPr/>
          <p:nvPr/>
        </p:nvSpPr>
        <p:spPr>
          <a:xfrm>
            <a:off x="2178993" y="4956142"/>
            <a:ext cx="825815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D4C867-8A1C-F234-2383-D8E0325AAD3A}"/>
              </a:ext>
            </a:extLst>
          </p:cNvPr>
          <p:cNvCxnSpPr>
            <a:cxnSpLocks/>
          </p:cNvCxnSpPr>
          <p:nvPr/>
        </p:nvCxnSpPr>
        <p:spPr>
          <a:xfrm flipV="1">
            <a:off x="3005754" y="4897782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B927DF5-3BA4-5B94-6A59-569CBE5F95C4}"/>
              </a:ext>
            </a:extLst>
          </p:cNvPr>
          <p:cNvSpPr txBox="1"/>
          <p:nvPr/>
        </p:nvSpPr>
        <p:spPr>
          <a:xfrm>
            <a:off x="2849157" y="457251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AA22625-79C7-9C98-0DE3-EE0A9B5866DE}"/>
              </a:ext>
            </a:extLst>
          </p:cNvPr>
          <p:cNvCxnSpPr>
            <a:cxnSpLocks/>
          </p:cNvCxnSpPr>
          <p:nvPr/>
        </p:nvCxnSpPr>
        <p:spPr>
          <a:xfrm flipV="1">
            <a:off x="6103292" y="588186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F736DB2-7C81-D960-9C57-3F0CF98457E2}"/>
              </a:ext>
            </a:extLst>
          </p:cNvPr>
          <p:cNvSpPr txBox="1"/>
          <p:nvPr/>
        </p:nvSpPr>
        <p:spPr>
          <a:xfrm>
            <a:off x="3534625" y="5318134"/>
            <a:ext cx="147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CBAFB0-D26B-888C-2684-BA336852A586}"/>
              </a:ext>
            </a:extLst>
          </p:cNvPr>
          <p:cNvSpPr txBox="1"/>
          <p:nvPr/>
        </p:nvSpPr>
        <p:spPr>
          <a:xfrm>
            <a:off x="5947641" y="55028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6A1B9F-0900-E4A5-EFC7-786B6FA1E8CC}"/>
              </a:ext>
            </a:extLst>
          </p:cNvPr>
          <p:cNvSpPr txBox="1"/>
          <p:nvPr/>
        </p:nvSpPr>
        <p:spPr>
          <a:xfrm>
            <a:off x="573000" y="3149450"/>
            <a:ext cx="1249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FF7F7F"/>
                </a:solidFill>
              </a:rPr>
              <a:t>descartado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36ED82-CA17-700A-793C-3BEA3FF9FA4B}"/>
              </a:ext>
            </a:extLst>
          </p:cNvPr>
          <p:cNvSpPr txBox="1"/>
          <p:nvPr/>
        </p:nvSpPr>
        <p:spPr>
          <a:xfrm>
            <a:off x="573000" y="2940232"/>
            <a:ext cx="12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noProof="0" dirty="0">
                <a:solidFill>
                  <a:srgbClr val="FF7F7F"/>
                </a:solidFill>
                <a:latin typeface="Consolas" panose="020B0609020204030204" pitchFamily="49" charset="0"/>
              </a:rPr>
              <a:t>n </a:t>
            </a:r>
            <a:r>
              <a:rPr lang="es-ES" dirty="0">
                <a:solidFill>
                  <a:srgbClr val="FF7F7F"/>
                </a:solidFill>
                <a:latin typeface="Consolas" panose="020B0609020204030204" pitchFamily="49" charset="0"/>
              </a:rPr>
              <a:t>&lt;</a:t>
            </a:r>
            <a:r>
              <a:rPr lang="es-ES" noProof="0" dirty="0">
                <a:solidFill>
                  <a:srgbClr val="FF7F7F"/>
                </a:solidFill>
                <a:latin typeface="Consolas" panose="020B0609020204030204" pitchFamily="49" charset="0"/>
              </a:rPr>
              <a:t>= 1</a:t>
            </a:r>
            <a:endParaRPr lang="es-ES" sz="1800" noProof="0" dirty="0">
              <a:solidFill>
                <a:srgbClr val="FF7F7F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57B10F-EDA8-65E6-D686-507080A0197F}"/>
              </a:ext>
            </a:extLst>
          </p:cNvPr>
          <p:cNvSpPr txBox="1"/>
          <p:nvPr/>
        </p:nvSpPr>
        <p:spPr>
          <a:xfrm>
            <a:off x="573000" y="4084222"/>
            <a:ext cx="1249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FF7F7F"/>
                </a:solidFill>
              </a:rPr>
              <a:t>descartado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26ABC1-5F57-1873-FCB0-32E544C0F0D7}"/>
              </a:ext>
            </a:extLst>
          </p:cNvPr>
          <p:cNvSpPr txBox="1"/>
          <p:nvPr/>
        </p:nvSpPr>
        <p:spPr>
          <a:xfrm>
            <a:off x="573000" y="3875004"/>
            <a:ext cx="12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noProof="0" dirty="0">
                <a:solidFill>
                  <a:srgbClr val="FF7F7F"/>
                </a:solidFill>
                <a:latin typeface="Consolas" panose="020B0609020204030204" pitchFamily="49" charset="0"/>
              </a:rPr>
              <a:t>n </a:t>
            </a:r>
            <a:r>
              <a:rPr lang="es-ES" dirty="0">
                <a:solidFill>
                  <a:srgbClr val="FF7F7F"/>
                </a:solidFill>
                <a:latin typeface="Consolas" panose="020B0609020204030204" pitchFamily="49" charset="0"/>
              </a:rPr>
              <a:t>&lt;</a:t>
            </a:r>
            <a:r>
              <a:rPr lang="es-ES" noProof="0" dirty="0">
                <a:solidFill>
                  <a:srgbClr val="FF7F7F"/>
                </a:solidFill>
                <a:latin typeface="Consolas" panose="020B0609020204030204" pitchFamily="49" charset="0"/>
              </a:rPr>
              <a:t>= 2</a:t>
            </a:r>
            <a:endParaRPr lang="es-ES" sz="1800" noProof="0" dirty="0">
              <a:solidFill>
                <a:srgbClr val="FF7F7F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890143-454E-C89F-C332-C807B1529083}"/>
              </a:ext>
            </a:extLst>
          </p:cNvPr>
          <p:cNvSpPr txBox="1"/>
          <p:nvPr/>
        </p:nvSpPr>
        <p:spPr>
          <a:xfrm>
            <a:off x="573000" y="4923059"/>
            <a:ext cx="1249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FF7F7F"/>
                </a:solidFill>
              </a:rPr>
              <a:t>descartado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8EBEE8-0919-EF3F-888A-FF2331DD0DD6}"/>
              </a:ext>
            </a:extLst>
          </p:cNvPr>
          <p:cNvSpPr txBox="1"/>
          <p:nvPr/>
        </p:nvSpPr>
        <p:spPr>
          <a:xfrm>
            <a:off x="573000" y="4713841"/>
            <a:ext cx="12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noProof="0" dirty="0">
                <a:solidFill>
                  <a:srgbClr val="FF7F7F"/>
                </a:solidFill>
                <a:latin typeface="Consolas" panose="020B0609020204030204" pitchFamily="49" charset="0"/>
              </a:rPr>
              <a:t>n </a:t>
            </a:r>
            <a:r>
              <a:rPr lang="es-ES" dirty="0">
                <a:solidFill>
                  <a:srgbClr val="FF7F7F"/>
                </a:solidFill>
                <a:latin typeface="Consolas" panose="020B0609020204030204" pitchFamily="49" charset="0"/>
              </a:rPr>
              <a:t>&lt;</a:t>
            </a:r>
            <a:r>
              <a:rPr lang="es-ES" noProof="0" dirty="0">
                <a:solidFill>
                  <a:srgbClr val="FF7F7F"/>
                </a:solidFill>
                <a:latin typeface="Consolas" panose="020B0609020204030204" pitchFamily="49" charset="0"/>
              </a:rPr>
              <a:t>= 3</a:t>
            </a:r>
            <a:endParaRPr lang="es-ES" sz="1800" noProof="0" dirty="0">
              <a:solidFill>
                <a:srgbClr val="FF7F7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021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9" grpId="0" animBg="1"/>
      <p:bldP spid="99" grpId="0" animBg="1"/>
      <p:bldP spid="102" grpId="0" animBg="1"/>
      <p:bldP spid="2" grpId="0" animBg="1"/>
      <p:bldP spid="5" grpId="0"/>
      <p:bldP spid="7" grpId="0" animBg="1"/>
      <p:bldP spid="9" grpId="0"/>
      <p:bldP spid="15" grpId="0" animBg="1"/>
      <p:bldP spid="28" grpId="0" animBg="1"/>
      <p:bldP spid="37" grpId="0"/>
      <p:bldP spid="40" grpId="0"/>
      <p:bldP spid="41" grpId="0"/>
      <p:bldP spid="51" grpId="0"/>
      <p:bldP spid="52" grpId="0"/>
      <p:bldP spid="58" grpId="0"/>
      <p:bldP spid="59" grpId="0"/>
      <p:bldP spid="61" grpId="0"/>
      <p:bldP spid="6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F6054-58D1-9AE2-9DF4-CCF1B9879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CC7340-B363-01AF-9F9E-C70289020E6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s-ES" noProof="0" dirty="0"/>
                  <a:t>Código: enumeración exhaustiva para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i="1" noProof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i="1" noProof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s-ES" b="1" noProof="0" dirty="0"/>
                  <a:t> </a:t>
                </a:r>
                <a:endParaRPr lang="es-ES" b="1" i="1" baseline="30000" noProof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CC7340-B363-01AF-9F9E-C70289020E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834D9E4-F82C-17EC-F707-60E59F159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388" y="1632556"/>
            <a:ext cx="6263224" cy="45523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CEF3A33-122C-E502-A83F-4FB53E70662D}"/>
              </a:ext>
            </a:extLst>
          </p:cNvPr>
          <p:cNvSpPr/>
          <p:nvPr/>
        </p:nvSpPr>
        <p:spPr>
          <a:xfrm>
            <a:off x="4902200" y="3675803"/>
            <a:ext cx="4508500" cy="324697"/>
          </a:xfrm>
          <a:custGeom>
            <a:avLst/>
            <a:gdLst>
              <a:gd name="csX0" fmla="*/ 0 w 4508500"/>
              <a:gd name="csY0" fmla="*/ 324697 h 324697"/>
              <a:gd name="csX1" fmla="*/ 1485900 w 4508500"/>
              <a:gd name="csY1" fmla="*/ 32597 h 324697"/>
              <a:gd name="csX2" fmla="*/ 4508500 w 4508500"/>
              <a:gd name="csY2" fmla="*/ 19897 h 3246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08500" h="324697">
                <a:moveTo>
                  <a:pt x="0" y="324697"/>
                </a:moveTo>
                <a:cubicBezTo>
                  <a:pt x="367241" y="204047"/>
                  <a:pt x="734483" y="83397"/>
                  <a:pt x="1485900" y="32597"/>
                </a:cubicBezTo>
                <a:cubicBezTo>
                  <a:pt x="2237317" y="-18203"/>
                  <a:pt x="3372908" y="847"/>
                  <a:pt x="4508500" y="19897"/>
                </a:cubicBezTo>
              </a:path>
            </a:pathLst>
          </a:custGeom>
          <a:noFill/>
          <a:ln w="28575">
            <a:solidFill>
              <a:schemeClr val="accent2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3D83EC-45CE-48C7-E2B1-8AE35ABAC148}"/>
                  </a:ext>
                </a:extLst>
              </p:cNvPr>
              <p:cNvSpPr txBox="1"/>
              <p:nvPr/>
            </p:nvSpPr>
            <p:spPr>
              <a:xfrm>
                <a:off x="9265712" y="3321860"/>
                <a:ext cx="255482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2000" noProof="0" dirty="0">
                    <a:solidFill>
                      <a:schemeClr val="accent2"/>
                    </a:solidFill>
                    <a:latin typeface="+mj-lt"/>
                  </a:rPr>
                  <a:t>¿Por qué </a:t>
                </a:r>
                <a14:m>
                  <m:oMath xmlns:m="http://schemas.openxmlformats.org/officeDocument/2006/math">
                    <m:r>
                      <a:rPr lang="es-ES" sz="2000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s-ES" sz="2000" b="1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ES" sz="2000" b="1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s-ES" sz="2000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ES" sz="2000" b="1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s-ES" sz="2000" b="1" noProof="0" dirty="0">
                  <a:solidFill>
                    <a:schemeClr val="accent2"/>
                  </a:solidFill>
                  <a:latin typeface="+mj-lt"/>
                </a:endParaRPr>
              </a:p>
              <a:p>
                <a:pPr algn="ctr"/>
                <a:r>
                  <a:rPr lang="es-ES" sz="2000" b="0" noProof="0" dirty="0">
                    <a:solidFill>
                      <a:schemeClr val="accent2"/>
                    </a:solidFill>
                    <a:latin typeface="+mj-lt"/>
                  </a:rPr>
                  <a:t>y no </a:t>
                </a:r>
                <a14:m>
                  <m:oMath xmlns:m="http://schemas.openxmlformats.org/officeDocument/2006/math">
                    <m:r>
                      <a:rPr lang="es-ES" sz="2000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s-ES" sz="2000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ES" sz="2000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s-ES" sz="2000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==</m:t>
                    </m:r>
                    <m:r>
                      <a:rPr lang="es-ES" sz="2000" b="1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s-ES" sz="2000" noProof="0" dirty="0">
                    <a:solidFill>
                      <a:schemeClr val="accent2"/>
                    </a:solidFill>
                    <a:latin typeface="+mj-lt"/>
                  </a:rPr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3D83EC-45CE-48C7-E2B1-8AE35ABAC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712" y="3321860"/>
                <a:ext cx="2554824" cy="707886"/>
              </a:xfrm>
              <a:prstGeom prst="rect">
                <a:avLst/>
              </a:prstGeom>
              <a:blipFill>
                <a:blip r:embed="rId5"/>
                <a:stretch>
                  <a:fillRect t="-4310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7B99397-88AA-F93E-E993-5FA5760205C9}"/>
              </a:ext>
            </a:extLst>
          </p:cNvPr>
          <p:cNvSpPr txBox="1"/>
          <p:nvPr/>
        </p:nvSpPr>
        <p:spPr>
          <a:xfrm>
            <a:off x="2790952" y="1518150"/>
            <a:ext cx="6619748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c2_raiz_cuadrada_de_x_por_enumeracion_exhaustiva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784989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990F7-959E-A8C6-F558-082BE6A75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D23E6-60FC-7504-E89E-F0C70C727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/>
              <a:t> </a:t>
            </a:r>
            <a:r>
              <a:rPr lang="es-ES" noProof="0" dirty="0" err="1"/>
              <a:t>loops</a:t>
            </a:r>
            <a:r>
              <a:rPr lang="es-ES" noProof="0" dirty="0"/>
              <a:t>: ¿Que puede salir mal?</a:t>
            </a:r>
            <a:endParaRPr lang="es-ES" b="1" i="1" baseline="30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BC0F6-FE88-334F-EB1C-87B37C168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noProof="0" dirty="0"/>
              <a:t>No inicializar la variable de "adivinación" (n) </a:t>
            </a:r>
            <a:r>
              <a:rPr lang="es-ES" noProof="0" dirty="0">
                <a:sym typeface="Wingdings" panose="05000000000000000000" pitchFamily="2" charset="2"/>
              </a:rPr>
              <a:t> </a:t>
            </a:r>
            <a:r>
              <a:rPr lang="es-ES" noProof="0" dirty="0" err="1">
                <a:solidFill>
                  <a:srgbClr val="C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NameError</a:t>
            </a:r>
            <a:endParaRPr lang="es-ES" noProof="0" dirty="0">
              <a:solidFill>
                <a:srgbClr val="C00000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r>
              <a:rPr lang="es-ES" noProof="0" dirty="0">
                <a:latin typeface="+mj-lt"/>
              </a:rPr>
              <a:t>No definir bien la verificación </a:t>
            </a:r>
            <a:r>
              <a:rPr lang="es-ES" noProof="0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s-ES" noProof="0" dirty="0">
                <a:solidFill>
                  <a:srgbClr val="C00000"/>
                </a:solidFill>
                <a:latin typeface="+mj-lt"/>
                <a:sym typeface="Wingdings" panose="05000000000000000000" pitchFamily="2" charset="2"/>
              </a:rPr>
              <a:t>Bucle infinito</a:t>
            </a:r>
            <a:endParaRPr lang="es-ES" noProof="0" dirty="0">
              <a:latin typeface="+mj-lt"/>
            </a:endParaRPr>
          </a:p>
          <a:p>
            <a:pPr lvl="1"/>
            <a:r>
              <a:rPr lang="es-ES" noProof="0" dirty="0">
                <a:latin typeface="+mj-lt"/>
              </a:rPr>
              <a:t>ejemplo </a:t>
            </a:r>
            <a:r>
              <a:rPr lang="es-ES" b="1" noProof="0" dirty="0">
                <a:solidFill>
                  <a:srgbClr val="C00000"/>
                </a:solidFill>
                <a:latin typeface="Consolas" panose="020B0609020204030204" pitchFamily="49" charset="0"/>
              </a:rPr>
              <a:t>𝒏×𝒏==𝒙</a:t>
            </a:r>
            <a:r>
              <a:rPr lang="es-ES" b="1" noProof="0" dirty="0">
                <a:latin typeface="+mj-lt"/>
              </a:rPr>
              <a:t> </a:t>
            </a:r>
            <a:r>
              <a:rPr lang="es-ES" noProof="0" dirty="0">
                <a:latin typeface="+mj-lt"/>
              </a:rPr>
              <a:t>en vez de </a:t>
            </a:r>
            <a:r>
              <a:rPr lang="es-ES" b="1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𝒏×𝒏&lt;=𝒙</a:t>
            </a:r>
          </a:p>
          <a:p>
            <a:r>
              <a:rPr lang="es-ES" noProof="0" dirty="0">
                <a:latin typeface="+mj-lt"/>
              </a:rPr>
              <a:t>No definir bien el método de adivinación</a:t>
            </a:r>
            <a:r>
              <a:rPr lang="es-ES" noProof="0" dirty="0"/>
              <a:t> </a:t>
            </a:r>
            <a:r>
              <a:rPr lang="es-ES" noProof="0" dirty="0">
                <a:sym typeface="Wingdings" panose="05000000000000000000" pitchFamily="2" charset="2"/>
              </a:rPr>
              <a:t> </a:t>
            </a:r>
            <a:r>
              <a:rPr lang="es-ES" noProof="0" dirty="0">
                <a:solidFill>
                  <a:srgbClr val="C00000"/>
                </a:solidFill>
                <a:latin typeface="+mj-lt"/>
                <a:sym typeface="Wingdings" panose="05000000000000000000" pitchFamily="2" charset="2"/>
              </a:rPr>
              <a:t>Bucle infinito</a:t>
            </a:r>
            <a:endParaRPr lang="es-ES" noProof="0" dirty="0">
              <a:latin typeface="+mj-lt"/>
            </a:endParaRPr>
          </a:p>
          <a:p>
            <a:pPr lvl="1"/>
            <a:r>
              <a:rPr lang="es-ES" noProof="0" dirty="0">
                <a:latin typeface="+mj-lt"/>
              </a:rPr>
              <a:t>ejemplo </a:t>
            </a:r>
            <a:r>
              <a:rPr lang="es-ES" b="1" noProof="0" dirty="0">
                <a:solidFill>
                  <a:srgbClr val="C00000"/>
                </a:solidFill>
                <a:latin typeface="Consolas" panose="020B0609020204030204" pitchFamily="49" charset="0"/>
              </a:rPr>
              <a:t>𝒏=𝒏</a:t>
            </a:r>
            <a:r>
              <a:rPr lang="es-ES" b="1" noProof="0" dirty="0">
                <a:latin typeface="+mj-lt"/>
              </a:rPr>
              <a:t> </a:t>
            </a:r>
            <a:r>
              <a:rPr lang="es-ES" noProof="0" dirty="0">
                <a:latin typeface="+mj-lt"/>
              </a:rPr>
              <a:t>en vez de </a:t>
            </a:r>
            <a:r>
              <a:rPr lang="es-ES" b="1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𝒏=𝒏+1</a:t>
            </a:r>
          </a:p>
        </p:txBody>
      </p:sp>
    </p:spTree>
    <p:extLst>
      <p:ext uri="{BB962C8B-B14F-4D97-AF65-F5344CB8AC3E}">
        <p14:creationId xmlns:p14="http://schemas.microsoft.com/office/powerpoint/2010/main" val="3843621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6E65-DB8B-A3EA-DA58-17B5C21D5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A908D-D808-0C63-5585-F8C3762F7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/>
              <a:t> </a:t>
            </a:r>
            <a:r>
              <a:rPr lang="es-ES" noProof="0" dirty="0" err="1"/>
              <a:t>loops</a:t>
            </a:r>
            <a:r>
              <a:rPr lang="es-ES" noProof="0" dirty="0"/>
              <a:t>:</a:t>
            </a:r>
            <a:br>
              <a:rPr lang="es-ES" noProof="0" dirty="0"/>
            </a:br>
            <a:r>
              <a:rPr lang="es-ES" noProof="0" dirty="0"/>
              <a:t>hay que planear una </a:t>
            </a:r>
            <a:r>
              <a:rPr lang="es-ES" b="1" noProof="0" dirty="0"/>
              <a:t>función de decremento</a:t>
            </a:r>
            <a:endParaRPr lang="es-ES" b="1" i="1" baseline="300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8DDA3-2CDE-6A26-2ECF-E40308267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noProof="0" dirty="0">
                    <a:latin typeface="+mj-lt"/>
                  </a:rPr>
                  <a:t>La función de decremento debe ir haciéndose más chica a medida que aumentan las iteraciones para poder escapar en algún momento</a:t>
                </a:r>
              </a:p>
              <a:p>
                <a:r>
                  <a:rPr lang="es-ES" noProof="0" dirty="0">
                    <a:latin typeface="+mj-lt"/>
                  </a:rPr>
                  <a:t>Propiedades: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s-ES" noProof="0" dirty="0">
                    <a:latin typeface="+mj-lt"/>
                  </a:rPr>
                  <a:t>Mapea un grupo de variables a un número (</a:t>
                </a:r>
                <a:r>
                  <a:rPr lang="es-ES" noProof="0" dirty="0">
                    <a:latin typeface="Consolas" panose="020B0609020204030204" pitchFamily="49" charset="0"/>
                  </a:rPr>
                  <a:t> F </a:t>
                </a:r>
                <a:r>
                  <a:rPr lang="es-ES" noProof="0" dirty="0">
                    <a:latin typeface="+mj-lt"/>
                  </a:rPr>
                  <a:t>)</a:t>
                </a:r>
                <a:endParaRPr lang="es-ES" noProof="0" dirty="0">
                  <a:solidFill>
                    <a:schemeClr val="accent2"/>
                  </a:solidFill>
                  <a:latin typeface="Consolas" panose="020B0609020204030204" pitchFamily="49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s-ES" noProof="0" dirty="0">
                    <a:latin typeface="+mj-lt"/>
                  </a:rPr>
                  <a:t>Cuando entramos al bucle: su valor no es negativo (</a:t>
                </a:r>
                <a:r>
                  <a:rPr lang="es-ES" noProof="0" dirty="0">
                    <a:latin typeface="Consolas" panose="020B0609020204030204" pitchFamily="49" charset="0"/>
                  </a:rPr>
                  <a:t> F1 &gt; 0 </a:t>
                </a:r>
                <a:r>
                  <a:rPr lang="es-ES" noProof="0" dirty="0">
                    <a:latin typeface="+mj-lt"/>
                  </a:rPr>
                  <a:t>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s-ES" noProof="0" dirty="0">
                    <a:latin typeface="+mj-lt"/>
                  </a:rPr>
                  <a:t>Su valor va haciéndose más pequeño con cada iteración </a:t>
                </a:r>
                <a:r>
                  <a:rPr lang="es-ES" noProof="0" dirty="0"/>
                  <a:t>( </a:t>
                </a:r>
                <a:r>
                  <a:rPr lang="es-ES" noProof="0" dirty="0">
                    <a:latin typeface="Consolas" panose="020B0609020204030204" pitchFamily="49" charset="0"/>
                  </a:rPr>
                  <a:t>F2 &lt; F1 </a:t>
                </a:r>
                <a:r>
                  <a:rPr lang="es-ES" noProof="0" dirty="0"/>
                  <a:t>)</a:t>
                </a:r>
                <a:endParaRPr lang="es-ES" noProof="0" dirty="0">
                  <a:latin typeface="+mj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s-ES" noProof="0" dirty="0">
                    <a:latin typeface="+mj-lt"/>
                  </a:rPr>
                  <a:t>Cuando se vuelve negativo, salimos del bucle </a:t>
                </a:r>
                <a:r>
                  <a:rPr lang="es-ES" noProof="0" dirty="0"/>
                  <a:t>(</a:t>
                </a:r>
                <a:r>
                  <a:rPr lang="es-ES" noProof="0" dirty="0">
                    <a:latin typeface="Consolas" panose="020B0609020204030204" pitchFamily="49" charset="0"/>
                  </a:rPr>
                  <a:t> F &lt;= 0 </a:t>
                </a:r>
                <a:r>
                  <a:rPr lang="es-ES" noProof="0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 </a:t>
                </a:r>
                <a:r>
                  <a:rPr lang="es-ES" noProof="0" dirty="0">
                    <a:solidFill>
                      <a:schemeClr val="accent5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break</a:t>
                </a:r>
                <a:r>
                  <a:rPr lang="es-ES" noProof="0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 </a:t>
                </a:r>
                <a:r>
                  <a:rPr lang="es-ES" noProof="0" dirty="0"/>
                  <a:t>)</a:t>
                </a:r>
              </a:p>
              <a:p>
                <a:r>
                  <a:rPr lang="es-ES" noProof="0" dirty="0"/>
                  <a:t>En el caso de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i="1" noProof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i="1" noProof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s-ES" b="1" noProof="0" dirty="0"/>
                  <a:t> </a:t>
                </a:r>
                <a:r>
                  <a:rPr lang="es-ES" noProof="0" dirty="0">
                    <a:latin typeface="+mj-lt"/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es-ES" noProof="0" dirty="0">
                    <a:latin typeface="Consolas" panose="020B0609020204030204" pitchFamily="49" charset="0"/>
                  </a:rPr>
                  <a:t>F = x – (n * 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8DDA3-2CDE-6A26-2ECF-E40308267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924FEEE-DBEE-615D-B513-D0C8370C045F}"/>
              </a:ext>
            </a:extLst>
          </p:cNvPr>
          <p:cNvCxnSpPr/>
          <p:nvPr/>
        </p:nvCxnSpPr>
        <p:spPr>
          <a:xfrm flipV="1">
            <a:off x="7264400" y="5727700"/>
            <a:ext cx="0" cy="2921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884EC8-AAA3-256C-0619-F78332033095}"/>
              </a:ext>
            </a:extLst>
          </p:cNvPr>
          <p:cNvSpPr txBox="1"/>
          <p:nvPr/>
        </p:nvSpPr>
        <p:spPr>
          <a:xfrm>
            <a:off x="6743700" y="5915353"/>
            <a:ext cx="10413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n+1</a:t>
            </a:r>
            <a:endParaRPr lang="es-ES" noProof="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091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E14EA-7EAF-F0BD-D6B2-C853735C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48FE5-E6A4-F71C-D20C-3B879097F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Función de decremento</a:t>
            </a:r>
            <a:endParaRPr lang="es-ES" i="1" baseline="30000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7E4B7B-0202-1AF7-7C75-FD4AAE5C5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1638300"/>
            <a:ext cx="5572358" cy="4546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F4D2F9-9CE0-2195-B57C-3685F044F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924" y="1987324"/>
            <a:ext cx="3057952" cy="1619476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7EC2CB-546B-8F99-FC52-360E8952D6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24" y="4259162"/>
            <a:ext cx="3077004" cy="1438476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A241E0F-FD66-0590-7F23-3A499134E0D3}"/>
              </a:ext>
            </a:extLst>
          </p:cNvPr>
          <p:cNvSpPr/>
          <p:nvPr/>
        </p:nvSpPr>
        <p:spPr>
          <a:xfrm>
            <a:off x="1917700" y="4432300"/>
            <a:ext cx="4800600" cy="5588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0A814-6156-FE88-5B2E-1B23ABD2BA1C}"/>
              </a:ext>
            </a:extLst>
          </p:cNvPr>
          <p:cNvSpPr txBox="1"/>
          <p:nvPr/>
        </p:nvSpPr>
        <p:spPr>
          <a:xfrm>
            <a:off x="281434" y="1430383"/>
            <a:ext cx="7422490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c3_raiz_cuadrada_de_x_por_enumeracion_exhaustiva_con_F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2773004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19F24-A2FC-E705-079F-976CE2D6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C39490-3CAA-BC19-BEC7-BE1C687B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2</a:t>
            </a:r>
            <a:r>
              <a:rPr lang="es-ES" dirty="0"/>
              <a:t> (para hacer en casa)</a:t>
            </a:r>
            <a:endParaRPr lang="es-E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40044D-35E9-BA80-370A-73E450D47D0B}"/>
                  </a:ext>
                </a:extLst>
              </p:cNvPr>
              <p:cNvSpPr txBox="1"/>
              <p:nvPr/>
            </p:nvSpPr>
            <p:spPr>
              <a:xfrm>
                <a:off x="499807" y="1589088"/>
                <a:ext cx="5696038" cy="2597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u="sng" noProof="0" dirty="0"/>
                  <a:t>Reescribir el programa</a:t>
                </a:r>
                <a:r>
                  <a:rPr lang="es-ES" b="1" u="sng" noProof="0" dirty="0"/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b="1" i="1" u="sng" noProof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s-ES" b="1" i="1" u="sng" noProof="0">
                            <a:latin typeface="Cambria Math" panose="02040503050406030204" pitchFamily="18" charset="0"/>
                          </a:rPr>
                          <m:t>𝟐</m:t>
                        </m:r>
                      </m:deg>
                      <m:e>
                        <m:r>
                          <a:rPr lang="es-ES" b="1" i="1" u="sng" noProof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rad>
                  </m:oMath>
                </a14:m>
                <a:r>
                  <a:rPr lang="es-ES" u="sng" noProof="0" dirty="0"/>
                  <a:t> para que</a:t>
                </a:r>
                <a:r>
                  <a:rPr lang="es-ES" noProof="0" dirty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Tome como input cualquier entero </a:t>
                </a:r>
                <a14:m>
                  <m:oMath xmlns:m="http://schemas.openxmlformats.org/officeDocument/2006/math">
                    <m:r>
                      <a:rPr lang="es-ES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s-E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s-ES" noProof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s-ES" b="0" i="0" noProof="0" smtClean="0">
                        <a:latin typeface="Cambria Math" panose="02040503050406030204" pitchFamily="18" charset="0"/>
                      </a:rPr>
                      <m:t>&lt;+</m:t>
                    </m:r>
                    <m:r>
                      <a:rPr lang="es-ES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Calcule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b="1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s-ES" b="1" i="1" noProof="0" smtClean="0">
                            <a:latin typeface="Cambria Math" panose="02040503050406030204" pitchFamily="18" charset="0"/>
                          </a:rPr>
                          <m:t>𝟑</m:t>
                        </m:r>
                      </m:deg>
                      <m:e>
                        <m:r>
                          <a:rPr lang="es-ES" b="1" i="1" noProof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rad>
                  </m:oMath>
                </a14:m>
                <a:r>
                  <a:rPr lang="es-ES" noProof="0" dirty="0"/>
                  <a:t> utilizando enumeración exhaustiva</a:t>
                </a:r>
              </a:p>
              <a:p>
                <a:endParaRPr lang="es-ES" noProof="0" dirty="0"/>
              </a:p>
              <a:p>
                <a:pPr lvl="0" algn="ctr"/>
                <a:r>
                  <a:rPr lang="es-ES" u="sng" noProof="0" dirty="0"/>
                  <a:t>RECOMENDACIONES</a:t>
                </a:r>
              </a:p>
              <a:p>
                <a:pPr lvl="0"/>
                <a:r>
                  <a:rPr lang="es-ES" noProof="0" dirty="0"/>
                  <a:t>1</a:t>
                </a:r>
                <a:r>
                  <a:rPr lang="es-ES" baseline="30000" noProof="0" dirty="0"/>
                  <a:t>ero</a:t>
                </a:r>
                <a:r>
                  <a:rPr lang="es-ES" noProof="0" dirty="0"/>
                  <a:t>)	</a:t>
                </a:r>
                <a:r>
                  <a:rPr lang="es-ES" b="1" noProof="0" dirty="0"/>
                  <a:t>Pensar que es necesario para iterar sobre 	negativos</a:t>
                </a:r>
                <a:r>
                  <a:rPr lang="es-ES" noProof="0" dirty="0"/>
                  <a:t>: ver que pasa usando </a:t>
                </a:r>
                <a:r>
                  <a:rPr lang="es-ES" noProof="0" dirty="0" err="1"/>
                  <a:t>range</a:t>
                </a:r>
                <a:r>
                  <a:rPr lang="es-ES" noProof="0" dirty="0"/>
                  <a:t>(-5).</a:t>
                </a:r>
              </a:p>
              <a:p>
                <a:r>
                  <a:rPr lang="es-ES" noProof="0" dirty="0"/>
                  <a:t>2</a:t>
                </a:r>
                <a:r>
                  <a:rPr lang="es-ES" baseline="30000" noProof="0" dirty="0"/>
                  <a:t>do</a:t>
                </a:r>
                <a:r>
                  <a:rPr lang="es-ES" noProof="0" dirty="0"/>
                  <a:t>) 	</a:t>
                </a:r>
                <a:r>
                  <a:rPr lang="es-ES" b="1" noProof="0" dirty="0"/>
                  <a:t>Pensar cual es la nueva función de 	decremento (F)</a:t>
                </a:r>
                <a:r>
                  <a:rPr lang="es-ES" noProof="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40044D-35E9-BA80-370A-73E450D47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07" y="1589088"/>
                <a:ext cx="5696038" cy="2597762"/>
              </a:xfrm>
              <a:prstGeom prst="rect">
                <a:avLst/>
              </a:prstGeom>
              <a:blipFill>
                <a:blip r:embed="rId2"/>
                <a:stretch>
                  <a:fillRect l="-964" t="-939" b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9436AAC-3C7E-F2FE-CA7D-B2C2EAEB764F}"/>
              </a:ext>
            </a:extLst>
          </p:cNvPr>
          <p:cNvSpPr txBox="1"/>
          <p:nvPr/>
        </p:nvSpPr>
        <p:spPr>
          <a:xfrm>
            <a:off x="6237893" y="1589088"/>
            <a:ext cx="55015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Solo usar</a:t>
            </a:r>
            <a:r>
              <a:rPr lang="es-ES" noProof="0" dirty="0"/>
              <a:t>:</a:t>
            </a:r>
          </a:p>
          <a:p>
            <a:pPr algn="ctr"/>
            <a:endParaRPr lang="es-ES" noProof="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Ramificación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 err="1">
                <a:latin typeface="Consolas" panose="020B0609020204030204" pitchFamily="49" charset="0"/>
              </a:rPr>
              <a:t>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else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Operaciones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+, -, *, /,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Comparaciones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==, !=, &lt;=, &gt;,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Lógica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and, </a:t>
            </a:r>
            <a:r>
              <a:rPr lang="es-ES" noProof="0" dirty="0" err="1">
                <a:latin typeface="Consolas" panose="020B0609020204030204" pitchFamily="49" charset="0"/>
              </a:rPr>
              <a:t>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not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/>
              <a:t>Iteración</a:t>
            </a:r>
            <a:r>
              <a:rPr lang="es-ES" noProof="0" dirty="0"/>
              <a:t>		(</a:t>
            </a:r>
            <a:r>
              <a:rPr lang="es-ES" noProof="0" dirty="0" err="1">
                <a:latin typeface="Consolas" panose="020B0609020204030204" pitchFamily="49" charset="0"/>
              </a:rPr>
              <a:t>for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while</a:t>
            </a:r>
            <a:r>
              <a:rPr lang="es-ES" noProof="0" dirty="0">
                <a:latin typeface="Consolas" panose="020B0609020204030204" pitchFamily="49" charset="0"/>
              </a:rPr>
              <a:t>, break</a:t>
            </a:r>
            <a:r>
              <a:rPr lang="es-ES" noProof="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E33C20-CF27-D687-81F7-53C5B2011187}"/>
                  </a:ext>
                </a:extLst>
              </p:cNvPr>
              <p:cNvSpPr txBox="1"/>
              <p:nvPr/>
            </p:nvSpPr>
            <p:spPr>
              <a:xfrm>
                <a:off x="749299" y="4720098"/>
                <a:ext cx="10693402" cy="13062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s-ES" sz="3600" b="1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3600" b="1" i="1" noProof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g>
                        <m:e>
                          <m:r>
                            <a:rPr lang="es-ES" sz="36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rad>
                      <m:r>
                        <a:rPr lang="es-ES" sz="36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6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s-ES" sz="3600" b="1" i="1" noProof="0" smtClean="0">
                          <a:latin typeface="Cambria Math" panose="02040503050406030204" pitchFamily="18" charset="0"/>
                        </a:rPr>
                        <m:t> ⟺ </m:t>
                      </m:r>
                      <m:sSup>
                        <m:sSupPr>
                          <m:ctrlPr>
                            <a:rPr lang="es-ES" sz="36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36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s-ES" sz="3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sz="3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6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36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36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ES" sz="36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36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ES" sz="36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600" i="1" noProof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sz="3600" i="1" noProof="0" dirty="0">
                  <a:latin typeface="Cambria Math" panose="02040503050406030204" pitchFamily="18" charset="0"/>
                </a:endParaRPr>
              </a:p>
              <a:p>
                <a:endParaRPr lang="es-ES" sz="1600" b="0" i="0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s-ES" sz="3200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noProof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3200" noProof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s-ES" sz="3200" b="0" noProof="0">
                              <a:latin typeface="Cambria Math" panose="02040503050406030204" pitchFamily="18" charset="0"/>
                            </a:rPr>
                            <m:t>ℤ</m:t>
                          </m:r>
                          <m:r>
                            <a:rPr lang="es-ES" sz="3200" b="0" i="0" noProof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s-ES" sz="3200" noProof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3200" noProof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s-ES" sz="3200" noProof="0">
                              <a:latin typeface="Cambria Math" panose="02040503050406030204" pitchFamily="18" charset="0"/>
                            </a:rPr>
                            <m:t>ℤ</m:t>
                          </m:r>
                          <m:r>
                            <a:rPr lang="es-ES" sz="3200" b="0" i="0" strike="sngStrike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; </m:t>
                          </m:r>
                          <m:r>
                            <a:rPr lang="es-ES" sz="3200" strike="sngStrike" noProof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3200" b="0" i="0" strike="sngStrike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es-ES" sz="32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E33C20-CF27-D687-81F7-53C5B2011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99" y="4720098"/>
                <a:ext cx="10693402" cy="13062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6657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3A023-641E-29DA-AC28-F6E575234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roup 322">
            <a:extLst>
              <a:ext uri="{FF2B5EF4-FFF2-40B4-BE49-F238E27FC236}">
                <a16:creationId xmlns:a16="http://schemas.microsoft.com/office/drawing/2014/main" id="{ECBDDCC7-7C9C-019D-099A-15E021FEAF69}"/>
              </a:ext>
            </a:extLst>
          </p:cNvPr>
          <p:cNvGrpSpPr/>
          <p:nvPr/>
        </p:nvGrpSpPr>
        <p:grpSpPr>
          <a:xfrm>
            <a:off x="9627339" y="2477587"/>
            <a:ext cx="674286" cy="340804"/>
            <a:chOff x="7702717" y="2138490"/>
            <a:chExt cx="674286" cy="340804"/>
          </a:xfrm>
        </p:grpSpPr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7E1D7DF1-F3AE-38F1-8688-F241E10EDE49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F9843DCF-7FBF-C73E-2BAB-1C4F92C7670D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0F52F2A4-8BE6-3910-23C6-1332BB1E9F5A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DB731B42-8BAC-A9C4-8D08-FDA71D58F3B4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FB2397A3-D5BF-DE7E-F944-B94D967B8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3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F3062C-5D91-3A4C-A6F7-4824EECD3015}"/>
              </a:ext>
            </a:extLst>
          </p:cNvPr>
          <p:cNvGrpSpPr/>
          <p:nvPr/>
        </p:nvGrpSpPr>
        <p:grpSpPr>
          <a:xfrm>
            <a:off x="9164668" y="3085987"/>
            <a:ext cx="433812" cy="332704"/>
            <a:chOff x="7839715" y="2553300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BF2539F2-F410-4C65-2399-20465EDA8D07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A1F63957-014D-06C6-9262-9577D1250085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5CB41118-CD7B-978B-0F38-55E610836CBC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8950D801-0C10-A2D1-089D-A3CEEAA52249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399D9281-023C-A20C-612C-26D9055E0B89}"/>
              </a:ext>
            </a:extLst>
          </p:cNvPr>
          <p:cNvGrpSpPr/>
          <p:nvPr/>
        </p:nvGrpSpPr>
        <p:grpSpPr>
          <a:xfrm>
            <a:off x="9617186" y="2955135"/>
            <a:ext cx="433812" cy="332704"/>
            <a:chOff x="8292233" y="2422448"/>
            <a:chExt cx="433812" cy="33270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B134734-D5C1-4848-BB35-5A8E8C843A6C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BD41B0F-2380-BFD3-8462-1949532CB5F6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6E50CAFB-5A63-D23C-D6F8-31DA09C99EAF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35" name="Oval 134">
            <a:extLst>
              <a:ext uri="{FF2B5EF4-FFF2-40B4-BE49-F238E27FC236}">
                <a16:creationId xmlns:a16="http://schemas.microsoft.com/office/drawing/2014/main" id="{3D362E7F-7C01-F1F3-5805-B72605793381}"/>
              </a:ext>
            </a:extLst>
          </p:cNvPr>
          <p:cNvSpPr/>
          <p:nvPr/>
        </p:nvSpPr>
        <p:spPr>
          <a:xfrm>
            <a:off x="9709968" y="3186152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D821414E-9FDC-9C70-CD24-7981EF2B0B32}"/>
              </a:ext>
            </a:extLst>
          </p:cNvPr>
          <p:cNvSpPr/>
          <p:nvPr/>
        </p:nvSpPr>
        <p:spPr>
          <a:xfrm>
            <a:off x="9976802" y="3385693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0CCA909-C475-824A-D65C-5F828791EEF1}"/>
              </a:ext>
            </a:extLst>
          </p:cNvPr>
          <p:cNvGrpSpPr/>
          <p:nvPr/>
        </p:nvGrpSpPr>
        <p:grpSpPr>
          <a:xfrm>
            <a:off x="1570621" y="3004577"/>
            <a:ext cx="547272" cy="332704"/>
            <a:chOff x="2616513" y="2273732"/>
            <a:chExt cx="547272" cy="332704"/>
          </a:xfrm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6EB3D9BB-7CD1-BAC3-00DC-BADB395D3403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F749AE6B-289E-253F-D874-8C67F010925A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B68CD5F-35AE-FAD7-866B-C5D6F95469D8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BA769224-BF01-6847-4926-F1AFF0C7ED81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81784135-05F1-4FB9-BF43-CF533E2A5BDE}"/>
              </a:ext>
            </a:extLst>
          </p:cNvPr>
          <p:cNvSpPr/>
          <p:nvPr/>
        </p:nvSpPr>
        <p:spPr>
          <a:xfrm>
            <a:off x="10063460" y="3356679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D28AE814-4E06-FB7B-EABB-C47FBC148A12}"/>
              </a:ext>
            </a:extLst>
          </p:cNvPr>
          <p:cNvGrpSpPr/>
          <p:nvPr/>
        </p:nvGrpSpPr>
        <p:grpSpPr>
          <a:xfrm>
            <a:off x="9775405" y="2753997"/>
            <a:ext cx="433812" cy="332704"/>
            <a:chOff x="8450452" y="2221310"/>
            <a:chExt cx="433812" cy="332704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CFE887D-FF69-CC9A-550F-E04537EA24CC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40F7187A-13C0-8E9C-2683-CBCAB5E2FB71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0F768BC5-EC88-C591-33E2-B513A56BAD03}"/>
              </a:ext>
            </a:extLst>
          </p:cNvPr>
          <p:cNvGrpSpPr/>
          <p:nvPr/>
        </p:nvGrpSpPr>
        <p:grpSpPr>
          <a:xfrm>
            <a:off x="8901785" y="2888606"/>
            <a:ext cx="433812" cy="332704"/>
            <a:chOff x="7576832" y="2355919"/>
            <a:chExt cx="433812" cy="332704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DD371632-8E0C-2E55-6DEA-F15E7EF5615A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71FC403B-2B2E-9778-A91A-A159629CF278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CBCD63FC-B5C6-B732-25E8-FF00BDA55BB3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BCE1E66A-3C48-B7E7-C1E5-523B37335135}"/>
              </a:ext>
            </a:extLst>
          </p:cNvPr>
          <p:cNvGrpSpPr/>
          <p:nvPr/>
        </p:nvGrpSpPr>
        <p:grpSpPr>
          <a:xfrm>
            <a:off x="10230945" y="2707758"/>
            <a:ext cx="433812" cy="332704"/>
            <a:chOff x="8905992" y="2175071"/>
            <a:chExt cx="433812" cy="332704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04321587-A4AF-7FC6-0085-9FACFF68A2A0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B00618D-4C84-BCA8-C6D9-AEB70B456B31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36F5D8A-F4D3-9F78-DCA7-E3EFF252B99A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71984FBF-3468-915B-F70A-19D82B1397C9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CE5FE13-AFFA-8038-F518-F6D3CA031A32}"/>
              </a:ext>
            </a:extLst>
          </p:cNvPr>
          <p:cNvGrpSpPr/>
          <p:nvPr/>
        </p:nvGrpSpPr>
        <p:grpSpPr>
          <a:xfrm>
            <a:off x="10484528" y="3069262"/>
            <a:ext cx="433812" cy="332704"/>
            <a:chOff x="9309655" y="2557406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753B16D-6DAD-E2B9-94F9-F74C27F9C7BC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538B7C7A-CEE2-3180-F544-00337A5371A8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3078A98E-2440-DCF0-3674-3E574C4727EE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BB831C30-CFB8-ABAB-A7DF-7EFB1E5F2886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6B4CD29-8464-5993-2526-5A680A5E5718}"/>
              </a:ext>
            </a:extLst>
          </p:cNvPr>
          <p:cNvGrpSpPr/>
          <p:nvPr/>
        </p:nvGrpSpPr>
        <p:grpSpPr>
          <a:xfrm>
            <a:off x="10111364" y="3052563"/>
            <a:ext cx="480707" cy="335455"/>
            <a:chOff x="8786411" y="2519876"/>
            <a:chExt cx="480707" cy="335455"/>
          </a:xfrm>
        </p:grpSpPr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AF72904-167A-B23F-27F1-7D5B3BDF05CA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F43094E-DB74-B69E-A242-B7ACF9743595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4BA907A-E3A3-4579-B454-CDA9E3ADCB82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4D4201C-452D-6628-0AD5-61A1028CE25C}"/>
              </a:ext>
            </a:extLst>
          </p:cNvPr>
          <p:cNvGrpSpPr/>
          <p:nvPr/>
        </p:nvGrpSpPr>
        <p:grpSpPr>
          <a:xfrm rot="13449155">
            <a:off x="9027670" y="2671177"/>
            <a:ext cx="674286" cy="340804"/>
            <a:chOff x="7702717" y="2138490"/>
            <a:chExt cx="674286" cy="340804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573728FE-14A3-73B6-0B7B-FE8FFBED2FF4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0BD456A3-0D57-5D83-A1E4-FE6466DBBED6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82F1F188-1853-EF89-C23B-C8EB9D1AA210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BEC86CC3-10A7-78BF-B8EE-E7AE4A221230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43BDD9D-A41E-5F5F-03E0-69AACC25D1EA}"/>
              </a:ext>
            </a:extLst>
          </p:cNvPr>
          <p:cNvGrpSpPr/>
          <p:nvPr/>
        </p:nvGrpSpPr>
        <p:grpSpPr>
          <a:xfrm>
            <a:off x="1183294" y="3299547"/>
            <a:ext cx="433812" cy="332704"/>
            <a:chOff x="8292233" y="2422448"/>
            <a:chExt cx="433812" cy="332704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A9E8786A-6730-49C2-7D12-E6C23B4A1583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D37280BB-5F05-F341-21AB-A2F071B86E5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1D6AF49F-B294-530D-6F92-9370665EE148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88664513-EBCA-D0AC-B8A9-EC16977D7BF6}"/>
              </a:ext>
            </a:extLst>
          </p:cNvPr>
          <p:cNvGrpSpPr/>
          <p:nvPr/>
        </p:nvGrpSpPr>
        <p:grpSpPr>
          <a:xfrm>
            <a:off x="3559961" y="2953777"/>
            <a:ext cx="547272" cy="332704"/>
            <a:chOff x="2616513" y="2273732"/>
            <a:chExt cx="547272" cy="332704"/>
          </a:xfrm>
        </p:grpSpPr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BABE0103-2FC6-B482-6D8F-0150EBBE8CD8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CA65E4DA-6FC5-3699-607F-F69C6212C13E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3F406935-4CD0-E7C9-6B07-B085064B7BB9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1C7821F9-A3BC-92C1-1C39-07F26C299431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BE4D6418-8767-E953-F889-F572DC9B9285}"/>
              </a:ext>
            </a:extLst>
          </p:cNvPr>
          <p:cNvGrpSpPr/>
          <p:nvPr/>
        </p:nvGrpSpPr>
        <p:grpSpPr>
          <a:xfrm>
            <a:off x="2985303" y="3232302"/>
            <a:ext cx="433812" cy="332704"/>
            <a:chOff x="8292233" y="2422448"/>
            <a:chExt cx="433812" cy="332704"/>
          </a:xfrm>
        </p:grpSpPr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F43B99A4-ECEA-755C-AAA4-44B70E23A821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AFA543B8-198F-B245-3B92-24F449E7300C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899D76B4-E423-CAFE-704F-A63758B25722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850A09B6-01C9-26D9-C6ED-A4404628856C}"/>
              </a:ext>
            </a:extLst>
          </p:cNvPr>
          <p:cNvGrpSpPr/>
          <p:nvPr/>
        </p:nvGrpSpPr>
        <p:grpSpPr>
          <a:xfrm>
            <a:off x="3450160" y="3338111"/>
            <a:ext cx="433812" cy="332704"/>
            <a:chOff x="7839715" y="2553300"/>
            <a:chExt cx="433812" cy="332704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D7D08AF7-4582-5317-24E8-DD68360E6128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ACF91663-6669-AAED-98B9-B19ED72414F7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3B659B51-85A8-08EC-4D24-145D9BFAC56E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DE2DFC6B-620C-30F6-EAB7-1503C87DAC8C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7A06FB96-881F-16B4-A024-E8457F4C15ED}"/>
              </a:ext>
            </a:extLst>
          </p:cNvPr>
          <p:cNvGrpSpPr/>
          <p:nvPr/>
        </p:nvGrpSpPr>
        <p:grpSpPr>
          <a:xfrm>
            <a:off x="3058076" y="2845797"/>
            <a:ext cx="433812" cy="332704"/>
            <a:chOff x="8905992" y="2175071"/>
            <a:chExt cx="433812" cy="332704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EBE21F81-9A04-83C3-55C8-BAB8D7BF2E4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D0C596DC-E36B-1201-A01F-D9D9606046F5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C145B43B-8147-A0C7-814E-2B3BD6FC6550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DE7D175E-F055-72F0-D490-C142594D8C8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A36BDACA-1124-5866-1B33-CB0A3D770F68}"/>
              </a:ext>
            </a:extLst>
          </p:cNvPr>
          <p:cNvGrpSpPr/>
          <p:nvPr/>
        </p:nvGrpSpPr>
        <p:grpSpPr>
          <a:xfrm>
            <a:off x="8728504" y="3394937"/>
            <a:ext cx="433812" cy="332704"/>
            <a:chOff x="7839715" y="2553300"/>
            <a:chExt cx="433812" cy="332704"/>
          </a:xfrm>
        </p:grpSpPr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6CE5A657-F729-2875-868E-014AE6DF8F61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6B09315A-224D-1F70-A11B-DE823037DDB0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2AB81C66-86AD-14B4-83C0-BF63BDBE8307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EBE6B1F8-F5C0-A6B9-B556-BBFD20422155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EAB34C13-A308-DA0E-2402-6973A5BFB1AA}"/>
              </a:ext>
            </a:extLst>
          </p:cNvPr>
          <p:cNvGrpSpPr/>
          <p:nvPr/>
        </p:nvGrpSpPr>
        <p:grpSpPr>
          <a:xfrm>
            <a:off x="9181022" y="3264085"/>
            <a:ext cx="433812" cy="332704"/>
            <a:chOff x="8292233" y="2422448"/>
            <a:chExt cx="433812" cy="332704"/>
          </a:xfrm>
        </p:grpSpPr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CFDB1A68-05BA-A5BE-5FC4-4DDFB350071F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6A0A4174-1D09-128C-A2C0-8CD9C397849D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892673C4-A54D-14DC-22CF-6D759533AF80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32" name="Oval 231">
            <a:extLst>
              <a:ext uri="{FF2B5EF4-FFF2-40B4-BE49-F238E27FC236}">
                <a16:creationId xmlns:a16="http://schemas.microsoft.com/office/drawing/2014/main" id="{007ED8EF-C2D2-B5E3-325D-3AF84CC89333}"/>
              </a:ext>
            </a:extLst>
          </p:cNvPr>
          <p:cNvSpPr/>
          <p:nvPr/>
        </p:nvSpPr>
        <p:spPr>
          <a:xfrm>
            <a:off x="9273804" y="3495102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F0C7C8B2-DCC9-0AAB-E596-F9409834F589}"/>
              </a:ext>
            </a:extLst>
          </p:cNvPr>
          <p:cNvSpPr/>
          <p:nvPr/>
        </p:nvSpPr>
        <p:spPr>
          <a:xfrm>
            <a:off x="9540638" y="3694643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BE78FF64-FBB6-F395-1170-25F9961D9614}"/>
              </a:ext>
            </a:extLst>
          </p:cNvPr>
          <p:cNvSpPr/>
          <p:nvPr/>
        </p:nvSpPr>
        <p:spPr>
          <a:xfrm>
            <a:off x="9627296" y="3665629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D09FF3F8-2A5A-8B05-D758-DA46170833B4}"/>
              </a:ext>
            </a:extLst>
          </p:cNvPr>
          <p:cNvGrpSpPr/>
          <p:nvPr/>
        </p:nvGrpSpPr>
        <p:grpSpPr>
          <a:xfrm>
            <a:off x="9331030" y="3101246"/>
            <a:ext cx="433812" cy="332704"/>
            <a:chOff x="8450452" y="2221310"/>
            <a:chExt cx="433812" cy="332704"/>
          </a:xfrm>
        </p:grpSpPr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262BAF5F-4C2A-79DB-B1C9-12FEE3B7E60F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1A0DFD25-19E8-CA34-1A24-499A568A938E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596B88A6-02A8-CC21-E96C-EAD892EB4384}"/>
              </a:ext>
            </a:extLst>
          </p:cNvPr>
          <p:cNvGrpSpPr/>
          <p:nvPr/>
        </p:nvGrpSpPr>
        <p:grpSpPr>
          <a:xfrm>
            <a:off x="8465621" y="3197556"/>
            <a:ext cx="433812" cy="332704"/>
            <a:chOff x="7576832" y="2355919"/>
            <a:chExt cx="433812" cy="332704"/>
          </a:xfrm>
        </p:grpSpPr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2DD5182F-3678-5A20-9743-AF59CE832841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BE6960BF-B7CB-AA3F-D775-AD26F51D6812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B4F2F6CF-C5C9-4AF6-8C69-6ECEC95C105B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CAE4F4AF-21B1-7CF8-5225-09E5FBB03C7C}"/>
              </a:ext>
            </a:extLst>
          </p:cNvPr>
          <p:cNvGrpSpPr/>
          <p:nvPr/>
        </p:nvGrpSpPr>
        <p:grpSpPr>
          <a:xfrm>
            <a:off x="9794781" y="3016708"/>
            <a:ext cx="433812" cy="332704"/>
            <a:chOff x="8905992" y="2175071"/>
            <a:chExt cx="433812" cy="332704"/>
          </a:xfrm>
        </p:grpSpPr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DC1FE84C-F7CB-CD36-837B-0EB73B157DE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D3BE53A0-4346-4022-1B30-6430E886C08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0A85197D-2970-7F86-B11A-FCF1AA5E4AB8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FB7BE730-EBC0-CA02-1FD2-E0594B0E6D7F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BFE71DB9-BD49-3648-F93B-607D39749EA5}"/>
              </a:ext>
            </a:extLst>
          </p:cNvPr>
          <p:cNvGrpSpPr/>
          <p:nvPr/>
        </p:nvGrpSpPr>
        <p:grpSpPr>
          <a:xfrm>
            <a:off x="10048364" y="3378212"/>
            <a:ext cx="433812" cy="332704"/>
            <a:chOff x="9309655" y="2557406"/>
            <a:chExt cx="433812" cy="332704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86A95F3F-7B7E-CF4B-CB0D-C47B99E79831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F9AA2F4C-51DF-7CB5-1E95-0B706BB609E4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21AFC22B-74B4-149A-C2F8-DCE86858C372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12FD290C-2B52-3C6C-710B-BCEB3AFBFD83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16FE3399-A046-BE7B-E0C9-276186D26FE1}"/>
              </a:ext>
            </a:extLst>
          </p:cNvPr>
          <p:cNvGrpSpPr/>
          <p:nvPr/>
        </p:nvGrpSpPr>
        <p:grpSpPr>
          <a:xfrm>
            <a:off x="9675200" y="3361513"/>
            <a:ext cx="480707" cy="335455"/>
            <a:chOff x="8786411" y="2519876"/>
            <a:chExt cx="480707" cy="335455"/>
          </a:xfrm>
        </p:grpSpPr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12F34986-7EA1-B419-F523-40289F1F3868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860D7A8B-FC17-5451-9A36-CA4BF2F8211E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E7FC674A-8CA2-4BA9-FCDC-79FD1F4C6861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E9BCE222-1F4F-92CA-F65E-E1A1D2E80529}"/>
              </a:ext>
            </a:extLst>
          </p:cNvPr>
          <p:cNvGrpSpPr/>
          <p:nvPr/>
        </p:nvGrpSpPr>
        <p:grpSpPr>
          <a:xfrm rot="8866267">
            <a:off x="8507463" y="2885191"/>
            <a:ext cx="674286" cy="340804"/>
            <a:chOff x="7702717" y="2138490"/>
            <a:chExt cx="674286" cy="340804"/>
          </a:xfrm>
        </p:grpSpPr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CBAEA6F0-09A2-DF6E-FB84-8BD75EEE290A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A614A9F8-A659-DA90-5583-70E3F4FBE008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8B96908A-6DF9-B552-9322-0F80A97B3E2A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61D339EF-894A-0722-8DAA-FBB591C74FF4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11F44206-1B50-89D1-5CF4-4FE800FF8228}"/>
              </a:ext>
            </a:extLst>
          </p:cNvPr>
          <p:cNvGrpSpPr/>
          <p:nvPr/>
        </p:nvGrpSpPr>
        <p:grpSpPr>
          <a:xfrm rot="10800000">
            <a:off x="9353851" y="2620495"/>
            <a:ext cx="547272" cy="332704"/>
            <a:chOff x="2616513" y="2273732"/>
            <a:chExt cx="547272" cy="332704"/>
          </a:xfrm>
        </p:grpSpPr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4B84210A-69C3-3785-C89E-E21411D6A96C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041A730A-4603-BEAD-EF40-6F6BCA21A0BC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E4DBE549-AF82-DA4A-8096-6C3AE7BB051D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B5DFF43F-D5C8-C0FC-C965-D16B4F80F482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203B0CE6-7405-A4AF-1387-2D018ECC048D}"/>
              </a:ext>
            </a:extLst>
          </p:cNvPr>
          <p:cNvGrpSpPr/>
          <p:nvPr/>
        </p:nvGrpSpPr>
        <p:grpSpPr>
          <a:xfrm>
            <a:off x="8826077" y="2677523"/>
            <a:ext cx="433812" cy="332704"/>
            <a:chOff x="8292233" y="2422448"/>
            <a:chExt cx="433812" cy="332704"/>
          </a:xfrm>
        </p:grpSpPr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766F64FD-24CD-76C8-36B8-65D707E64DD2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F3C79D52-ACBF-686C-D805-C778A5C13DB9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27535E83-1789-17ED-31EF-6996FA05696F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77FE81BD-194A-7C72-CA40-864061CB4328}"/>
              </a:ext>
            </a:extLst>
          </p:cNvPr>
          <p:cNvGrpSpPr/>
          <p:nvPr/>
        </p:nvGrpSpPr>
        <p:grpSpPr>
          <a:xfrm>
            <a:off x="9843820" y="2860929"/>
            <a:ext cx="433812" cy="332704"/>
            <a:chOff x="7839715" y="2553300"/>
            <a:chExt cx="433812" cy="332704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5AC5F94A-3AFB-0FF1-A678-9CB2CDC7C278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7DC9FA2D-17FE-DF63-46A4-B98D75CD6971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60D1B634-8F04-9CB6-D106-B9D83CF38809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18B001A6-C3BF-BC59-718C-0B880B1A9600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89B987D1-D042-C0BC-EE9E-8906255C07AD}"/>
              </a:ext>
            </a:extLst>
          </p:cNvPr>
          <p:cNvGrpSpPr/>
          <p:nvPr/>
        </p:nvGrpSpPr>
        <p:grpSpPr>
          <a:xfrm>
            <a:off x="10497935" y="3397720"/>
            <a:ext cx="433812" cy="332704"/>
            <a:chOff x="8905992" y="2175071"/>
            <a:chExt cx="433812" cy="332704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FB807517-6806-521A-AD69-FDCF2A8B1769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56E20286-25D1-46C6-DA82-D75E3E37E4E0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D51BC1F0-49DF-9E57-B8C2-FE1D41A940F6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8E05CA2D-2979-F1DD-3124-2BACD39EB5EE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F9FED302-B2FA-4630-B82D-6B15DBEC7A5C}"/>
              </a:ext>
            </a:extLst>
          </p:cNvPr>
          <p:cNvGrpSpPr/>
          <p:nvPr/>
        </p:nvGrpSpPr>
        <p:grpSpPr>
          <a:xfrm>
            <a:off x="8962658" y="3564072"/>
            <a:ext cx="433812" cy="332704"/>
            <a:chOff x="8905992" y="2175071"/>
            <a:chExt cx="433812" cy="332704"/>
          </a:xfrm>
        </p:grpSpPr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E96F7BCA-BB78-8751-5739-9DEB1AE910DD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1D194EEE-AA9F-A295-D883-49CC83994A07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15E66193-C3DD-4F23-672C-3D6461EBDA29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4D9A5B07-D298-5541-CDCD-FA71333B793C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440BAAD8-4D94-2B46-8B6C-01EA734884A7}"/>
              </a:ext>
            </a:extLst>
          </p:cNvPr>
          <p:cNvGrpSpPr/>
          <p:nvPr/>
        </p:nvGrpSpPr>
        <p:grpSpPr>
          <a:xfrm>
            <a:off x="8823422" y="3397720"/>
            <a:ext cx="547272" cy="332704"/>
            <a:chOff x="2616513" y="2273732"/>
            <a:chExt cx="547272" cy="332704"/>
          </a:xfrm>
        </p:grpSpPr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DC1F62D0-DC6B-2C1A-88BE-3BD2532C7019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67ED54E6-0910-0F10-687C-AF21EA786C11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EB6EBCE1-D45D-C88B-186B-E680F1A1A31E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3EA41029-F337-53DF-85EE-8634C9C6C03E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88484C61-7E04-EA4F-23DB-F2F2F89FC5C2}"/>
              </a:ext>
            </a:extLst>
          </p:cNvPr>
          <p:cNvGrpSpPr/>
          <p:nvPr/>
        </p:nvGrpSpPr>
        <p:grpSpPr>
          <a:xfrm>
            <a:off x="9575081" y="3516073"/>
            <a:ext cx="433812" cy="332704"/>
            <a:chOff x="7839715" y="2553300"/>
            <a:chExt cx="433812" cy="332704"/>
          </a:xfrm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D2D47BAC-EFA0-31A7-5291-FDFB6BF043B8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59781A98-75D7-7962-E035-29425C446650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712F2DFF-B9F7-86E2-2575-3162327FD789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3193544D-22FB-808D-C6D3-971FFFCC212B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C025DA3-1147-4829-3872-73FB34CD2057}"/>
              </a:ext>
            </a:extLst>
          </p:cNvPr>
          <p:cNvGrpSpPr/>
          <p:nvPr/>
        </p:nvGrpSpPr>
        <p:grpSpPr>
          <a:xfrm>
            <a:off x="10027599" y="3385221"/>
            <a:ext cx="433812" cy="332704"/>
            <a:chOff x="8292233" y="2422448"/>
            <a:chExt cx="433812" cy="332704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9B4CA333-80A2-0706-88B3-75415D094644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56188640-3DB4-6B25-1A55-D1AA3469E95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4D18E2B0-5765-6D44-959B-11127BE2644D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99" name="Oval 298">
            <a:extLst>
              <a:ext uri="{FF2B5EF4-FFF2-40B4-BE49-F238E27FC236}">
                <a16:creationId xmlns:a16="http://schemas.microsoft.com/office/drawing/2014/main" id="{77251C3A-7C13-86B4-C387-D70C92B6671C}"/>
              </a:ext>
            </a:extLst>
          </p:cNvPr>
          <p:cNvSpPr/>
          <p:nvPr/>
        </p:nvSpPr>
        <p:spPr>
          <a:xfrm>
            <a:off x="10120381" y="3616238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012B82C6-4B6D-7095-E1FA-DC642C3FBE21}"/>
              </a:ext>
            </a:extLst>
          </p:cNvPr>
          <p:cNvSpPr/>
          <p:nvPr/>
        </p:nvSpPr>
        <p:spPr>
          <a:xfrm>
            <a:off x="10387215" y="3815779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623567B5-1151-C2DB-F00A-4EE54FF4B240}"/>
              </a:ext>
            </a:extLst>
          </p:cNvPr>
          <p:cNvSpPr/>
          <p:nvPr/>
        </p:nvSpPr>
        <p:spPr>
          <a:xfrm>
            <a:off x="10473873" y="3786765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A6445BD-1486-0B0A-41CF-F59EDCECA89B}"/>
              </a:ext>
            </a:extLst>
          </p:cNvPr>
          <p:cNvGrpSpPr/>
          <p:nvPr/>
        </p:nvGrpSpPr>
        <p:grpSpPr>
          <a:xfrm>
            <a:off x="10185818" y="3184083"/>
            <a:ext cx="433812" cy="332704"/>
            <a:chOff x="8450452" y="2221310"/>
            <a:chExt cx="433812" cy="332704"/>
          </a:xfrm>
        </p:grpSpPr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95EF81B4-3B51-AE61-6182-EE01D65C8E63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2C5737D9-24BB-F9C2-648B-4FF4383D5E14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EA7DDE65-00D7-1C21-2C8A-45CBCEF220A6}"/>
              </a:ext>
            </a:extLst>
          </p:cNvPr>
          <p:cNvGrpSpPr/>
          <p:nvPr/>
        </p:nvGrpSpPr>
        <p:grpSpPr>
          <a:xfrm>
            <a:off x="9312198" y="3318692"/>
            <a:ext cx="433812" cy="332704"/>
            <a:chOff x="7576832" y="2355919"/>
            <a:chExt cx="433812" cy="332704"/>
          </a:xfrm>
        </p:grpSpPr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DBADC3D3-0114-8222-84DA-04B88B6E8901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F0E6E1CD-D457-7581-06A8-EBAED800A9B0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69D53525-99E3-D87B-37BC-03485DD471CF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40D7B0A4-5EB5-AF13-7434-21C87388F0F1}"/>
              </a:ext>
            </a:extLst>
          </p:cNvPr>
          <p:cNvGrpSpPr/>
          <p:nvPr/>
        </p:nvGrpSpPr>
        <p:grpSpPr>
          <a:xfrm>
            <a:off x="10641358" y="3137844"/>
            <a:ext cx="433812" cy="332704"/>
            <a:chOff x="8905992" y="2175071"/>
            <a:chExt cx="433812" cy="332704"/>
          </a:xfrm>
        </p:grpSpPr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D3AA83B1-38AC-7F58-D88B-AA1B857A214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AED20906-A34B-5683-CCFD-41C235104028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EE6A1693-34DB-1AFB-B2B6-C8953527FB98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96AFFD53-C19B-193A-13E5-3A9DA9819EBC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7CF345B1-A42C-65DD-763E-715681D8003B}"/>
              </a:ext>
            </a:extLst>
          </p:cNvPr>
          <p:cNvGrpSpPr/>
          <p:nvPr/>
        </p:nvGrpSpPr>
        <p:grpSpPr>
          <a:xfrm>
            <a:off x="8633610" y="3808731"/>
            <a:ext cx="433812" cy="332704"/>
            <a:chOff x="9309655" y="2557406"/>
            <a:chExt cx="433812" cy="332704"/>
          </a:xfrm>
        </p:grpSpPr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717E7CC8-E870-A7AA-4EFB-A890C4F35650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B3DB3869-10AE-1E72-FF0F-72EA67225BCA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A549D050-B349-A443-31F6-82D84D48BA12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B6D58E37-217B-BFB5-CA1D-DF48086520E8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C746DC43-AAC7-A4E3-12F2-BA3B6DC49E13}"/>
              </a:ext>
            </a:extLst>
          </p:cNvPr>
          <p:cNvGrpSpPr/>
          <p:nvPr/>
        </p:nvGrpSpPr>
        <p:grpSpPr>
          <a:xfrm>
            <a:off x="10521777" y="3482649"/>
            <a:ext cx="480707" cy="335455"/>
            <a:chOff x="8786411" y="2519876"/>
            <a:chExt cx="480707" cy="335455"/>
          </a:xfrm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C346D068-EEB2-E771-BEF0-749F3822209F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228D9CA1-4003-5A01-87D9-2078ED2D60D3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F188A5B0-C5D8-8116-8E15-11ED371BEEC5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730B21C7-7ED7-1B34-2E3A-B8D089913347}"/>
              </a:ext>
            </a:extLst>
          </p:cNvPr>
          <p:cNvGrpSpPr/>
          <p:nvPr/>
        </p:nvGrpSpPr>
        <p:grpSpPr>
          <a:xfrm>
            <a:off x="9138917" y="3825023"/>
            <a:ext cx="433812" cy="332704"/>
            <a:chOff x="7839715" y="2553300"/>
            <a:chExt cx="433812" cy="33270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68A7A24A-6412-DFE3-CA38-B38EA75B9CC2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87ED0730-CE78-912B-5F12-849A2196C938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C18E2B29-5795-DE05-9D84-84290DDD8A83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49278771-7DE0-2096-8745-B9B9BC05362B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FD86B581-DC75-8315-1DF8-321D340B7628}"/>
              </a:ext>
            </a:extLst>
          </p:cNvPr>
          <p:cNvGrpSpPr/>
          <p:nvPr/>
        </p:nvGrpSpPr>
        <p:grpSpPr>
          <a:xfrm>
            <a:off x="9591435" y="3694171"/>
            <a:ext cx="433812" cy="332704"/>
            <a:chOff x="8292233" y="2422448"/>
            <a:chExt cx="433812" cy="332704"/>
          </a:xfrm>
        </p:grpSpPr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23CBB4AE-1C36-EF4D-2E33-616817DAF0D1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B8539109-4D2C-9A23-C93B-E336FA338F99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28A5BE4D-3672-1734-4986-569AF31D141A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337" name="Oval 336">
            <a:extLst>
              <a:ext uri="{FF2B5EF4-FFF2-40B4-BE49-F238E27FC236}">
                <a16:creationId xmlns:a16="http://schemas.microsoft.com/office/drawing/2014/main" id="{E801392B-7C09-F5BF-7327-7DC8406B18E2}"/>
              </a:ext>
            </a:extLst>
          </p:cNvPr>
          <p:cNvSpPr/>
          <p:nvPr/>
        </p:nvSpPr>
        <p:spPr>
          <a:xfrm>
            <a:off x="9684217" y="3925188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F6FD31D6-3BF0-BA37-B36D-27DF411901DC}"/>
              </a:ext>
            </a:extLst>
          </p:cNvPr>
          <p:cNvSpPr/>
          <p:nvPr/>
        </p:nvSpPr>
        <p:spPr>
          <a:xfrm>
            <a:off x="9951051" y="4124729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FDA4EA79-F7D0-C669-2683-B85BCC1B333F}"/>
              </a:ext>
            </a:extLst>
          </p:cNvPr>
          <p:cNvSpPr/>
          <p:nvPr/>
        </p:nvSpPr>
        <p:spPr>
          <a:xfrm>
            <a:off x="10037709" y="4095715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DA0B08FC-9EB4-6B0F-1881-049A516AFB67}"/>
              </a:ext>
            </a:extLst>
          </p:cNvPr>
          <p:cNvGrpSpPr/>
          <p:nvPr/>
        </p:nvGrpSpPr>
        <p:grpSpPr>
          <a:xfrm rot="19612653">
            <a:off x="9749654" y="3493033"/>
            <a:ext cx="433812" cy="332704"/>
            <a:chOff x="8450452" y="2221310"/>
            <a:chExt cx="433812" cy="332704"/>
          </a:xfrm>
        </p:grpSpPr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AD9F18ED-49F6-1426-66A5-B0062BA9761F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B7BADC57-987E-CE55-A692-4AB4708CA830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B8180E9C-0937-CAFA-1771-E591EC3E6B41}"/>
              </a:ext>
            </a:extLst>
          </p:cNvPr>
          <p:cNvGrpSpPr/>
          <p:nvPr/>
        </p:nvGrpSpPr>
        <p:grpSpPr>
          <a:xfrm>
            <a:off x="8876034" y="3627642"/>
            <a:ext cx="433812" cy="332704"/>
            <a:chOff x="7576832" y="2355919"/>
            <a:chExt cx="433812" cy="332704"/>
          </a:xfrm>
        </p:grpSpPr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1395F265-EEF2-3768-8F08-E2CC902E736C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D6B534A0-36E8-D1D1-DBC9-F971FE1E55D8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65427A2D-75BF-3CBE-0DAB-2E72C83DDAB4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7CF80FC1-82D7-47C7-A329-723AB813A8F7}"/>
              </a:ext>
            </a:extLst>
          </p:cNvPr>
          <p:cNvGrpSpPr/>
          <p:nvPr/>
        </p:nvGrpSpPr>
        <p:grpSpPr>
          <a:xfrm>
            <a:off x="10205194" y="3446794"/>
            <a:ext cx="433812" cy="332704"/>
            <a:chOff x="8905992" y="2175071"/>
            <a:chExt cx="433812" cy="332704"/>
          </a:xfrm>
        </p:grpSpPr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3468B5D4-EC66-BA42-6227-921C852AB2BA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2051B3A7-0AE1-1912-E851-B543327BDB0F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69CB985C-0B28-3605-E509-6ED5EC6A28E1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522E2000-D526-08F8-998D-CDA0972B4D38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CE468225-7A14-6B55-DA43-D6BBDBC0D845}"/>
              </a:ext>
            </a:extLst>
          </p:cNvPr>
          <p:cNvGrpSpPr/>
          <p:nvPr/>
        </p:nvGrpSpPr>
        <p:grpSpPr>
          <a:xfrm>
            <a:off x="10458777" y="3808298"/>
            <a:ext cx="433812" cy="332704"/>
            <a:chOff x="9309655" y="2557406"/>
            <a:chExt cx="433812" cy="332704"/>
          </a:xfrm>
        </p:grpSpPr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9CA7558C-4570-5104-153E-FE9636617D92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DD8954A7-9A26-335E-AE3E-57EF14A92081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20E5561E-D78F-61FF-6A11-FDDC070B1852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FAC202D8-C08C-4E2B-4706-A774D3F31E10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E5A6F865-0393-7BC7-9AA5-60860F1E696E}"/>
              </a:ext>
            </a:extLst>
          </p:cNvPr>
          <p:cNvGrpSpPr/>
          <p:nvPr/>
        </p:nvGrpSpPr>
        <p:grpSpPr>
          <a:xfrm rot="9713598">
            <a:off x="10009861" y="3876017"/>
            <a:ext cx="480707" cy="335455"/>
            <a:chOff x="8786411" y="2519876"/>
            <a:chExt cx="480707" cy="335455"/>
          </a:xfrm>
        </p:grpSpPr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CA7EF84A-E7D7-EA73-8FC3-3A510F75A235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B6E32BA3-A3E0-D4D2-55A4-0C2EC70715F8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0C10DD3E-0ADA-C943-48C0-B297146FDA2C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F11A95D3-A34C-DC05-F1BA-7FE446E2F6E3}"/>
              </a:ext>
            </a:extLst>
          </p:cNvPr>
          <p:cNvGrpSpPr/>
          <p:nvPr/>
        </p:nvGrpSpPr>
        <p:grpSpPr>
          <a:xfrm>
            <a:off x="8829300" y="3347685"/>
            <a:ext cx="674286" cy="340804"/>
            <a:chOff x="7702717" y="2138490"/>
            <a:chExt cx="674286" cy="340804"/>
          </a:xfrm>
        </p:grpSpPr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FC0B02FF-D1FE-6318-F5D3-42D8FEE4D7B4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6083B2B-F584-522D-669C-2F568667D2BB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6C4C9C9C-8687-DEBF-0179-E1CC9D8D2D8F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5FBC5B81-0629-C2F8-2F6D-C5DA77562E8B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58BF42E9-0945-2591-546E-740DDE2466EF}"/>
              </a:ext>
            </a:extLst>
          </p:cNvPr>
          <p:cNvGrpSpPr/>
          <p:nvPr/>
        </p:nvGrpSpPr>
        <p:grpSpPr>
          <a:xfrm>
            <a:off x="10364034" y="2906681"/>
            <a:ext cx="547272" cy="332704"/>
            <a:chOff x="2616513" y="2273732"/>
            <a:chExt cx="547272" cy="332704"/>
          </a:xfrm>
        </p:grpSpPr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6C91D3A0-8420-1922-D80A-422F2D2A72D1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FB5D052C-E594-B795-659C-F5D87A13E803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2882A206-DBF2-7C1D-08D7-E7CC82864231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09736843-EBA0-FE43-871E-388C39C7B4E8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CA8AAB11-0D3A-2A25-5D0E-7968D4DF4F60}"/>
              </a:ext>
            </a:extLst>
          </p:cNvPr>
          <p:cNvGrpSpPr/>
          <p:nvPr/>
        </p:nvGrpSpPr>
        <p:grpSpPr>
          <a:xfrm>
            <a:off x="9051702" y="3045130"/>
            <a:ext cx="433812" cy="332704"/>
            <a:chOff x="8292233" y="2422448"/>
            <a:chExt cx="433812" cy="332704"/>
          </a:xfrm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06E074CA-6E17-F821-6B3E-0CB66FE19D1B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4263A349-9AC0-EA59-E9EB-A4213DF50B53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7451E9BB-BA73-3595-9613-018DE736E351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5B81533D-FEE0-80AD-DF32-DD9F78210D50}"/>
              </a:ext>
            </a:extLst>
          </p:cNvPr>
          <p:cNvGrpSpPr/>
          <p:nvPr/>
        </p:nvGrpSpPr>
        <p:grpSpPr>
          <a:xfrm>
            <a:off x="10254233" y="3291015"/>
            <a:ext cx="433812" cy="332704"/>
            <a:chOff x="7839715" y="2553300"/>
            <a:chExt cx="433812" cy="332704"/>
          </a:xfrm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8E182D78-956F-9BD2-6CD0-5AD4DE8E9F10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379C2BB2-610E-F637-39CF-EA63D16B7378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2D66FEEF-0576-5350-0DF2-3286E2A88B61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41B3F4CF-D63C-5375-70D2-8B7BBD351D3E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6401B98B-EE2C-A2E7-FA40-1D89FB059FC5}"/>
              </a:ext>
            </a:extLst>
          </p:cNvPr>
          <p:cNvGrpSpPr/>
          <p:nvPr/>
        </p:nvGrpSpPr>
        <p:grpSpPr>
          <a:xfrm>
            <a:off x="10750052" y="3782590"/>
            <a:ext cx="433812" cy="332704"/>
            <a:chOff x="8905992" y="2175071"/>
            <a:chExt cx="433812" cy="332704"/>
          </a:xfrm>
        </p:grpSpPr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8C0F4ED0-2A6C-C964-5F64-5E32E90671E0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39C6938D-9B04-9086-68D8-B76B618DF55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E991A39A-3048-9740-E910-1485FD1D78F3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2C295CAF-E4E9-9131-6360-57EB7549580C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7E78551B-3D04-E53F-D31F-07788F03548F}"/>
              </a:ext>
            </a:extLst>
          </p:cNvPr>
          <p:cNvGrpSpPr/>
          <p:nvPr/>
        </p:nvGrpSpPr>
        <p:grpSpPr>
          <a:xfrm>
            <a:off x="9373071" y="3994158"/>
            <a:ext cx="433812" cy="332704"/>
            <a:chOff x="8905992" y="2175071"/>
            <a:chExt cx="433812" cy="332704"/>
          </a:xfrm>
        </p:grpSpPr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2CCE83A9-D776-7AD6-18B1-7474539E9379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26CF4EEC-B00F-B64D-59F9-7C6F060ED594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BCF3C2F5-A985-01D2-E618-70D1A5D18CF3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74BC4BBE-45D6-803B-9564-3CB15539A3A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AE0D98F0-84D5-A719-0C1C-DAE9B6310938}"/>
              </a:ext>
            </a:extLst>
          </p:cNvPr>
          <p:cNvGrpSpPr/>
          <p:nvPr/>
        </p:nvGrpSpPr>
        <p:grpSpPr>
          <a:xfrm>
            <a:off x="9233835" y="3827806"/>
            <a:ext cx="547272" cy="332704"/>
            <a:chOff x="2616513" y="2273732"/>
            <a:chExt cx="547272" cy="332704"/>
          </a:xfrm>
        </p:grpSpPr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4ACB1CB8-7F25-8335-32A8-277B1A566977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14754860-8B0F-100F-01A0-7B98353175A6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74421F8F-BC79-F1C9-D991-E7A0C59B1B4A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890D51FD-5EF1-2CA5-F4C0-14F8656BCD8B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442ABAA5-65F1-20AF-BBB9-A5B3DFAD3738}"/>
                  </a:ext>
                </a:extLst>
              </p:cNvPr>
              <p:cNvSpPr txBox="1"/>
              <p:nvPr/>
            </p:nvSpPr>
            <p:spPr>
              <a:xfrm>
                <a:off x="1368871" y="2043540"/>
                <a:ext cx="4876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442ABAA5-65F1-20AF-BBB9-A5B3DFAD3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871" y="2043540"/>
                <a:ext cx="4876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455FEF0E-1B0F-78EB-A8D6-1A58EE7AD679}"/>
                  </a:ext>
                </a:extLst>
              </p:cNvPr>
              <p:cNvSpPr txBox="1"/>
              <p:nvPr/>
            </p:nvSpPr>
            <p:spPr>
              <a:xfrm>
                <a:off x="2802169" y="2043540"/>
                <a:ext cx="1440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455FEF0E-1B0F-78EB-A8D6-1A58EE7AD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169" y="2043540"/>
                <a:ext cx="144090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7" name="TextBox 396">
                <a:extLst>
                  <a:ext uri="{FF2B5EF4-FFF2-40B4-BE49-F238E27FC236}">
                    <a16:creationId xmlns:a16="http://schemas.microsoft.com/office/drawing/2014/main" id="{8659C793-FC9F-FF4E-6308-BFFFCCC3866A}"/>
                  </a:ext>
                </a:extLst>
              </p:cNvPr>
              <p:cNvSpPr txBox="1"/>
              <p:nvPr/>
            </p:nvSpPr>
            <p:spPr>
              <a:xfrm>
                <a:off x="9581586" y="2032415"/>
                <a:ext cx="481414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397" name="TextBox 396">
                <a:extLst>
                  <a:ext uri="{FF2B5EF4-FFF2-40B4-BE49-F238E27FC236}">
                    <a16:creationId xmlns:a16="http://schemas.microsoft.com/office/drawing/2014/main" id="{8659C793-FC9F-FF4E-6308-BFFFCCC38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1586" y="2032415"/>
                <a:ext cx="481414" cy="391582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F82AE964-906B-00DF-99B1-8A808BA24947}"/>
              </a:ext>
            </a:extLst>
          </p:cNvPr>
          <p:cNvCxnSpPr/>
          <p:nvPr/>
        </p:nvCxnSpPr>
        <p:spPr>
          <a:xfrm>
            <a:off x="2232471" y="3249652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17C7D5F9-2A89-3598-4F09-53903BBA22BA}"/>
              </a:ext>
            </a:extLst>
          </p:cNvPr>
          <p:cNvCxnSpPr>
            <a:cxnSpLocks/>
          </p:cNvCxnSpPr>
          <p:nvPr/>
        </p:nvCxnSpPr>
        <p:spPr>
          <a:xfrm>
            <a:off x="6384584" y="3231338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05198DA7-C7FB-FABF-5CCA-CD42495837C5}"/>
              </a:ext>
            </a:extLst>
          </p:cNvPr>
          <p:cNvCxnSpPr>
            <a:cxnSpLocks/>
          </p:cNvCxnSpPr>
          <p:nvPr/>
        </p:nvCxnSpPr>
        <p:spPr>
          <a:xfrm>
            <a:off x="7768884" y="3231338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CCEFADD4-A4CC-2C5D-96EE-9D36C7FB34A5}"/>
                  </a:ext>
                </a:extLst>
              </p:cNvPr>
              <p:cNvSpPr txBox="1"/>
              <p:nvPr/>
            </p:nvSpPr>
            <p:spPr>
              <a:xfrm>
                <a:off x="7171318" y="3046672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∙∙∙</m:t>
                      </m:r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CCEFADD4-A4CC-2C5D-96EE-9D36C7FB3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318" y="3046672"/>
                <a:ext cx="4331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" name="TextBox 409">
            <a:extLst>
              <a:ext uri="{FF2B5EF4-FFF2-40B4-BE49-F238E27FC236}">
                <a16:creationId xmlns:a16="http://schemas.microsoft.com/office/drawing/2014/main" id="{E7A6CCCA-F33E-4C7E-FC40-8E50254BE6F1}"/>
              </a:ext>
            </a:extLst>
          </p:cNvPr>
          <p:cNvSpPr txBox="1"/>
          <p:nvPr/>
        </p:nvSpPr>
        <p:spPr>
          <a:xfrm>
            <a:off x="2180644" y="3336089"/>
            <a:ext cx="713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1 gen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1" name="TextBox 410">
                <a:extLst>
                  <a:ext uri="{FF2B5EF4-FFF2-40B4-BE49-F238E27FC236}">
                    <a16:creationId xmlns:a16="http://schemas.microsoft.com/office/drawing/2014/main" id="{BBEEBE6D-9DD3-7AEB-FB03-13B827A318A3}"/>
                  </a:ext>
                </a:extLst>
              </p:cNvPr>
              <p:cNvSpPr txBox="1"/>
              <p:nvPr/>
            </p:nvSpPr>
            <p:spPr>
              <a:xfrm>
                <a:off x="6999322" y="3336089"/>
                <a:ext cx="746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noProof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s-ES" noProof="0" dirty="0"/>
                  <a:t> gen</a:t>
                </a:r>
              </a:p>
            </p:txBody>
          </p:sp>
        </mc:Choice>
        <mc:Fallback xmlns="">
          <p:sp>
            <p:nvSpPr>
              <p:cNvPr id="411" name="TextBox 410">
                <a:extLst>
                  <a:ext uri="{FF2B5EF4-FFF2-40B4-BE49-F238E27FC236}">
                    <a16:creationId xmlns:a16="http://schemas.microsoft.com/office/drawing/2014/main" id="{BBEEBE6D-9DD3-7AEB-FB03-13B827A31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322" y="3336089"/>
                <a:ext cx="746166" cy="369332"/>
              </a:xfrm>
              <a:prstGeom prst="rect">
                <a:avLst/>
              </a:prstGeom>
              <a:blipFill>
                <a:blip r:embed="rId6"/>
                <a:stretch>
                  <a:fillRect t="-6557" r="-6504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2B355E7F-B20B-694F-04A3-480318AB5CC4}"/>
              </a:ext>
            </a:extLst>
          </p:cNvPr>
          <p:cNvGrpSpPr/>
          <p:nvPr/>
        </p:nvGrpSpPr>
        <p:grpSpPr>
          <a:xfrm>
            <a:off x="5451250" y="2953777"/>
            <a:ext cx="547272" cy="332704"/>
            <a:chOff x="2616513" y="2273732"/>
            <a:chExt cx="547272" cy="332704"/>
          </a:xfrm>
        </p:grpSpPr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7E39251D-E6EC-2D7F-D816-962A5280AC77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59D0A817-E8AF-0CA2-B917-527966EAD031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AE02D194-B5DB-F13E-3143-660696B33C63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52A820C3-C55B-CA73-909B-4C2D44921D6E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394016C6-9038-4501-F23F-3CBD69AAE9AC}"/>
              </a:ext>
            </a:extLst>
          </p:cNvPr>
          <p:cNvGrpSpPr/>
          <p:nvPr/>
        </p:nvGrpSpPr>
        <p:grpSpPr>
          <a:xfrm>
            <a:off x="4876592" y="3232302"/>
            <a:ext cx="433812" cy="332704"/>
            <a:chOff x="8292233" y="2422448"/>
            <a:chExt cx="433812" cy="332704"/>
          </a:xfrm>
        </p:grpSpPr>
        <p:sp>
          <p:nvSpPr>
            <p:cNvPr id="418" name="Oval 417">
              <a:extLst>
                <a:ext uri="{FF2B5EF4-FFF2-40B4-BE49-F238E27FC236}">
                  <a16:creationId xmlns:a16="http://schemas.microsoft.com/office/drawing/2014/main" id="{680C65C8-0610-6DF9-C6F8-28893EE9060D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C47984A9-0B60-77E1-D184-B38D5BAF8201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DFACBB49-9D85-9268-F6EE-1D1916E5F4D4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575A6696-7278-A49C-9D94-45A9A4D8CC7B}"/>
              </a:ext>
            </a:extLst>
          </p:cNvPr>
          <p:cNvGrpSpPr/>
          <p:nvPr/>
        </p:nvGrpSpPr>
        <p:grpSpPr>
          <a:xfrm>
            <a:off x="5341449" y="3338111"/>
            <a:ext cx="433812" cy="332704"/>
            <a:chOff x="7839715" y="2553300"/>
            <a:chExt cx="433812" cy="332704"/>
          </a:xfrm>
        </p:grpSpPr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513AEB51-A50C-C8DA-35DB-89B1F8982411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49C57CC2-8721-BA52-2444-BA9D0E87C71E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A37C6FED-D75F-3F49-7872-A6D719F56C82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5" name="Oval 424">
              <a:extLst>
                <a:ext uri="{FF2B5EF4-FFF2-40B4-BE49-F238E27FC236}">
                  <a16:creationId xmlns:a16="http://schemas.microsoft.com/office/drawing/2014/main" id="{18DE2FA8-2A41-CAB4-7560-A3477591F378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45394CBB-59E5-A608-8D8E-66E58459146E}"/>
              </a:ext>
            </a:extLst>
          </p:cNvPr>
          <p:cNvGrpSpPr/>
          <p:nvPr/>
        </p:nvGrpSpPr>
        <p:grpSpPr>
          <a:xfrm>
            <a:off x="4949365" y="2845797"/>
            <a:ext cx="433812" cy="332704"/>
            <a:chOff x="8905992" y="2175071"/>
            <a:chExt cx="433812" cy="332704"/>
          </a:xfrm>
        </p:grpSpPr>
        <p:sp>
          <p:nvSpPr>
            <p:cNvPr id="427" name="Oval 426">
              <a:extLst>
                <a:ext uri="{FF2B5EF4-FFF2-40B4-BE49-F238E27FC236}">
                  <a16:creationId xmlns:a16="http://schemas.microsoft.com/office/drawing/2014/main" id="{A717D12B-5335-9C2E-C590-2246599C087F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A66CF5C6-65D2-44F8-A0D4-D42F443A3AB7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5DE32F5E-089F-3C51-8462-F08F5DCAA5C3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A2D8A04D-26C5-161D-CB17-85CD1D1BD2F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698E671C-5C81-ABE9-1CF6-80AAC58EB81B}"/>
                  </a:ext>
                </a:extLst>
              </p:cNvPr>
              <p:cNvSpPr txBox="1"/>
              <p:nvPr/>
            </p:nvSpPr>
            <p:spPr>
              <a:xfrm>
                <a:off x="4810926" y="2043540"/>
                <a:ext cx="1440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698E671C-5C81-ABE9-1CF6-80AAC58EB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926" y="2043540"/>
                <a:ext cx="144090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B67CF550-994F-4780-BAD1-AE5036E2627A}"/>
              </a:ext>
            </a:extLst>
          </p:cNvPr>
          <p:cNvCxnSpPr/>
          <p:nvPr/>
        </p:nvCxnSpPr>
        <p:spPr>
          <a:xfrm>
            <a:off x="4123760" y="3249652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D82C1D35-9235-D34A-C8F0-6B2D2B6ED110}"/>
              </a:ext>
            </a:extLst>
          </p:cNvPr>
          <p:cNvSpPr txBox="1"/>
          <p:nvPr/>
        </p:nvSpPr>
        <p:spPr>
          <a:xfrm>
            <a:off x="4071933" y="3336089"/>
            <a:ext cx="713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2 gen</a:t>
            </a:r>
          </a:p>
        </p:txBody>
      </p: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EE370382-CE82-F119-DD06-7E18D17A6406}"/>
              </a:ext>
            </a:extLst>
          </p:cNvPr>
          <p:cNvGrpSpPr/>
          <p:nvPr/>
        </p:nvGrpSpPr>
        <p:grpSpPr>
          <a:xfrm>
            <a:off x="5294628" y="2592414"/>
            <a:ext cx="433812" cy="332704"/>
            <a:chOff x="9309655" y="2557406"/>
            <a:chExt cx="433812" cy="332704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48DDCFB6-1DE5-DA6D-38BD-6193672BBB0F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C1D89F9A-18B8-44EA-42B7-8AF199FFB0C8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A197768C-1371-DF58-0853-3E6FC553FD64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C43ECF21-222E-B733-1BF2-80BB175EE667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1DC10F9D-7668-5069-A5EE-B11B33381D3A}"/>
              </a:ext>
            </a:extLst>
          </p:cNvPr>
          <p:cNvGrpSpPr/>
          <p:nvPr/>
        </p:nvGrpSpPr>
        <p:grpSpPr>
          <a:xfrm>
            <a:off x="4985289" y="3627572"/>
            <a:ext cx="433812" cy="332704"/>
            <a:chOff x="8450452" y="2221310"/>
            <a:chExt cx="433812" cy="332704"/>
          </a:xfrm>
        </p:grpSpPr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685CE2FA-905F-E1E9-1E68-91263C7DA985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10DC8B95-0849-1C1D-D822-32B59959344F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6D62C53C-92BA-9779-D67E-BC8FD3BF5BF7}"/>
              </a:ext>
            </a:extLst>
          </p:cNvPr>
          <p:cNvGrpSpPr/>
          <p:nvPr/>
        </p:nvGrpSpPr>
        <p:grpSpPr>
          <a:xfrm>
            <a:off x="5571892" y="3724954"/>
            <a:ext cx="433812" cy="332704"/>
            <a:chOff x="7576832" y="2355919"/>
            <a:chExt cx="433812" cy="332704"/>
          </a:xfrm>
        </p:grpSpPr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BF713508-196E-7600-4B2E-3E67A47D2173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939BA559-A360-AABC-FFED-81886D9BF345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1B56A86C-EF2C-3989-FC6D-C10D434F6A19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A5479F89-F81B-9EA9-CA4C-A61B900B8BB5}"/>
              </a:ext>
            </a:extLst>
          </p:cNvPr>
          <p:cNvGrpSpPr/>
          <p:nvPr/>
        </p:nvGrpSpPr>
        <p:grpSpPr>
          <a:xfrm>
            <a:off x="5829287" y="3264371"/>
            <a:ext cx="433812" cy="332704"/>
            <a:chOff x="8905992" y="2175071"/>
            <a:chExt cx="433812" cy="332704"/>
          </a:xfrm>
        </p:grpSpPr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A098991C-0F46-7FF2-1DF4-0D152F31A0DD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1C43E902-3F09-DFDF-1B0E-6A7F349F272F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65B83862-65AF-F96A-2D0D-A539384B4740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AAE12BDC-B1FE-4EB8-60EC-0A6509ED621E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D75E72-5606-758F-B5EB-5B414B6DDAAF}"/>
                  </a:ext>
                </a:extLst>
              </p:cNvPr>
              <p:cNvSpPr txBox="1"/>
              <p:nvPr/>
            </p:nvSpPr>
            <p:spPr>
              <a:xfrm>
                <a:off x="1392633" y="5051274"/>
                <a:ext cx="9406746" cy="988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800" noProof="0" dirty="0"/>
                  <a:t>Conociendo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2800" noProof="0" dirty="0"/>
                  <a:t> </a:t>
                </a:r>
                <a:r>
                  <a:rPr lang="es-ES" sz="2800" noProof="0" dirty="0">
                    <a:sym typeface="Wingdings" panose="05000000000000000000" pitchFamily="2" charset="2"/>
                  </a:rPr>
                  <a:t></a:t>
                </a:r>
                <a:r>
                  <a:rPr lang="es-ES" sz="2800" noProof="0" dirty="0"/>
                  <a:t> ¿Cuantas generaciones (</a:t>
                </a:r>
                <a14:m>
                  <m:oMath xmlns:m="http://schemas.openxmlformats.org/officeDocument/2006/math">
                    <m:r>
                      <a:rPr lang="es-ES" sz="2800" i="1" noProof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s-ES" sz="2800" noProof="0" dirty="0"/>
                  <a:t>) son necesarias para alcanzar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2800" i="1" noProof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ES" sz="2800" noProof="0" dirty="0"/>
                  <a:t>?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D75E72-5606-758F-B5EB-5B414B6DD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633" y="5051274"/>
                <a:ext cx="9406746" cy="988604"/>
              </a:xfrm>
              <a:prstGeom prst="rect">
                <a:avLst/>
              </a:prstGeom>
              <a:blipFill>
                <a:blip r:embed="rId8"/>
                <a:stretch>
                  <a:fillRect t="-8642"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5074643-4F1A-6B75-3F3A-DAC3D3F1E514}"/>
              </a:ext>
            </a:extLst>
          </p:cNvPr>
          <p:cNvSpPr txBox="1"/>
          <p:nvPr/>
        </p:nvSpPr>
        <p:spPr>
          <a:xfrm>
            <a:off x="1196551" y="1674208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Inicial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510A73-46EE-B0E0-3E7E-0FFACD0D9DD2}"/>
              </a:ext>
            </a:extLst>
          </p:cNvPr>
          <p:cNvSpPr txBox="1"/>
          <p:nvPr/>
        </p:nvSpPr>
        <p:spPr>
          <a:xfrm>
            <a:off x="9473289" y="1674208"/>
            <a:ext cx="698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908276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54" grpId="0" animBg="1"/>
      <p:bldP spid="158" grpId="0" animBg="1"/>
      <p:bldP spid="232" grpId="0" animBg="1"/>
      <p:bldP spid="233" grpId="0" animBg="1"/>
      <p:bldP spid="234" grpId="0" animBg="1"/>
      <p:bldP spid="299" grpId="0" animBg="1"/>
      <p:bldP spid="300" grpId="0" animBg="1"/>
      <p:bldP spid="301" grpId="0" animBg="1"/>
      <p:bldP spid="337" grpId="0" animBg="1"/>
      <p:bldP spid="338" grpId="0" animBg="1"/>
      <p:bldP spid="339" grpId="0" animBg="1"/>
      <p:bldP spid="396" grpId="0"/>
      <p:bldP spid="397" grpId="0"/>
      <p:bldP spid="407" grpId="0"/>
      <p:bldP spid="410" grpId="0"/>
      <p:bldP spid="411" grpId="0"/>
      <p:bldP spid="431" grpId="0"/>
      <p:bldP spid="433" grpId="0"/>
      <p:bldP spid="2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B5DC-8C3C-D30E-6410-B76BDDE0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B011B0-23B1-7189-F9FF-AC22492A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6C5F0F-A597-C43A-4AFB-BF30A6AAFBA6}"/>
                  </a:ext>
                </a:extLst>
              </p:cNvPr>
              <p:cNvSpPr txBox="1"/>
              <p:nvPr/>
            </p:nvSpPr>
            <p:spPr>
              <a:xfrm>
                <a:off x="594403" y="1699450"/>
                <a:ext cx="5501597" cy="2075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u="sng" noProof="0" dirty="0"/>
                  <a:t>Escribir un programa</a:t>
                </a:r>
                <a:r>
                  <a:rPr lang="es-ES" b="1" u="sng" noProof="0" dirty="0"/>
                  <a:t> </a:t>
                </a:r>
                <a:r>
                  <a:rPr lang="es-ES" u="sng" noProof="0" dirty="0"/>
                  <a:t>que</a:t>
                </a:r>
                <a:r>
                  <a:rPr lang="es-ES" noProof="0" dirty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Tome como input valores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noProof="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Sabiendo que en cada generación se duplica el número de células: calcule el número entero </a:t>
                </a:r>
                <a:r>
                  <a:rPr lang="es-ES" dirty="0"/>
                  <a:t>(</a:t>
                </a:r>
                <a:r>
                  <a:rPr lang="es-ES" dirty="0" err="1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int</a:t>
                </a:r>
                <a:r>
                  <a:rPr lang="es-ES" dirty="0"/>
                  <a:t>) </a:t>
                </a:r>
                <a:r>
                  <a:rPr lang="es-ES" noProof="0" dirty="0"/>
                  <a:t>de generaciones mínimas necesarias para alcanzar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ES" noProof="0" dirty="0"/>
                  <a:t> a partir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noProof="0" dirty="0"/>
                  <a:t> utilizando un algoritmo de </a:t>
                </a:r>
                <a:r>
                  <a:rPr lang="es-ES" b="1" noProof="0" dirty="0"/>
                  <a:t>enumeración exhaustiva</a:t>
                </a:r>
                <a:endParaRPr lang="es-ES" noProof="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6C5F0F-A597-C43A-4AFB-BF30A6AAF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03" y="1699450"/>
                <a:ext cx="5501597" cy="2075825"/>
              </a:xfrm>
              <a:prstGeom prst="rect">
                <a:avLst/>
              </a:prstGeom>
              <a:blipFill>
                <a:blip r:embed="rId2"/>
                <a:stretch>
                  <a:fillRect l="-776" t="-1471" r="-1220" b="-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B1178B8-327C-89BC-E359-DFA7199715F4}"/>
              </a:ext>
            </a:extLst>
          </p:cNvPr>
          <p:cNvSpPr txBox="1"/>
          <p:nvPr/>
        </p:nvSpPr>
        <p:spPr>
          <a:xfrm>
            <a:off x="6096000" y="1699450"/>
            <a:ext cx="55015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Solo usar</a:t>
            </a:r>
            <a:r>
              <a:rPr lang="es-ES" noProof="0" dirty="0"/>
              <a:t>:</a:t>
            </a:r>
          </a:p>
          <a:p>
            <a:pPr algn="ctr"/>
            <a:endParaRPr lang="es-ES" noProof="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Ramificación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 err="1">
                <a:latin typeface="Consolas" panose="020B0609020204030204" pitchFamily="49" charset="0"/>
              </a:rPr>
              <a:t>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else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Operaciones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+, -, *, /,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Comparaciones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==, !=, &lt;=, &gt;,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Lógica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and, </a:t>
            </a:r>
            <a:r>
              <a:rPr lang="es-ES" noProof="0" dirty="0" err="1">
                <a:latin typeface="Consolas" panose="020B0609020204030204" pitchFamily="49" charset="0"/>
              </a:rPr>
              <a:t>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not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/>
              <a:t>Iteración</a:t>
            </a:r>
            <a:r>
              <a:rPr lang="es-ES" noProof="0" dirty="0"/>
              <a:t>		(</a:t>
            </a:r>
            <a:r>
              <a:rPr lang="es-ES" noProof="0" dirty="0" err="1">
                <a:latin typeface="Consolas" panose="020B0609020204030204" pitchFamily="49" charset="0"/>
              </a:rPr>
              <a:t>for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while</a:t>
            </a:r>
            <a:r>
              <a:rPr lang="es-ES" noProof="0" dirty="0">
                <a:latin typeface="Consolas" panose="020B0609020204030204" pitchFamily="49" charset="0"/>
              </a:rPr>
              <a:t>, break</a:t>
            </a:r>
            <a:r>
              <a:rPr lang="es-ES" noProof="0" dirty="0"/>
              <a:t>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594AA1B-74BC-AB17-EF14-B78C0EDC3FC3}"/>
              </a:ext>
            </a:extLst>
          </p:cNvPr>
          <p:cNvGrpSpPr/>
          <p:nvPr/>
        </p:nvGrpSpPr>
        <p:grpSpPr>
          <a:xfrm rot="20727627">
            <a:off x="7307117" y="154499"/>
            <a:ext cx="674286" cy="340804"/>
            <a:chOff x="7702717" y="2138490"/>
            <a:chExt cx="674286" cy="34080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327C090B-6BFB-087B-0BD4-139CAA0DCC81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C35E446-037E-B272-4A86-8C0BC4126C0A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CFC3CB0-C69E-DC12-DD7C-25F2A268A868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A65564E-2FA5-7644-960B-C22B219A0AFD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CFCB36-12BD-0FF5-B423-9AD466672C3F}"/>
              </a:ext>
            </a:extLst>
          </p:cNvPr>
          <p:cNvGrpSpPr/>
          <p:nvPr/>
        </p:nvGrpSpPr>
        <p:grpSpPr>
          <a:xfrm>
            <a:off x="3830172" y="158549"/>
            <a:ext cx="433812" cy="332704"/>
            <a:chOff x="7839715" y="2553300"/>
            <a:chExt cx="433812" cy="33270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D71A0E9-7E6C-6574-7D4A-464973CE3D1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BB70EFE-50FA-A1CE-EC5C-50309CFBC178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025B1C3-13F6-6AF0-829B-F88BBA90C314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5BA2F8-1D20-167C-94C3-6CE3EAF02920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B0F9B7-524F-8B05-2B0E-FDADAF91E528}"/>
              </a:ext>
            </a:extLst>
          </p:cNvPr>
          <p:cNvGrpSpPr/>
          <p:nvPr/>
        </p:nvGrpSpPr>
        <p:grpSpPr>
          <a:xfrm>
            <a:off x="6271854" y="158549"/>
            <a:ext cx="433812" cy="332704"/>
            <a:chOff x="8292233" y="2422448"/>
            <a:chExt cx="433812" cy="33270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CB3266A-D0BD-7164-C332-BFBF81024750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8B0CC16-531D-62B2-7382-560AC8568900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EA3DA04-E1FE-1DEE-D277-3EC9F267D00D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1DF9CB7B-B52C-2DAF-548E-8610010E78F8}"/>
              </a:ext>
            </a:extLst>
          </p:cNvPr>
          <p:cNvSpPr/>
          <p:nvPr/>
        </p:nvSpPr>
        <p:spPr>
          <a:xfrm>
            <a:off x="7060025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0F7967F-3FAA-F3BC-29C2-C10CB3C0D93C}"/>
              </a:ext>
            </a:extLst>
          </p:cNvPr>
          <p:cNvSpPr/>
          <p:nvPr/>
        </p:nvSpPr>
        <p:spPr>
          <a:xfrm>
            <a:off x="8420801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0581D3-8F07-4173-B420-981A70FD2267}"/>
              </a:ext>
            </a:extLst>
          </p:cNvPr>
          <p:cNvSpPr/>
          <p:nvPr/>
        </p:nvSpPr>
        <p:spPr>
          <a:xfrm>
            <a:off x="841173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49C741-E070-13C5-A888-05F46849908D}"/>
              </a:ext>
            </a:extLst>
          </p:cNvPr>
          <p:cNvGrpSpPr/>
          <p:nvPr/>
        </p:nvGrpSpPr>
        <p:grpSpPr>
          <a:xfrm>
            <a:off x="7926617" y="158549"/>
            <a:ext cx="433812" cy="332704"/>
            <a:chOff x="8450452" y="2221310"/>
            <a:chExt cx="433812" cy="3327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2198A12-CFDC-6D35-B2A1-7B0B9B56197F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A2941A6-B048-3A88-D3E8-AF9CD30C5ACB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7FBDA8B-56DD-F26F-0145-45D607F135F6}"/>
              </a:ext>
            </a:extLst>
          </p:cNvPr>
          <p:cNvGrpSpPr/>
          <p:nvPr/>
        </p:nvGrpSpPr>
        <p:grpSpPr>
          <a:xfrm>
            <a:off x="1866672" y="158549"/>
            <a:ext cx="433812" cy="332704"/>
            <a:chOff x="7576832" y="2355919"/>
            <a:chExt cx="433812" cy="33270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2EB212C-29B5-4E43-371A-98F482A510DB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C32ED7-22B4-2E4B-F273-CDB799B20252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CCAE61A-F354-C163-33B6-4D042A3AFDDD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CE29E9-5F81-880C-986F-B1859B5D9C8E}"/>
              </a:ext>
            </a:extLst>
          </p:cNvPr>
          <p:cNvGrpSpPr/>
          <p:nvPr/>
        </p:nvGrpSpPr>
        <p:grpSpPr>
          <a:xfrm>
            <a:off x="9979011" y="158549"/>
            <a:ext cx="433812" cy="332704"/>
            <a:chOff x="8905992" y="2175071"/>
            <a:chExt cx="433812" cy="3327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EAF4B86-9842-B3AF-C2B9-BB93A253A695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9F7D169-4DC7-7FDD-18FC-12CA61863C90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C4F08BD-4C9F-49A5-04C1-B7209E926044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B6DE678-C44C-16AD-B67A-52FDE0C028F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F6292BD-CDA1-2169-D10C-D2821B46F96F}"/>
              </a:ext>
            </a:extLst>
          </p:cNvPr>
          <p:cNvGrpSpPr/>
          <p:nvPr/>
        </p:nvGrpSpPr>
        <p:grpSpPr>
          <a:xfrm>
            <a:off x="10939839" y="158549"/>
            <a:ext cx="433812" cy="332704"/>
            <a:chOff x="9309655" y="2557406"/>
            <a:chExt cx="433812" cy="332704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C0AD13F-EE2A-23D2-49A0-D4944F327929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7C0B3DA-D3E4-B06F-3B90-4334FA71CDC9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B1F9113-6EA2-3A81-9AFB-9FBE10D664DC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6CA504A-54EC-E7C7-35A6-BA9AB30C2B0F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704A992-A20A-BE46-3BB7-882CA490618E}"/>
              </a:ext>
            </a:extLst>
          </p:cNvPr>
          <p:cNvGrpSpPr/>
          <p:nvPr/>
        </p:nvGrpSpPr>
        <p:grpSpPr>
          <a:xfrm>
            <a:off x="9305998" y="157174"/>
            <a:ext cx="480707" cy="335455"/>
            <a:chOff x="8786411" y="2519876"/>
            <a:chExt cx="480707" cy="33545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C78B2B8-91DA-EA8B-AF80-CAE67C0EBD35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BDE468B-3566-1131-AD92-2B4990375702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4D3A5FB-006C-B438-76DD-ACE60D894C2B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AA11063-AD7F-9D93-37C7-6463BABAD4A9}"/>
              </a:ext>
            </a:extLst>
          </p:cNvPr>
          <p:cNvGrpSpPr/>
          <p:nvPr/>
        </p:nvGrpSpPr>
        <p:grpSpPr>
          <a:xfrm rot="1225737">
            <a:off x="3342606" y="154499"/>
            <a:ext cx="674286" cy="340804"/>
            <a:chOff x="7702717" y="2138490"/>
            <a:chExt cx="674286" cy="340804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068F9AC-4A66-EC65-6DF4-CA8B1586E1C9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36575FF-3DF8-319D-427C-FC97E47C520C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0AF4E35-D6D1-7FA5-12C3-D8A8784F613D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5DB7B82-73EC-F258-C11E-26A90ABEE426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52E2BF0-CA81-1509-9C42-EDBC34EC1342}"/>
              </a:ext>
            </a:extLst>
          </p:cNvPr>
          <p:cNvGrpSpPr/>
          <p:nvPr/>
        </p:nvGrpSpPr>
        <p:grpSpPr>
          <a:xfrm>
            <a:off x="764844" y="158549"/>
            <a:ext cx="433812" cy="332704"/>
            <a:chOff x="7839715" y="2553300"/>
            <a:chExt cx="433812" cy="332704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0B6D706-56E5-E37B-1064-D70433725D52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FF01495-AD4D-47F1-4950-3601B413BC73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818A41E-6088-18D4-EEA9-DA60164A2B9A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C6E0593-A122-39C5-1173-F1750B540334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4C7DF4-5964-7F4D-4BFA-78718222562C}"/>
              </a:ext>
            </a:extLst>
          </p:cNvPr>
          <p:cNvGrpSpPr/>
          <p:nvPr/>
        </p:nvGrpSpPr>
        <p:grpSpPr>
          <a:xfrm rot="19742808">
            <a:off x="4077264" y="158549"/>
            <a:ext cx="433812" cy="332704"/>
            <a:chOff x="8292233" y="2422448"/>
            <a:chExt cx="433812" cy="332704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8D83850-5AA2-B42B-2F58-BF3504A0F4F9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41D6321-EA9E-07B0-CC13-F134902A694C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53C04D5-44E2-1E60-DDF5-E1CF25051491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C06CAB82-7BBF-BEA7-2169-706308404A3E}"/>
              </a:ext>
            </a:extLst>
          </p:cNvPr>
          <p:cNvSpPr/>
          <p:nvPr/>
        </p:nvSpPr>
        <p:spPr>
          <a:xfrm rot="4509800">
            <a:off x="432435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E54775C-43AC-85ED-2D85-E8DD258A9A62}"/>
              </a:ext>
            </a:extLst>
          </p:cNvPr>
          <p:cNvSpPr/>
          <p:nvPr/>
        </p:nvSpPr>
        <p:spPr>
          <a:xfrm>
            <a:off x="5426184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5A45AC8-093D-0F5A-FA7A-6163B5CA2EE6}"/>
              </a:ext>
            </a:extLst>
          </p:cNvPr>
          <p:cNvSpPr/>
          <p:nvPr/>
        </p:nvSpPr>
        <p:spPr>
          <a:xfrm>
            <a:off x="5918670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7D5401C-F0DB-B561-503B-D2C5A273CFB8}"/>
              </a:ext>
            </a:extLst>
          </p:cNvPr>
          <p:cNvGrpSpPr/>
          <p:nvPr/>
        </p:nvGrpSpPr>
        <p:grpSpPr>
          <a:xfrm>
            <a:off x="5179092" y="158549"/>
            <a:ext cx="433812" cy="332704"/>
            <a:chOff x="8450452" y="2221310"/>
            <a:chExt cx="433812" cy="332704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49C9BAA-E8F7-3801-E757-9F7951AA3CE0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5548C5C-B399-536A-8DC2-BE793C71C9E7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C4F2F56-941A-A92A-07A4-FDCA9C9D46FD}"/>
              </a:ext>
            </a:extLst>
          </p:cNvPr>
          <p:cNvGrpSpPr/>
          <p:nvPr/>
        </p:nvGrpSpPr>
        <p:grpSpPr>
          <a:xfrm rot="163405">
            <a:off x="30186" y="158549"/>
            <a:ext cx="433812" cy="332704"/>
            <a:chOff x="7576832" y="2355919"/>
            <a:chExt cx="433812" cy="33270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E9A1572-160E-E2EF-5390-4975342B13BC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9163F9B-5B94-7840-A7F5-69DC77EE7498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8DC8934C-5D1F-A2B0-FAC8-557ADA523AE4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7D434B2-8A74-8E81-146C-C4A7A3C4EEDD}"/>
              </a:ext>
            </a:extLst>
          </p:cNvPr>
          <p:cNvGrpSpPr/>
          <p:nvPr/>
        </p:nvGrpSpPr>
        <p:grpSpPr>
          <a:xfrm>
            <a:off x="8173709" y="158549"/>
            <a:ext cx="433812" cy="332704"/>
            <a:chOff x="8905992" y="2175071"/>
            <a:chExt cx="433812" cy="332704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B37D00D-9952-7AAF-C64A-23E71B093EC0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43228DF-FA30-1788-CFF4-8BEF6E04F191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4C08EE6-3503-8374-D7F8-CC43F276C695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BF64342-D6CC-8410-2930-90B05CADA3F4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23C95B3-F837-3D3A-A348-6F4AA5DFC871}"/>
              </a:ext>
            </a:extLst>
          </p:cNvPr>
          <p:cNvGrpSpPr/>
          <p:nvPr/>
        </p:nvGrpSpPr>
        <p:grpSpPr>
          <a:xfrm>
            <a:off x="8811814" y="158549"/>
            <a:ext cx="433812" cy="332704"/>
            <a:chOff x="9309655" y="2557406"/>
            <a:chExt cx="433812" cy="332704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50A95C1F-D4ED-6D5E-C5B2-D6D745D383A9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0D26469-6F5D-CD16-697F-A8A0C8E8A62D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FFE17E8-1C4D-8DF9-D6ED-5BAD3A4E80F0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9D93D7D8-5BD2-EAF8-3BDA-C112C98ECFDC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E6173DA-0C3A-94BA-642C-8D400D3A05AF}"/>
              </a:ext>
            </a:extLst>
          </p:cNvPr>
          <p:cNvGrpSpPr/>
          <p:nvPr/>
        </p:nvGrpSpPr>
        <p:grpSpPr>
          <a:xfrm rot="4073409">
            <a:off x="6766038" y="157174"/>
            <a:ext cx="480707" cy="335455"/>
            <a:chOff x="8786411" y="2519876"/>
            <a:chExt cx="480707" cy="335455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8740597-A006-D863-4229-CCAD00C16B42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0E387B7D-5729-CA1D-7910-00297A2176EB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49C8945-157D-F354-E643-E4C03B0D9523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98E55DD-F9DC-0FCA-FC6C-029A11EB18E3}"/>
              </a:ext>
            </a:extLst>
          </p:cNvPr>
          <p:cNvGrpSpPr/>
          <p:nvPr/>
        </p:nvGrpSpPr>
        <p:grpSpPr>
          <a:xfrm rot="8866267">
            <a:off x="277278" y="154499"/>
            <a:ext cx="674286" cy="340804"/>
            <a:chOff x="7702717" y="2138490"/>
            <a:chExt cx="674286" cy="340804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A18DAF2-832F-4D78-DBD4-F835D2FB84FB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2172F7F-5CC4-5E3D-4FFD-2964C89F1808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018CA75-0E1E-0216-11B8-4FC068471709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E1F7B8A1-FD31-0A41-75ED-05F6BB8694D4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C3DA38F-0EF0-40AB-CC82-74674751F7E8}"/>
              </a:ext>
            </a:extLst>
          </p:cNvPr>
          <p:cNvGrpSpPr/>
          <p:nvPr/>
        </p:nvGrpSpPr>
        <p:grpSpPr>
          <a:xfrm rot="10800000">
            <a:off x="5558118" y="158549"/>
            <a:ext cx="547272" cy="332704"/>
            <a:chOff x="2616513" y="2273732"/>
            <a:chExt cx="547272" cy="332704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588AAD1A-A7AA-35EE-C4A7-7BA3539B8A2B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D1E7A92-3316-ECB6-F501-45F35EA991F9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FA2CC1CE-416F-B670-D68E-B9EC769F0E64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AB23BFED-413D-FC64-82A3-F4FF8E52B4BA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EB6CBE2-D389-8DFC-4D37-D4F8AB3F331F}"/>
              </a:ext>
            </a:extLst>
          </p:cNvPr>
          <p:cNvGrpSpPr/>
          <p:nvPr/>
        </p:nvGrpSpPr>
        <p:grpSpPr>
          <a:xfrm rot="20606813">
            <a:off x="1011936" y="158549"/>
            <a:ext cx="433812" cy="332704"/>
            <a:chOff x="8292233" y="2422448"/>
            <a:chExt cx="433812" cy="332704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2B73BABA-A1C4-DC99-6DCB-680F168CE7A2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1988A2DB-DC25-4DAF-78C4-C05BFC605CDF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E6F32555-84AA-EA80-360B-C943412274C7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947E134-8124-6BE3-C7FD-A1A68480297F}"/>
              </a:ext>
            </a:extLst>
          </p:cNvPr>
          <p:cNvGrpSpPr/>
          <p:nvPr/>
        </p:nvGrpSpPr>
        <p:grpSpPr>
          <a:xfrm rot="16923898">
            <a:off x="8164643" y="158549"/>
            <a:ext cx="433812" cy="332704"/>
            <a:chOff x="7839715" y="2553300"/>
            <a:chExt cx="433812" cy="332704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855BC24-72F7-EA97-5FC7-9401ED5B21A3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EC56474-8369-03EF-E90D-6A68C9C885E5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01543700-652E-CC24-B005-7D94B545D3C1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E242038F-09DD-820E-C879-DF9C352B3C59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986075F-97EA-2D55-347C-AA6A9667839D}"/>
              </a:ext>
            </a:extLst>
          </p:cNvPr>
          <p:cNvGrpSpPr/>
          <p:nvPr/>
        </p:nvGrpSpPr>
        <p:grpSpPr>
          <a:xfrm rot="6069054">
            <a:off x="11186931" y="158549"/>
            <a:ext cx="433812" cy="332704"/>
            <a:chOff x="8905992" y="2175071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2BAD124-4C7B-1EF7-2FCE-EFEF085EE026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DF508873-89AF-69E9-277F-C25E7B11424E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CAC5F7A8-8270-75E6-9CFD-ECD17CFA06A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8D47627-01A9-4481-DFF5-4F22EF0E113B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4198609-2340-8AEC-944C-35DCE4B738D2}"/>
              </a:ext>
            </a:extLst>
          </p:cNvPr>
          <p:cNvGrpSpPr/>
          <p:nvPr/>
        </p:nvGrpSpPr>
        <p:grpSpPr>
          <a:xfrm>
            <a:off x="2601330" y="158549"/>
            <a:ext cx="433812" cy="332704"/>
            <a:chOff x="8905992" y="2175071"/>
            <a:chExt cx="433812" cy="332704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D1F62340-D211-799D-103B-93F4507E74F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06CBE70-932C-C397-95D6-9DC90D8CB200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EE7EB309-7BC0-AFB3-50BD-0B317FC88511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58101D47-BCD0-65F0-2C76-CAA530C7DA9F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5690403-8B07-1760-2C6D-A85DDB338F24}"/>
              </a:ext>
            </a:extLst>
          </p:cNvPr>
          <p:cNvGrpSpPr/>
          <p:nvPr/>
        </p:nvGrpSpPr>
        <p:grpSpPr>
          <a:xfrm>
            <a:off x="1506120" y="158549"/>
            <a:ext cx="547272" cy="332704"/>
            <a:chOff x="2616513" y="2273732"/>
            <a:chExt cx="547272" cy="332704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B1F8669A-3018-072F-B868-C089E3EA0FC7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79931AE-BEC1-305C-1506-A13683346138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31D1F241-13DB-8A37-AF47-AECD0B73BAE7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8C5D153-8CF7-2CCA-26AE-D12F9EAC49A8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07AFDC8-FC02-2AB1-B253-1CA84CD266DE}"/>
              </a:ext>
            </a:extLst>
          </p:cNvPr>
          <p:cNvGrpSpPr/>
          <p:nvPr/>
        </p:nvGrpSpPr>
        <p:grpSpPr>
          <a:xfrm rot="19812029">
            <a:off x="5777670" y="158549"/>
            <a:ext cx="433812" cy="332704"/>
            <a:chOff x="7839715" y="2553300"/>
            <a:chExt cx="433812" cy="332704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9929599E-8024-9D33-106A-66B0296A11AD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2FEF4B9F-482F-5614-A635-1A3809075225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223586A-9EE3-528E-1979-616F7C36277E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17063745-C291-AE98-22A0-8ADFBE4A57BF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EEF37B-6FFD-2FCC-D132-CA34CCED55B4}"/>
              </a:ext>
            </a:extLst>
          </p:cNvPr>
          <p:cNvGrpSpPr/>
          <p:nvPr/>
        </p:nvGrpSpPr>
        <p:grpSpPr>
          <a:xfrm>
            <a:off x="8270735" y="158549"/>
            <a:ext cx="433812" cy="332704"/>
            <a:chOff x="8292233" y="2422448"/>
            <a:chExt cx="433812" cy="332704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B40C2DCB-6180-EA9D-6701-277753083CD2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92F2960E-F6C3-3205-C4A3-C90886E6BC44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E241239-409E-94F8-1945-1B68B4FE4D86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25" name="Oval 124">
            <a:extLst>
              <a:ext uri="{FF2B5EF4-FFF2-40B4-BE49-F238E27FC236}">
                <a16:creationId xmlns:a16="http://schemas.microsoft.com/office/drawing/2014/main" id="{2D1B6954-DE43-41E1-D986-5829D29492EC}"/>
              </a:ext>
            </a:extLst>
          </p:cNvPr>
          <p:cNvSpPr/>
          <p:nvPr/>
        </p:nvSpPr>
        <p:spPr>
          <a:xfrm rot="19727928">
            <a:off x="905890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016A8C72-3A2B-8345-4A7F-26D44503ADB3}"/>
              </a:ext>
            </a:extLst>
          </p:cNvPr>
          <p:cNvSpPr/>
          <p:nvPr/>
        </p:nvSpPr>
        <p:spPr>
          <a:xfrm>
            <a:off x="10094169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F560A206-061B-4118-E270-7C991BF3F2A4}"/>
              </a:ext>
            </a:extLst>
          </p:cNvPr>
          <p:cNvSpPr/>
          <p:nvPr/>
        </p:nvSpPr>
        <p:spPr>
          <a:xfrm>
            <a:off x="1047319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794C060-BD58-F0B3-FEA1-BEDA7F3C0A3B}"/>
              </a:ext>
            </a:extLst>
          </p:cNvPr>
          <p:cNvGrpSpPr/>
          <p:nvPr/>
        </p:nvGrpSpPr>
        <p:grpSpPr>
          <a:xfrm>
            <a:off x="9599985" y="158549"/>
            <a:ext cx="433812" cy="332704"/>
            <a:chOff x="8450452" y="2221310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AF96532C-3A55-01EB-C462-2D1663412559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DFBD6988-2811-EBCA-3884-2A9D8DB82FAB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F3DAB08-09DD-29AF-4A33-E22F9B15E108}"/>
              </a:ext>
            </a:extLst>
          </p:cNvPr>
          <p:cNvGrpSpPr/>
          <p:nvPr/>
        </p:nvGrpSpPr>
        <p:grpSpPr>
          <a:xfrm rot="19240955">
            <a:off x="4932000" y="158549"/>
            <a:ext cx="433812" cy="332704"/>
            <a:chOff x="7576832" y="2355919"/>
            <a:chExt cx="433812" cy="332704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7114C6FA-029E-A49B-D60D-4D55440443E6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834E1597-4352-68FE-6755-EEED9249371D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2AD849B-A306-A6D3-61FA-5ACDB146B2CA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F166E67-929A-64DD-D48F-F4CEE0E2571F}"/>
              </a:ext>
            </a:extLst>
          </p:cNvPr>
          <p:cNvGrpSpPr/>
          <p:nvPr/>
        </p:nvGrpSpPr>
        <p:grpSpPr>
          <a:xfrm>
            <a:off x="11728010" y="158549"/>
            <a:ext cx="433812" cy="332704"/>
            <a:chOff x="8905992" y="2175071"/>
            <a:chExt cx="433812" cy="332704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CC41EA24-1123-310C-9A2F-91309FA791D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6DCE02B-3790-76C8-CB7C-D84F0D1197DC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3E012B63-E9CC-702A-82BD-FA7519BB6A14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060302B-BA9D-F857-18D4-C4BAEA1E5D27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91B6510-7C08-6E9A-2937-C0D3B4AFE60E}"/>
              </a:ext>
            </a:extLst>
          </p:cNvPr>
          <p:cNvGrpSpPr/>
          <p:nvPr/>
        </p:nvGrpSpPr>
        <p:grpSpPr>
          <a:xfrm rot="21057476">
            <a:off x="-216906" y="158549"/>
            <a:ext cx="433812" cy="332704"/>
            <a:chOff x="9309655" y="2557406"/>
            <a:chExt cx="433812" cy="332704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86BCF625-37C5-B141-4214-685F24B93C1C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65BDBC8-7D7A-1160-7F17-7D41DC3D17BA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D7131416-2571-FEED-6234-BE8B5AD28B1B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B22F7FBC-A59B-93EE-F0B7-6AF7BD6B1E2F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F094981-234D-37EC-8B0E-A7BD9EEEE3EA}"/>
              </a:ext>
            </a:extLst>
          </p:cNvPr>
          <p:cNvGrpSpPr/>
          <p:nvPr/>
        </p:nvGrpSpPr>
        <p:grpSpPr>
          <a:xfrm rot="4700176">
            <a:off x="11434023" y="157174"/>
            <a:ext cx="480707" cy="335455"/>
            <a:chOff x="8786411" y="2519876"/>
            <a:chExt cx="480707" cy="335455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BC066370-725B-20D5-4BC7-C1D465289157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274486E-F619-B6E4-E90D-7B13ADAAA1AC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F47B2345-73E2-653F-BE66-DCFE53732507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594CE67-CFD0-C4D8-E9EC-29D167ED9B01}"/>
              </a:ext>
            </a:extLst>
          </p:cNvPr>
          <p:cNvGrpSpPr/>
          <p:nvPr/>
        </p:nvGrpSpPr>
        <p:grpSpPr>
          <a:xfrm>
            <a:off x="3095514" y="158549"/>
            <a:ext cx="433812" cy="332704"/>
            <a:chOff x="7839715" y="2553300"/>
            <a:chExt cx="433812" cy="332704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DCF12732-5FDF-9142-AB8C-299663E51EF1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0B86D2A9-9C72-AC28-7A19-D40C96C71847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66DF5B9-658E-9CF1-C85C-C0638E74127D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A2F5261F-5C68-784B-7543-0BB6F9D03231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AAAB9FE-EDE9-69D8-98AC-8597D6967FCB}"/>
              </a:ext>
            </a:extLst>
          </p:cNvPr>
          <p:cNvGrpSpPr/>
          <p:nvPr/>
        </p:nvGrpSpPr>
        <p:grpSpPr>
          <a:xfrm rot="5114785">
            <a:off x="6024762" y="158549"/>
            <a:ext cx="433812" cy="332704"/>
            <a:chOff x="8292233" y="2422448"/>
            <a:chExt cx="433812" cy="332704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4D174642-5FF0-50B6-0D11-67BE6695F330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B1AA2EB5-DBE7-C1ED-41EB-F0E3E0582086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2C0B5252-6FFB-0858-DF70-93905AFD93D5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1C01D60C-3D26-B853-9AEA-B56F59561CFD}"/>
              </a:ext>
            </a:extLst>
          </p:cNvPr>
          <p:cNvSpPr/>
          <p:nvPr/>
        </p:nvSpPr>
        <p:spPr>
          <a:xfrm rot="19877889">
            <a:off x="651894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A4E91A68-2B8A-381A-E236-E6E3272510E3}"/>
              </a:ext>
            </a:extLst>
          </p:cNvPr>
          <p:cNvSpPr/>
          <p:nvPr/>
        </p:nvSpPr>
        <p:spPr>
          <a:xfrm>
            <a:off x="8041775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B1421390-4499-9A5D-4792-C2BA381B913D}"/>
              </a:ext>
            </a:extLst>
          </p:cNvPr>
          <p:cNvSpPr/>
          <p:nvPr/>
        </p:nvSpPr>
        <p:spPr>
          <a:xfrm>
            <a:off x="8305643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EB541BEF-2524-23CE-D82E-6F08E9822CE9}"/>
              </a:ext>
            </a:extLst>
          </p:cNvPr>
          <p:cNvGrpSpPr/>
          <p:nvPr/>
        </p:nvGrpSpPr>
        <p:grpSpPr>
          <a:xfrm rot="19612653">
            <a:off x="7794683" y="158549"/>
            <a:ext cx="433812" cy="332704"/>
            <a:chOff x="8450452" y="2221310"/>
            <a:chExt cx="433812" cy="332704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829FA23-AB77-4639-7420-042245DEFC59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A5C7C13-7AFA-F2DF-5D34-08FC98FD4319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DB0E781-1E2A-2703-6795-1F56AF932FCE}"/>
              </a:ext>
            </a:extLst>
          </p:cNvPr>
          <p:cNvGrpSpPr/>
          <p:nvPr/>
        </p:nvGrpSpPr>
        <p:grpSpPr>
          <a:xfrm rot="2917480">
            <a:off x="1259028" y="158549"/>
            <a:ext cx="433812" cy="332704"/>
            <a:chOff x="7576832" y="2355919"/>
            <a:chExt cx="433812" cy="332704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3247132A-4E75-DB6A-7C2F-54F1E077F465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303775A4-6737-AB93-20B0-7AEACCD08E77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A3455AB8-40D3-D8D5-96E8-19708CC529B1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F8B4306D-6DD9-CADD-69CA-39008EDEC75B}"/>
              </a:ext>
            </a:extLst>
          </p:cNvPr>
          <p:cNvGrpSpPr/>
          <p:nvPr/>
        </p:nvGrpSpPr>
        <p:grpSpPr>
          <a:xfrm rot="19211855">
            <a:off x="9847077" y="158549"/>
            <a:ext cx="433812" cy="332704"/>
            <a:chOff x="8905992" y="2175071"/>
            <a:chExt cx="433812" cy="332704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0175276B-2D84-476A-4121-9A69CF033482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DA614E3-5A60-8B9A-F281-FAF86B391C3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4A8BA45F-522E-6C5A-E5A1-93872248719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F42A57BE-7CAE-06DA-35CA-9372F96D1CD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773FF14-6145-C151-6CC5-849A82752145}"/>
              </a:ext>
            </a:extLst>
          </p:cNvPr>
          <p:cNvGrpSpPr/>
          <p:nvPr/>
        </p:nvGrpSpPr>
        <p:grpSpPr>
          <a:xfrm>
            <a:off x="10692747" y="158549"/>
            <a:ext cx="433812" cy="332704"/>
            <a:chOff x="9309655" y="2557406"/>
            <a:chExt cx="433812" cy="332704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1F41B277-0724-4D22-9784-762BDD38E603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9F15CD46-2F15-A23A-4188-BAFFCE86925C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A1C9BE14-F0ED-9229-6852-B4DAD87F1A27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F96BB3D4-3E7A-ED30-DA00-C6455982BB1C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B7D495C-0823-9733-1B65-7E99EA8D0560}"/>
              </a:ext>
            </a:extLst>
          </p:cNvPr>
          <p:cNvGrpSpPr/>
          <p:nvPr/>
        </p:nvGrpSpPr>
        <p:grpSpPr>
          <a:xfrm rot="7800746">
            <a:off x="8517827" y="157174"/>
            <a:ext cx="480707" cy="335455"/>
            <a:chOff x="8786411" y="2519876"/>
            <a:chExt cx="480707" cy="335455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03398BC0-8A98-6A72-9758-33D907198E56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0E55FC10-B329-49FD-3E3C-1575E5BF9F98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B201EF1E-355C-FB9F-9181-D985234C8960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A45B9AA-7E01-7AE7-AC12-75065E7A2CDC}"/>
              </a:ext>
            </a:extLst>
          </p:cNvPr>
          <p:cNvGrpSpPr/>
          <p:nvPr/>
        </p:nvGrpSpPr>
        <p:grpSpPr>
          <a:xfrm rot="19014355">
            <a:off x="2113764" y="154499"/>
            <a:ext cx="674286" cy="340804"/>
            <a:chOff x="7702717" y="2138490"/>
            <a:chExt cx="674286" cy="340804"/>
          </a:xfrm>
        </p:grpSpPr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1891410-CE05-177A-B347-922A672F7047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CF6F87D-0EE4-0572-7F4D-3F3AA8203813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7D9951EB-3FEC-A607-BBA4-A8E3E8335FA4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E2BFD3A0-B85E-E421-EFE6-E52EA8F59B42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711CAC5-342A-78E6-DE3E-7E37F0AE8611}"/>
              </a:ext>
            </a:extLst>
          </p:cNvPr>
          <p:cNvGrpSpPr/>
          <p:nvPr/>
        </p:nvGrpSpPr>
        <p:grpSpPr>
          <a:xfrm rot="5400000">
            <a:off x="10332195" y="158549"/>
            <a:ext cx="547272" cy="332704"/>
            <a:chOff x="2616513" y="2273732"/>
            <a:chExt cx="547272" cy="332704"/>
          </a:xfrm>
        </p:grpSpPr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3B7AC5BF-F56D-8AFD-74C5-64999CF5FADB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C98C4D9C-9438-42BB-64AB-F7306E7823AD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67857A30-47CA-CAE2-2A22-BDBE14F16D2C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E82A50A7-0D57-258D-31AE-5D095A0DB1F9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A40E97C-C79A-C700-50AC-140D9BC5BA73}"/>
              </a:ext>
            </a:extLst>
          </p:cNvPr>
          <p:cNvGrpSpPr/>
          <p:nvPr/>
        </p:nvGrpSpPr>
        <p:grpSpPr>
          <a:xfrm>
            <a:off x="2848422" y="158549"/>
            <a:ext cx="433812" cy="332704"/>
            <a:chOff x="8292233" y="2422448"/>
            <a:chExt cx="433812" cy="332704"/>
          </a:xfrm>
        </p:grpSpPr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EA4484D9-A706-FEFE-D686-88E0BF39FFF6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A3ED853D-A927-9065-9C51-81FAD85A560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621BDEF2-CC09-E6AA-206F-08E5E982927A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D93219CB-104A-4E98-EEA1-8E03E90A8856}"/>
              </a:ext>
            </a:extLst>
          </p:cNvPr>
          <p:cNvGrpSpPr/>
          <p:nvPr/>
        </p:nvGrpSpPr>
        <p:grpSpPr>
          <a:xfrm>
            <a:off x="10226103" y="158549"/>
            <a:ext cx="433812" cy="332704"/>
            <a:chOff x="7839715" y="2553300"/>
            <a:chExt cx="433812" cy="332704"/>
          </a:xfrm>
        </p:grpSpPr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C4A10837-F30F-7A4B-1E45-38C414CC5C15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A1536F84-7845-5F5C-E021-67D557BD2233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D98D969B-7DCC-99B0-D61A-4362812C4184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63BDCB4C-594A-C620-7B9F-A2AE58D7B3C0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1FBC244-958C-F9D2-CD91-27549DE05B6D}"/>
              </a:ext>
            </a:extLst>
          </p:cNvPr>
          <p:cNvGrpSpPr/>
          <p:nvPr/>
        </p:nvGrpSpPr>
        <p:grpSpPr>
          <a:xfrm rot="20803146">
            <a:off x="11975094" y="158549"/>
            <a:ext cx="433812" cy="332704"/>
            <a:chOff x="8905992" y="2175071"/>
            <a:chExt cx="433812" cy="332704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9A1C53D2-AB4E-3281-354A-669E223A947B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A20CAEF5-886F-5FDB-C4B6-BB670B7E9776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D6E74D3F-6E89-1F70-543E-01E7F71A124F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5274D99C-171A-773F-6D27-14A497FC084E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8505F1DD-73C4-C381-9D77-A037AB2089E4}"/>
              </a:ext>
            </a:extLst>
          </p:cNvPr>
          <p:cNvGrpSpPr/>
          <p:nvPr/>
        </p:nvGrpSpPr>
        <p:grpSpPr>
          <a:xfrm rot="3160545">
            <a:off x="5311026" y="158549"/>
            <a:ext cx="433812" cy="332704"/>
            <a:chOff x="8905992" y="2175071"/>
            <a:chExt cx="433812" cy="332704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3B63DF31-191D-C442-1092-E66D31E75EDF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D5D663FD-E035-A470-696F-CFB48485E165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E6706AE0-2A88-BCE1-9630-9B1B7745E4E8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5C293745-0A1A-0654-BEBB-BB4039FB5DE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421DA46C-31BE-F10B-2005-127D84EE0270}"/>
              </a:ext>
            </a:extLst>
          </p:cNvPr>
          <p:cNvGrpSpPr/>
          <p:nvPr/>
        </p:nvGrpSpPr>
        <p:grpSpPr>
          <a:xfrm>
            <a:off x="4571448" y="158549"/>
            <a:ext cx="547272" cy="332704"/>
            <a:chOff x="2616513" y="2273732"/>
            <a:chExt cx="547272" cy="332704"/>
          </a:xfrm>
        </p:grpSpPr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1857388-8575-3B38-E29D-8A54E2B937C2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D783506A-1CC6-6F2C-3396-AF88BBF06176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540D6899-B7DA-53D3-FFE8-6E3092604441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314846D7-3AB3-D3E6-023F-5CAB0338637D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16" name="TextBox 215">
            <a:extLst>
              <a:ext uri="{FF2B5EF4-FFF2-40B4-BE49-F238E27FC236}">
                <a16:creationId xmlns:a16="http://schemas.microsoft.com/office/drawing/2014/main" id="{AB97554C-50D5-F4B9-E12D-1ACB64F452EA}"/>
              </a:ext>
            </a:extLst>
          </p:cNvPr>
          <p:cNvSpPr txBox="1"/>
          <p:nvPr/>
        </p:nvSpPr>
        <p:spPr>
          <a:xfrm>
            <a:off x="2644478" y="4399073"/>
            <a:ext cx="690304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/>
            <a:r>
              <a:rPr lang="es-ES" u="sng" noProof="0" dirty="0"/>
              <a:t>RECOMENDACIONES</a:t>
            </a:r>
          </a:p>
          <a:p>
            <a:pPr lvl="0" algn="ctr"/>
            <a:endParaRPr lang="es-ES" u="sng" noProof="0" dirty="0"/>
          </a:p>
          <a:p>
            <a:pPr lvl="0"/>
            <a:r>
              <a:rPr lang="es-ES" noProof="0" dirty="0"/>
              <a:t>1</a:t>
            </a:r>
            <a:r>
              <a:rPr lang="es-ES" baseline="30000" noProof="0" dirty="0"/>
              <a:t>ero</a:t>
            </a:r>
            <a:r>
              <a:rPr lang="es-ES" noProof="0" dirty="0"/>
              <a:t>)	</a:t>
            </a:r>
            <a:r>
              <a:rPr lang="es-ES" b="1" noProof="0" dirty="0"/>
              <a:t>Extrapolar el cálculo de raíces a este ejemplo biológico</a:t>
            </a:r>
            <a:r>
              <a:rPr lang="es-ES" noProof="0" dirty="0"/>
              <a:t>.</a:t>
            </a:r>
          </a:p>
          <a:p>
            <a:r>
              <a:rPr lang="es-ES" noProof="0" dirty="0"/>
              <a:t>2</a:t>
            </a:r>
            <a:r>
              <a:rPr lang="es-ES" baseline="30000" noProof="0" dirty="0"/>
              <a:t>do</a:t>
            </a:r>
            <a:r>
              <a:rPr lang="es-ES" noProof="0" dirty="0"/>
              <a:t>) 	</a:t>
            </a:r>
            <a:r>
              <a:rPr lang="es-ES" b="1" noProof="0" dirty="0"/>
              <a:t>Pensar cual es la función de decremento (F)</a:t>
            </a:r>
            <a:r>
              <a:rPr lang="es-E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0771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CECD9-4DF2-7CF4-EC94-EA0D03A55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D82F7AB-77EF-A8CD-4FAD-BC583260F77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s-ES" noProof="0" dirty="0"/>
                  <a:t>Enumeración exhaustiva para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i="1" noProof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i="1" noProof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s-ES" noProof="0" dirty="0"/>
                  <a:t>  no logra encontrar raíces imperfectas</a:t>
                </a:r>
                <a:endParaRPr lang="es-ES" i="1" baseline="30000" noProof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D82F7AB-77EF-A8CD-4FAD-BC583260F7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t="-12442" b="-21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DD8C62F-2879-5584-95E8-82BAFD3EC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06" y="1936547"/>
            <a:ext cx="5572358" cy="4546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DC9CA5-E185-1067-A613-2876273DB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489" y="2424777"/>
            <a:ext cx="3000794" cy="704948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6951D1-B96F-ABD5-58AD-C90F1AF5021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69"/>
          <a:stretch>
            <a:fillRect/>
          </a:stretch>
        </p:blipFill>
        <p:spPr>
          <a:xfrm>
            <a:off x="6385488" y="3716479"/>
            <a:ext cx="3000795" cy="724001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B58577-4690-7831-B3C1-3C98AD3517F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01"/>
          <a:stretch>
            <a:fillRect/>
          </a:stretch>
        </p:blipFill>
        <p:spPr>
          <a:xfrm>
            <a:off x="6385488" y="5105048"/>
            <a:ext cx="2982245" cy="714475"/>
          </a:xfrm>
          <a:prstGeom prst="rect">
            <a:avLst/>
          </a:prstGeom>
          <a:ln w="76200">
            <a:solidFill>
              <a:srgbClr val="719E3C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A6E7F9-7780-98AF-D265-5AF3E8C7772B}"/>
                  </a:ext>
                </a:extLst>
              </p:cNvPr>
              <p:cNvSpPr txBox="1"/>
              <p:nvPr/>
            </p:nvSpPr>
            <p:spPr>
              <a:xfrm>
                <a:off x="9474735" y="2491916"/>
                <a:ext cx="2597286" cy="64286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ad>
                        <m:radPr>
                          <m:degHide m:val="on"/>
                          <m:ctrlPr>
                            <a:rPr lang="es-ES" sz="3200" i="1" noProof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32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s-ES" sz="3200" i="1" noProof="0">
                          <a:latin typeface="Cambria Math" panose="02040503050406030204" pitchFamily="18" charset="0"/>
                        </a:rPr>
                        <m:t>=1.414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s-ES" sz="1200" noProof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A6E7F9-7780-98AF-D265-5AF3E8C77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735" y="2491916"/>
                <a:ext cx="2597286" cy="6428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73F7E0-97D3-676A-1A0B-2835978B922E}"/>
                  </a:ext>
                </a:extLst>
              </p:cNvPr>
              <p:cNvSpPr txBox="1"/>
              <p:nvPr/>
            </p:nvSpPr>
            <p:spPr>
              <a:xfrm>
                <a:off x="9474735" y="3791817"/>
                <a:ext cx="2597286" cy="64286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ad>
                        <m:radPr>
                          <m:degHide m:val="on"/>
                          <m:ctrlPr>
                            <a:rPr lang="es-ES" sz="3200" i="1" noProof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32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s-ES" sz="3200" i="1" noProof="0">
                          <a:latin typeface="Cambria Math" panose="02040503050406030204" pitchFamily="18" charset="0"/>
                        </a:rPr>
                        <m:t>=1.732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s-ES" sz="1200" noProof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73F7E0-97D3-676A-1A0B-2835978B9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735" y="3791817"/>
                <a:ext cx="2597286" cy="6428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E925F3C-C702-252D-F8AC-6D131AAB896A}"/>
                  </a:ext>
                </a:extLst>
              </p:cNvPr>
              <p:cNvSpPr txBox="1"/>
              <p:nvPr/>
            </p:nvSpPr>
            <p:spPr>
              <a:xfrm>
                <a:off x="9474735" y="5141747"/>
                <a:ext cx="2597286" cy="641073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ad>
                        <m:radPr>
                          <m:degHide m:val="on"/>
                          <m:ctrlPr>
                            <a:rPr lang="es-ES" sz="3200" i="1" noProof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32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rad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ES" sz="1200" noProof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E925F3C-C702-252D-F8AC-6D131AAB8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735" y="5141747"/>
                <a:ext cx="2597286" cy="64107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9D2BDF46-C848-0008-ED6B-314E7B22741F}"/>
              </a:ext>
            </a:extLst>
          </p:cNvPr>
          <p:cNvSpPr txBox="1"/>
          <p:nvPr/>
        </p:nvSpPr>
        <p:spPr>
          <a:xfrm>
            <a:off x="9397632" y="3199997"/>
            <a:ext cx="259728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400" b="1" noProof="0" dirty="0">
                <a:solidFill>
                  <a:schemeClr val="accent4"/>
                </a:solidFill>
              </a:rPr>
              <a:t>¿que característica comparten?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657A50-413D-852F-597D-BEC3BBC28E95}"/>
              </a:ext>
            </a:extLst>
          </p:cNvPr>
          <p:cNvCxnSpPr>
            <a:stCxn id="18" idx="0"/>
          </p:cNvCxnSpPr>
          <p:nvPr/>
        </p:nvCxnSpPr>
        <p:spPr>
          <a:xfrm flipH="1" flipV="1">
            <a:off x="10087583" y="2996119"/>
            <a:ext cx="608693" cy="20387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6F94DA-8C56-48FD-D76A-8EC7C3E69D62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10087583" y="3723217"/>
            <a:ext cx="608693" cy="28406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1C6C7C-1D1E-4491-AF0F-A087B4401660}"/>
              </a:ext>
            </a:extLst>
          </p:cNvPr>
          <p:cNvSpPr txBox="1"/>
          <p:nvPr/>
        </p:nvSpPr>
        <p:spPr>
          <a:xfrm>
            <a:off x="363730" y="1752952"/>
            <a:ext cx="7422490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c3_raiz_cuadrada_de_x_por_enumeracion_exhaustiva_con_F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3389300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7675-A430-B6AA-3BB4-E3CFCD67B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1265BC-D843-AC8E-194E-FA33EC9C7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Representación visual</a:t>
            </a:r>
            <a:br>
              <a:rPr lang="es-ES" noProof="0" dirty="0"/>
            </a:br>
            <a:r>
              <a:rPr lang="es-ES" sz="2000" noProof="0" dirty="0"/>
              <a:t>(enumeración exhaustiva por </a:t>
            </a:r>
            <a:r>
              <a:rPr lang="es-ES" sz="2000" b="1" noProof="0" dirty="0"/>
              <a:t>aproximación</a:t>
            </a:r>
            <a:r>
              <a:rPr lang="es-ES" sz="2000" noProof="0" dirty="0"/>
              <a:t>)</a:t>
            </a:r>
            <a:endParaRPr lang="es-ES" sz="2400" noProof="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16B175-EA3D-B2B1-61DE-8A52C7CF33F8}"/>
              </a:ext>
            </a:extLst>
          </p:cNvPr>
          <p:cNvCxnSpPr>
            <a:cxnSpLocks/>
          </p:cNvCxnSpPr>
          <p:nvPr/>
        </p:nvCxnSpPr>
        <p:spPr>
          <a:xfrm>
            <a:off x="1845013" y="2334639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CF7B5F-4D32-42C6-093E-A92DF97A96A1}"/>
              </a:ext>
            </a:extLst>
          </p:cNvPr>
          <p:cNvCxnSpPr>
            <a:cxnSpLocks/>
          </p:cNvCxnSpPr>
          <p:nvPr/>
        </p:nvCxnSpPr>
        <p:spPr>
          <a:xfrm flipV="1">
            <a:off x="2178996" y="2208179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C170D3-8A96-D1FC-5EA6-99D1AECF671F}"/>
              </a:ext>
            </a:extLst>
          </p:cNvPr>
          <p:cNvCxnSpPr>
            <a:cxnSpLocks/>
          </p:cNvCxnSpPr>
          <p:nvPr/>
        </p:nvCxnSpPr>
        <p:spPr>
          <a:xfrm flipV="1">
            <a:off x="9990307" y="2208179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500DDA6-D55C-8023-58A9-6F6F996FBC73}"/>
              </a:ext>
            </a:extLst>
          </p:cNvPr>
          <p:cNvSpPr txBox="1"/>
          <p:nvPr/>
        </p:nvSpPr>
        <p:spPr>
          <a:xfrm>
            <a:off x="2023344" y="18388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2C0513-E9B1-3BD1-DE32-912A2411A5C6}"/>
              </a:ext>
            </a:extLst>
          </p:cNvPr>
          <p:cNvSpPr txBox="1"/>
          <p:nvPr/>
        </p:nvSpPr>
        <p:spPr>
          <a:xfrm>
            <a:off x="9834655" y="18388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D4FB83-E52D-3656-15D0-7DE4F98C9472}"/>
              </a:ext>
            </a:extLst>
          </p:cNvPr>
          <p:cNvSpPr/>
          <p:nvPr/>
        </p:nvSpPr>
        <p:spPr>
          <a:xfrm>
            <a:off x="2178996" y="2266539"/>
            <a:ext cx="7811311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68C9DE3-609C-EE14-96AD-07956A66DD9D}"/>
              </a:ext>
            </a:extLst>
          </p:cNvPr>
          <p:cNvCxnSpPr>
            <a:cxnSpLocks/>
          </p:cNvCxnSpPr>
          <p:nvPr/>
        </p:nvCxnSpPr>
        <p:spPr>
          <a:xfrm>
            <a:off x="1845013" y="3250633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D37F4C-A1BC-BAA0-795F-6A244C050D17}"/>
              </a:ext>
            </a:extLst>
          </p:cNvPr>
          <p:cNvCxnSpPr>
            <a:cxnSpLocks/>
          </p:cNvCxnSpPr>
          <p:nvPr/>
        </p:nvCxnSpPr>
        <p:spPr>
          <a:xfrm flipV="1">
            <a:off x="2178996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BD5EF92-F3B1-2C07-7482-1FFE9DF25AFF}"/>
              </a:ext>
            </a:extLst>
          </p:cNvPr>
          <p:cNvCxnSpPr>
            <a:cxnSpLocks/>
          </p:cNvCxnSpPr>
          <p:nvPr/>
        </p:nvCxnSpPr>
        <p:spPr>
          <a:xfrm flipV="1">
            <a:off x="9990307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C3C7C5B-9990-5500-3580-BCCCD47D4D9B}"/>
              </a:ext>
            </a:extLst>
          </p:cNvPr>
          <p:cNvSpPr/>
          <p:nvPr/>
        </p:nvSpPr>
        <p:spPr>
          <a:xfrm>
            <a:off x="2224714" y="3182533"/>
            <a:ext cx="7765585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928BC1F-D1D9-A0A2-1188-5C7DDC0A93B1}"/>
              </a:ext>
            </a:extLst>
          </p:cNvPr>
          <p:cNvCxnSpPr>
            <a:cxnSpLocks/>
          </p:cNvCxnSpPr>
          <p:nvPr/>
        </p:nvCxnSpPr>
        <p:spPr>
          <a:xfrm>
            <a:off x="1845013" y="4166627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FFE27E7-6F29-8295-2B22-CF0A9316860C}"/>
              </a:ext>
            </a:extLst>
          </p:cNvPr>
          <p:cNvCxnSpPr>
            <a:cxnSpLocks/>
          </p:cNvCxnSpPr>
          <p:nvPr/>
        </p:nvCxnSpPr>
        <p:spPr>
          <a:xfrm flipV="1">
            <a:off x="2178996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49EB487-9222-59DE-64B8-A725BF24DA3D}"/>
              </a:ext>
            </a:extLst>
          </p:cNvPr>
          <p:cNvCxnSpPr>
            <a:cxnSpLocks/>
          </p:cNvCxnSpPr>
          <p:nvPr/>
        </p:nvCxnSpPr>
        <p:spPr>
          <a:xfrm flipV="1">
            <a:off x="9990307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39202C64-8627-8F29-99D4-BE02C6097E32}"/>
              </a:ext>
            </a:extLst>
          </p:cNvPr>
          <p:cNvSpPr/>
          <p:nvPr/>
        </p:nvSpPr>
        <p:spPr>
          <a:xfrm>
            <a:off x="2270430" y="4098527"/>
            <a:ext cx="7719875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A048F23-218D-F490-E484-CF97B304FCBF}"/>
              </a:ext>
            </a:extLst>
          </p:cNvPr>
          <p:cNvSpPr txBox="1"/>
          <p:nvPr/>
        </p:nvSpPr>
        <p:spPr>
          <a:xfrm>
            <a:off x="1971248" y="1615029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min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8DE2B3-D23A-0884-7E34-8CA36F41878E}"/>
              </a:ext>
            </a:extLst>
          </p:cNvPr>
          <p:cNvSpPr txBox="1"/>
          <p:nvPr/>
        </p:nvSpPr>
        <p:spPr>
          <a:xfrm>
            <a:off x="9782557" y="1615029"/>
            <a:ext cx="4154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max</a:t>
            </a:r>
            <a:endParaRPr lang="es-ES" sz="1100" i="1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C9EB797-ADBA-8720-8F1E-0C10D4DE490C}"/>
              </a:ext>
            </a:extLst>
          </p:cNvPr>
          <p:cNvCxnSpPr>
            <a:cxnSpLocks/>
          </p:cNvCxnSpPr>
          <p:nvPr/>
        </p:nvCxnSpPr>
        <p:spPr>
          <a:xfrm>
            <a:off x="1845013" y="6008325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4337134-AB4E-4AAF-7736-DEF13F743E44}"/>
              </a:ext>
            </a:extLst>
          </p:cNvPr>
          <p:cNvCxnSpPr>
            <a:cxnSpLocks/>
          </p:cNvCxnSpPr>
          <p:nvPr/>
        </p:nvCxnSpPr>
        <p:spPr>
          <a:xfrm flipV="1">
            <a:off x="2178996" y="588186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153BEB0E-3201-8A39-2C21-7C4C84A34CB8}"/>
              </a:ext>
            </a:extLst>
          </p:cNvPr>
          <p:cNvCxnSpPr>
            <a:cxnSpLocks/>
          </p:cNvCxnSpPr>
          <p:nvPr/>
        </p:nvCxnSpPr>
        <p:spPr>
          <a:xfrm flipV="1">
            <a:off x="9990307" y="588186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4D3D47F9-56D0-A637-F20B-F642407FF8E0}"/>
              </a:ext>
            </a:extLst>
          </p:cNvPr>
          <p:cNvSpPr/>
          <p:nvPr/>
        </p:nvSpPr>
        <p:spPr>
          <a:xfrm>
            <a:off x="6095999" y="5940225"/>
            <a:ext cx="3894305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84E9751-FE36-D6EE-340A-D54812AB1C84}"/>
              </a:ext>
            </a:extLst>
          </p:cNvPr>
          <p:cNvSpPr/>
          <p:nvPr/>
        </p:nvSpPr>
        <p:spPr>
          <a:xfrm>
            <a:off x="2178994" y="5940225"/>
            <a:ext cx="3917002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CEEF05D-95BB-CF60-7226-73BA5BA0B685}"/>
              </a:ext>
            </a:extLst>
          </p:cNvPr>
          <p:cNvSpPr txBox="1"/>
          <p:nvPr/>
        </p:nvSpPr>
        <p:spPr>
          <a:xfrm>
            <a:off x="5010607" y="1896178"/>
            <a:ext cx="21707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8CB591"/>
                </a:solidFill>
              </a:rPr>
              <a:t>espacio de búsqueda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08BB4B00-015F-44C4-927B-C07C19D091F9}"/>
                  </a:ext>
                </a:extLst>
              </p:cNvPr>
              <p:cNvSpPr txBox="1"/>
              <p:nvPr/>
            </p:nvSpPr>
            <p:spPr>
              <a:xfrm>
                <a:off x="1167393" y="599449"/>
                <a:ext cx="1011600" cy="77687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s-ES" sz="4400" b="1" i="1" noProof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ES" sz="4400" b="1" i="1" noProof="0">
                              <a:latin typeface="Cambria Math" panose="02040503050406030204" pitchFamily="18" charset="0"/>
                            </a:rPr>
                            <m:t>𝟐</m:t>
                          </m:r>
                        </m:deg>
                        <m:e>
                          <m:r>
                            <a:rPr lang="es-ES" sz="4400" b="1" i="1" noProof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rad>
                    </m:oMath>
                  </m:oMathPara>
                </a14:m>
                <a:endParaRPr lang="es-ES" b="1" noProof="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16EE676-A93F-FE67-B60A-FCDB3638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393" y="599449"/>
                <a:ext cx="1011600" cy="776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10553E4-8329-F46E-38FD-C8498A041FB2}"/>
              </a:ext>
            </a:extLst>
          </p:cNvPr>
          <p:cNvSpPr/>
          <p:nvPr/>
        </p:nvSpPr>
        <p:spPr>
          <a:xfrm>
            <a:off x="2178995" y="3182533"/>
            <a:ext cx="45719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5C7EA5-2034-7836-8C5A-42C1DCA1F556}"/>
              </a:ext>
            </a:extLst>
          </p:cNvPr>
          <p:cNvCxnSpPr>
            <a:cxnSpLocks/>
          </p:cNvCxnSpPr>
          <p:nvPr/>
        </p:nvCxnSpPr>
        <p:spPr>
          <a:xfrm flipV="1">
            <a:off x="2224714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0045015-1CE2-C74B-C8C6-793A3FF6661B}"/>
              </a:ext>
            </a:extLst>
          </p:cNvPr>
          <p:cNvSpPr txBox="1"/>
          <p:nvPr/>
        </p:nvSpPr>
        <p:spPr>
          <a:xfrm>
            <a:off x="1942426" y="27989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0.1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FEA2DB-1C14-91A6-FA38-8559FB698D8E}"/>
              </a:ext>
            </a:extLst>
          </p:cNvPr>
          <p:cNvCxnSpPr>
            <a:cxnSpLocks/>
          </p:cNvCxnSpPr>
          <p:nvPr/>
        </p:nvCxnSpPr>
        <p:spPr>
          <a:xfrm flipV="1">
            <a:off x="2270430" y="4040158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C77599A-165E-181B-2675-0DCEC6B6EE49}"/>
              </a:ext>
            </a:extLst>
          </p:cNvPr>
          <p:cNvSpPr txBox="1"/>
          <p:nvPr/>
        </p:nvSpPr>
        <p:spPr>
          <a:xfrm>
            <a:off x="1988142" y="371489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0.2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79605E-845C-A59F-8898-06F2A6D4A430}"/>
              </a:ext>
            </a:extLst>
          </p:cNvPr>
          <p:cNvCxnSpPr>
            <a:cxnSpLocks/>
          </p:cNvCxnSpPr>
          <p:nvPr/>
        </p:nvCxnSpPr>
        <p:spPr>
          <a:xfrm>
            <a:off x="1845013" y="5024251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102025-CFB0-E462-856D-4FD14AFF776A}"/>
              </a:ext>
            </a:extLst>
          </p:cNvPr>
          <p:cNvCxnSpPr>
            <a:cxnSpLocks/>
          </p:cNvCxnSpPr>
          <p:nvPr/>
        </p:nvCxnSpPr>
        <p:spPr>
          <a:xfrm flipV="1">
            <a:off x="2178996" y="4897791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EAA5A7-DE07-5028-706A-6A1FDE5ADE57}"/>
              </a:ext>
            </a:extLst>
          </p:cNvPr>
          <p:cNvCxnSpPr>
            <a:cxnSpLocks/>
          </p:cNvCxnSpPr>
          <p:nvPr/>
        </p:nvCxnSpPr>
        <p:spPr>
          <a:xfrm flipV="1">
            <a:off x="9990307" y="4897791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9B460BD-8C14-73BF-D777-AA64975BD091}"/>
              </a:ext>
            </a:extLst>
          </p:cNvPr>
          <p:cNvSpPr/>
          <p:nvPr/>
        </p:nvSpPr>
        <p:spPr>
          <a:xfrm>
            <a:off x="2316148" y="4956151"/>
            <a:ext cx="7674157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1E2A995-B5FD-8BDA-BAD6-45819168F5B9}"/>
              </a:ext>
            </a:extLst>
          </p:cNvPr>
          <p:cNvSpPr/>
          <p:nvPr/>
        </p:nvSpPr>
        <p:spPr>
          <a:xfrm>
            <a:off x="2178993" y="4956142"/>
            <a:ext cx="137155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EAA0367-0BF1-6B4A-7711-9D607DF84A14}"/>
              </a:ext>
            </a:extLst>
          </p:cNvPr>
          <p:cNvCxnSpPr>
            <a:cxnSpLocks/>
          </p:cNvCxnSpPr>
          <p:nvPr/>
        </p:nvCxnSpPr>
        <p:spPr>
          <a:xfrm flipV="1">
            <a:off x="2316148" y="4897782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D27DBAD-BFDC-FDDC-1D38-D9AD69EC34D3}"/>
              </a:ext>
            </a:extLst>
          </p:cNvPr>
          <p:cNvSpPr txBox="1"/>
          <p:nvPr/>
        </p:nvSpPr>
        <p:spPr>
          <a:xfrm>
            <a:off x="2033860" y="457251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0.3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8965B2D-9C20-3F19-7A0B-2EEB8D8B01EB}"/>
              </a:ext>
            </a:extLst>
          </p:cNvPr>
          <p:cNvCxnSpPr>
            <a:cxnSpLocks/>
          </p:cNvCxnSpPr>
          <p:nvPr/>
        </p:nvCxnSpPr>
        <p:spPr>
          <a:xfrm flipV="1">
            <a:off x="6103292" y="588186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9E9A0D5-5F7A-B402-4DD9-5A5BA2D1B126}"/>
              </a:ext>
            </a:extLst>
          </p:cNvPr>
          <p:cNvSpPr txBox="1"/>
          <p:nvPr/>
        </p:nvSpPr>
        <p:spPr>
          <a:xfrm>
            <a:off x="3534625" y="5318134"/>
            <a:ext cx="147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0C3933-9B0E-72FB-C873-6DADC0B1F295}"/>
              </a:ext>
            </a:extLst>
          </p:cNvPr>
          <p:cNvSpPr txBox="1"/>
          <p:nvPr/>
        </p:nvSpPr>
        <p:spPr>
          <a:xfrm>
            <a:off x="5947641" y="55028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E00110-80A4-3164-EF84-F0A12EB54BCA}"/>
              </a:ext>
            </a:extLst>
          </p:cNvPr>
          <p:cNvSpPr txBox="1"/>
          <p:nvPr/>
        </p:nvSpPr>
        <p:spPr>
          <a:xfrm>
            <a:off x="573000" y="3149450"/>
            <a:ext cx="1249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FF7F7F"/>
                </a:solidFill>
              </a:rPr>
              <a:t>descartado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8074FB-C2E6-C7A6-2FB8-7357455D8703}"/>
              </a:ext>
            </a:extLst>
          </p:cNvPr>
          <p:cNvSpPr txBox="1"/>
          <p:nvPr/>
        </p:nvSpPr>
        <p:spPr>
          <a:xfrm>
            <a:off x="573000" y="2940232"/>
            <a:ext cx="12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noProof="0" dirty="0">
                <a:solidFill>
                  <a:srgbClr val="FF7F7F"/>
                </a:solidFill>
                <a:latin typeface="Consolas" panose="020B0609020204030204" pitchFamily="49" charset="0"/>
              </a:rPr>
              <a:t>n </a:t>
            </a:r>
            <a:r>
              <a:rPr lang="es-ES" dirty="0">
                <a:solidFill>
                  <a:srgbClr val="FF7F7F"/>
                </a:solidFill>
                <a:latin typeface="Consolas" panose="020B0609020204030204" pitchFamily="49" charset="0"/>
              </a:rPr>
              <a:t>&lt;</a:t>
            </a:r>
            <a:r>
              <a:rPr lang="es-ES" noProof="0" dirty="0">
                <a:solidFill>
                  <a:srgbClr val="FF7F7F"/>
                </a:solidFill>
                <a:latin typeface="Consolas" panose="020B0609020204030204" pitchFamily="49" charset="0"/>
              </a:rPr>
              <a:t>= 0.1</a:t>
            </a:r>
            <a:endParaRPr lang="es-ES" sz="1800" noProof="0" dirty="0">
              <a:solidFill>
                <a:srgbClr val="FF7F7F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B88AD3-4C4C-84C6-D83C-C85A901430C6}"/>
              </a:ext>
            </a:extLst>
          </p:cNvPr>
          <p:cNvSpPr txBox="1"/>
          <p:nvPr/>
        </p:nvSpPr>
        <p:spPr>
          <a:xfrm>
            <a:off x="573000" y="4084222"/>
            <a:ext cx="1249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FF7F7F"/>
                </a:solidFill>
              </a:rPr>
              <a:t>descartado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65F732-A06A-EADE-4099-B87FEE9C00F9}"/>
              </a:ext>
            </a:extLst>
          </p:cNvPr>
          <p:cNvSpPr txBox="1"/>
          <p:nvPr/>
        </p:nvSpPr>
        <p:spPr>
          <a:xfrm>
            <a:off x="573000" y="3875004"/>
            <a:ext cx="12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noProof="0" dirty="0">
                <a:solidFill>
                  <a:srgbClr val="FF7F7F"/>
                </a:solidFill>
                <a:latin typeface="Consolas" panose="020B0609020204030204" pitchFamily="49" charset="0"/>
              </a:rPr>
              <a:t>n </a:t>
            </a:r>
            <a:r>
              <a:rPr lang="es-ES" dirty="0">
                <a:solidFill>
                  <a:srgbClr val="FF7F7F"/>
                </a:solidFill>
                <a:latin typeface="Consolas" panose="020B0609020204030204" pitchFamily="49" charset="0"/>
              </a:rPr>
              <a:t>&lt;</a:t>
            </a:r>
            <a:r>
              <a:rPr lang="es-ES" noProof="0" dirty="0">
                <a:solidFill>
                  <a:srgbClr val="FF7F7F"/>
                </a:solidFill>
                <a:latin typeface="Consolas" panose="020B0609020204030204" pitchFamily="49" charset="0"/>
              </a:rPr>
              <a:t>= 0.2</a:t>
            </a:r>
            <a:endParaRPr lang="es-ES" sz="1800" noProof="0" dirty="0">
              <a:solidFill>
                <a:srgbClr val="FF7F7F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6C3CC6-CFC7-7AA7-2EA4-ED93222D7DE4}"/>
              </a:ext>
            </a:extLst>
          </p:cNvPr>
          <p:cNvSpPr txBox="1"/>
          <p:nvPr/>
        </p:nvSpPr>
        <p:spPr>
          <a:xfrm>
            <a:off x="573000" y="4923059"/>
            <a:ext cx="1249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FF7F7F"/>
                </a:solidFill>
              </a:rPr>
              <a:t>descartado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09D8DB-E135-CB66-BAA5-127961DABC4D}"/>
              </a:ext>
            </a:extLst>
          </p:cNvPr>
          <p:cNvSpPr txBox="1"/>
          <p:nvPr/>
        </p:nvSpPr>
        <p:spPr>
          <a:xfrm>
            <a:off x="573000" y="4713841"/>
            <a:ext cx="12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noProof="0" dirty="0">
                <a:solidFill>
                  <a:srgbClr val="FF7F7F"/>
                </a:solidFill>
                <a:latin typeface="Consolas" panose="020B0609020204030204" pitchFamily="49" charset="0"/>
              </a:rPr>
              <a:t>n </a:t>
            </a:r>
            <a:r>
              <a:rPr lang="es-ES" dirty="0">
                <a:solidFill>
                  <a:srgbClr val="FF7F7F"/>
                </a:solidFill>
                <a:latin typeface="Consolas" panose="020B0609020204030204" pitchFamily="49" charset="0"/>
              </a:rPr>
              <a:t>&lt;</a:t>
            </a:r>
            <a:r>
              <a:rPr lang="es-ES" noProof="0" dirty="0">
                <a:solidFill>
                  <a:srgbClr val="FF7F7F"/>
                </a:solidFill>
                <a:latin typeface="Consolas" panose="020B0609020204030204" pitchFamily="49" charset="0"/>
              </a:rPr>
              <a:t>= 0.3</a:t>
            </a:r>
            <a:endParaRPr lang="es-ES" sz="1800" noProof="0" dirty="0">
              <a:solidFill>
                <a:srgbClr val="FF7F7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82CB50-5654-A83F-6DA0-C4BEDD4AD855}"/>
              </a:ext>
            </a:extLst>
          </p:cNvPr>
          <p:cNvSpPr/>
          <p:nvPr/>
        </p:nvSpPr>
        <p:spPr>
          <a:xfrm>
            <a:off x="2178994" y="4098525"/>
            <a:ext cx="91436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66677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9" grpId="0" animBg="1"/>
      <p:bldP spid="99" grpId="0" animBg="1"/>
      <p:bldP spid="102" grpId="0" animBg="1"/>
      <p:bldP spid="2" grpId="0" animBg="1"/>
      <p:bldP spid="5" grpId="0"/>
      <p:bldP spid="9" grpId="0"/>
      <p:bldP spid="15" grpId="0" animBg="1"/>
      <p:bldP spid="28" grpId="0" animBg="1"/>
      <p:bldP spid="37" grpId="0"/>
      <p:bldP spid="40" grpId="0"/>
      <p:bldP spid="41" grpId="0"/>
      <p:bldP spid="51" grpId="0"/>
      <p:bldP spid="52" grpId="0"/>
      <p:bldP spid="58" grpId="0"/>
      <p:bldP spid="59" grpId="0"/>
      <p:bldP spid="61" grpId="0"/>
      <p:bldP spid="62" grpId="0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E856C-2396-583C-13AA-6F7C336E7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C141F-BD3C-7E76-4A4B-B2092292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Necesitamos aproximarnos de a poco:</a:t>
            </a:r>
            <a:br>
              <a:rPr lang="es-ES" noProof="0" dirty="0"/>
            </a:br>
            <a:r>
              <a:rPr lang="es-ES" b="1" noProof="0" dirty="0"/>
              <a:t>algoritmos aproximativos</a:t>
            </a:r>
            <a:endParaRPr lang="es-ES" b="1" i="1" baseline="300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D99A72-19AA-AC89-8EDE-C96573677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44281" y="0"/>
            <a:ext cx="1369183" cy="11171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BCFB73-EAD1-0137-C1A5-06F6EFF764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" r="1909"/>
          <a:stretch/>
        </p:blipFill>
        <p:spPr>
          <a:xfrm>
            <a:off x="4000864" y="2017336"/>
            <a:ext cx="4134442" cy="442117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2AA1F1-45A8-3DC0-B08B-B675E544201D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455395" y="2911204"/>
            <a:ext cx="931779" cy="23083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CFBA9A-5D0D-F2FA-8F35-4B3B7720A078}"/>
              </a:ext>
            </a:extLst>
          </p:cNvPr>
          <p:cNvSpPr txBox="1"/>
          <p:nvPr/>
        </p:nvSpPr>
        <p:spPr>
          <a:xfrm>
            <a:off x="1315307" y="2757315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4"/>
                </a:solidFill>
              </a:rPr>
              <a:t>Pequeños incrementos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5523C2-B424-B06B-D1B2-71D7908EA4CC}"/>
              </a:ext>
            </a:extLst>
          </p:cNvPr>
          <p:cNvCxnSpPr/>
          <p:nvPr/>
        </p:nvCxnSpPr>
        <p:spPr>
          <a:xfrm>
            <a:off x="3455395" y="3286197"/>
            <a:ext cx="914400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E69F1A-57DD-13D4-AC25-5262F88543FB}"/>
              </a:ext>
            </a:extLst>
          </p:cNvPr>
          <p:cNvSpPr txBox="1"/>
          <p:nvPr/>
        </p:nvSpPr>
        <p:spPr>
          <a:xfrm>
            <a:off x="1315307" y="3132308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4"/>
                </a:solidFill>
              </a:rPr>
              <a:t>Tolerancia de error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0CDD1F-B58C-64EC-742E-CED43BE3485F}"/>
              </a:ext>
            </a:extLst>
          </p:cNvPr>
          <p:cNvCxnSpPr/>
          <p:nvPr/>
        </p:nvCxnSpPr>
        <p:spPr>
          <a:xfrm>
            <a:off x="3455395" y="3723942"/>
            <a:ext cx="914400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2205A27-EC4F-B6A7-4BBE-84B5458D9991}"/>
              </a:ext>
            </a:extLst>
          </p:cNvPr>
          <p:cNvSpPr txBox="1"/>
          <p:nvPr/>
        </p:nvSpPr>
        <p:spPr>
          <a:xfrm>
            <a:off x="1315307" y="3570053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i="1" noProof="0" dirty="0">
                <a:solidFill>
                  <a:schemeClr val="bg2">
                    <a:lumMod val="50000"/>
                  </a:schemeClr>
                </a:solidFill>
              </a:rPr>
              <a:t>Nº de iteraciones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91C120A-7884-E397-B89F-57AA673AA54E}"/>
              </a:ext>
            </a:extLst>
          </p:cNvPr>
          <p:cNvCxnSpPr/>
          <p:nvPr/>
        </p:nvCxnSpPr>
        <p:spPr>
          <a:xfrm>
            <a:off x="3455395" y="4161687"/>
            <a:ext cx="914400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E6B80EB-856F-EF3F-7C06-D522BAA2D5A8}"/>
              </a:ext>
            </a:extLst>
          </p:cNvPr>
          <p:cNvSpPr txBox="1"/>
          <p:nvPr/>
        </p:nvSpPr>
        <p:spPr>
          <a:xfrm>
            <a:off x="1315307" y="4007798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2"/>
                </a:solidFill>
              </a:rPr>
              <a:t>Función de decremento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96D232-E596-7637-7A2A-07DF4504949D}"/>
              </a:ext>
            </a:extLst>
          </p:cNvPr>
          <p:cNvCxnSpPr>
            <a:cxnSpLocks/>
          </p:cNvCxnSpPr>
          <p:nvPr/>
        </p:nvCxnSpPr>
        <p:spPr>
          <a:xfrm>
            <a:off x="3455395" y="4609159"/>
            <a:ext cx="1204154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276671E-2A5B-DBE6-23BA-9A3986FE617E}"/>
              </a:ext>
            </a:extLst>
          </p:cNvPr>
          <p:cNvSpPr txBox="1"/>
          <p:nvPr/>
        </p:nvSpPr>
        <p:spPr>
          <a:xfrm>
            <a:off x="838200" y="4455270"/>
            <a:ext cx="261719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2"/>
                </a:solidFill>
              </a:rPr>
              <a:t>Aplicamos el incremento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763902-604D-56E1-5FDB-8ADD1508890A}"/>
              </a:ext>
            </a:extLst>
          </p:cNvPr>
          <p:cNvCxnSpPr>
            <a:cxnSpLocks/>
          </p:cNvCxnSpPr>
          <p:nvPr/>
        </p:nvCxnSpPr>
        <p:spPr>
          <a:xfrm>
            <a:off x="3455395" y="5042441"/>
            <a:ext cx="1204154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B7507DB-1FC2-C0F2-4A78-D2E8F2957415}"/>
              </a:ext>
            </a:extLst>
          </p:cNvPr>
          <p:cNvSpPr txBox="1"/>
          <p:nvPr/>
        </p:nvSpPr>
        <p:spPr>
          <a:xfrm>
            <a:off x="1315307" y="4888552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i="1" noProof="0" dirty="0">
                <a:solidFill>
                  <a:schemeClr val="bg2">
                    <a:lumMod val="50000"/>
                  </a:schemeClr>
                </a:solidFill>
              </a:rPr>
              <a:t>Nº de iteraciones + 1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2F3C32-4B0E-28E8-3F63-963BF344BA5B}"/>
                  </a:ext>
                </a:extLst>
              </p:cNvPr>
              <p:cNvSpPr txBox="1"/>
              <p:nvPr/>
            </p:nvSpPr>
            <p:spPr>
              <a:xfrm>
                <a:off x="8404696" y="3063776"/>
                <a:ext cx="3258136" cy="2058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u="sng" noProof="0" dirty="0"/>
                  <a:t>Son algoritmos: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ES" noProof="0" dirty="0"/>
                  <a:t>de "adivinar" y comprobar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ES" noProof="0" dirty="0"/>
                  <a:t>de enumeración exhaustiva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ES" noProof="0" dirty="0"/>
                  <a:t>de </a:t>
                </a:r>
                <a:r>
                  <a:rPr lang="es-ES" b="1" noProof="0" dirty="0"/>
                  <a:t>aproximación</a:t>
                </a:r>
                <a:endParaRPr lang="es-ES" noProof="0" dirty="0"/>
              </a:p>
              <a:p>
                <a:pPr lvl="1"/>
                <a:r>
                  <a:rPr lang="es-ES" noProof="0" dirty="0"/>
                  <a:t>¡Nunca sabremos el valor</a:t>
                </a:r>
              </a:p>
              <a:p>
                <a:pPr lvl="1"/>
                <a:r>
                  <a:rPr lang="es-ES" noProof="0" dirty="0"/>
                  <a:t>exacto 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ES" i="1" noProof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s-ES" noProof="0" dirty="0"/>
                  <a:t> 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ES" i="1" noProof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s-ES" noProof="0" dirty="0"/>
                  <a:t>! </a:t>
                </a:r>
              </a:p>
              <a:p>
                <a:pPr lvl="1"/>
                <a:r>
                  <a:rPr lang="es-ES" noProof="0" dirty="0"/>
                  <a:t>(porque son irracionales)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2F3C32-4B0E-28E8-3F63-963BF344B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696" y="3063776"/>
                <a:ext cx="3258136" cy="2058320"/>
              </a:xfrm>
              <a:prstGeom prst="rect">
                <a:avLst/>
              </a:prstGeom>
              <a:blipFill>
                <a:blip r:embed="rId5"/>
                <a:stretch>
                  <a:fillRect l="-1685" t="-1484" r="-749" b="-4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ight Brace 30">
            <a:extLst>
              <a:ext uri="{FF2B5EF4-FFF2-40B4-BE49-F238E27FC236}">
                <a16:creationId xmlns:a16="http://schemas.microsoft.com/office/drawing/2014/main" id="{01A76764-B917-B21B-B28C-ACE043B257BA}"/>
              </a:ext>
            </a:extLst>
          </p:cNvPr>
          <p:cNvSpPr/>
          <p:nvPr/>
        </p:nvSpPr>
        <p:spPr>
          <a:xfrm>
            <a:off x="5420712" y="3054349"/>
            <a:ext cx="58366" cy="311722"/>
          </a:xfrm>
          <a:prstGeom prst="rightBrac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53A702-9ADE-0544-433F-F13203C8C2AD}"/>
              </a:ext>
            </a:extLst>
          </p:cNvPr>
          <p:cNvSpPr txBox="1"/>
          <p:nvPr/>
        </p:nvSpPr>
        <p:spPr>
          <a:xfrm>
            <a:off x="5438091" y="3023131"/>
            <a:ext cx="1323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solidFill>
                  <a:schemeClr val="accent4"/>
                </a:solidFill>
              </a:rPr>
              <a:t>PRECISIÓN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50A97-A085-D430-3EEC-609C303C3696}"/>
              </a:ext>
            </a:extLst>
          </p:cNvPr>
          <p:cNvSpPr txBox="1"/>
          <p:nvPr/>
        </p:nvSpPr>
        <p:spPr>
          <a:xfrm>
            <a:off x="3367932" y="1640976"/>
            <a:ext cx="5456136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c4_raiz_cuadrada_de_x_por_aproximacion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1269154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20" grpId="0"/>
      <p:bldP spid="22" grpId="0"/>
      <p:bldP spid="24" grpId="0"/>
      <p:bldP spid="27" grpId="0"/>
      <p:bldP spid="30" grpId="0" build="allAtOnce"/>
      <p:bldP spid="31" grpId="0" animBg="1"/>
      <p:bldP spid="3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2E628-0D25-8E2B-5EB2-A3FD77E8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C0BB5-AB95-9EC9-A236-23D0FFB24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¿Que puede salir mal?</a:t>
            </a:r>
            <a:endParaRPr lang="es-ES" b="1" i="1" baseline="30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F28D7-9E4D-5905-C130-A5D8E7564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noProof="0" dirty="0">
                <a:sym typeface="Wingdings" panose="05000000000000000000" pitchFamily="2" charset="2"/>
              </a:rPr>
              <a:t>Delta demasiado grande  </a:t>
            </a:r>
            <a:r>
              <a:rPr lang="es-ES" noProof="0" dirty="0">
                <a:solidFill>
                  <a:srgbClr val="C00000"/>
                </a:solidFill>
                <a:sym typeface="Wingdings" panose="05000000000000000000" pitchFamily="2" charset="2"/>
              </a:rPr>
              <a:t>Resultado poco preciso</a:t>
            </a:r>
            <a:endParaRPr lang="es-ES" noProof="0" dirty="0"/>
          </a:p>
          <a:p>
            <a:r>
              <a:rPr lang="es-ES" noProof="0" dirty="0"/>
              <a:t>Epsilon demasiado chico </a:t>
            </a:r>
            <a:r>
              <a:rPr lang="es-ES" noProof="0" dirty="0">
                <a:sym typeface="Wingdings" panose="05000000000000000000" pitchFamily="2" charset="2"/>
              </a:rPr>
              <a:t> </a:t>
            </a:r>
            <a:r>
              <a:rPr lang="es-ES" noProof="0" dirty="0">
                <a:solidFill>
                  <a:srgbClr val="C00000"/>
                </a:solidFill>
                <a:sym typeface="Wingdings" panose="05000000000000000000" pitchFamily="2" charset="2"/>
              </a:rPr>
              <a:t>Me paso de largo</a:t>
            </a:r>
            <a:endParaRPr lang="es-ES" noProof="0" dirty="0">
              <a:solidFill>
                <a:srgbClr val="C00000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s-ES" noProof="0" dirty="0">
              <a:solidFill>
                <a:srgbClr val="C00000"/>
              </a:solidFill>
              <a:latin typeface="+mj-lt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s-ES" noProof="0" dirty="0">
                <a:latin typeface="+mj-lt"/>
                <a:sym typeface="Wingdings" panose="05000000000000000000" pitchFamily="2" charset="2"/>
              </a:rPr>
              <a:t>HAY QUE PONER UN </a:t>
            </a:r>
            <a:r>
              <a:rPr lang="es-ES" b="1" noProof="0" dirty="0">
                <a:latin typeface="+mj-lt"/>
                <a:sym typeface="Wingdings" panose="05000000000000000000" pitchFamily="2" charset="2"/>
              </a:rPr>
              <a:t>LÍMITE EXTRA</a:t>
            </a:r>
            <a:r>
              <a:rPr lang="es-ES" noProof="0" dirty="0">
                <a:latin typeface="+mj-lt"/>
                <a:sym typeface="Wingdings" panose="05000000000000000000" pitchFamily="2" charset="2"/>
              </a:rPr>
              <a:t>:</a:t>
            </a:r>
          </a:p>
          <a:p>
            <a:pPr marL="0" indent="0" algn="ctr">
              <a:buNone/>
            </a:pPr>
            <a:endParaRPr lang="es-ES" noProof="0" dirty="0">
              <a:latin typeface="+mj-lt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abs</a:t>
            </a:r>
            <a:r>
              <a:rPr lang="es-ES" noProof="0" dirty="0">
                <a:latin typeface="Consolas" panose="020B0609020204030204" pitchFamily="49" charset="0"/>
                <a:sym typeface="Wingdings" panose="05000000000000000000" pitchFamily="2" charset="2"/>
              </a:rPr>
              <a:t>(x – n*n) </a:t>
            </a:r>
            <a:r>
              <a:rPr lang="es-ES" noProof="0" dirty="0">
                <a:solidFill>
                  <a:srgbClr val="7030A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and</a:t>
            </a:r>
            <a:r>
              <a:rPr lang="es-ES" noProof="0" dirty="0">
                <a:latin typeface="Consolas" panose="020B0609020204030204" pitchFamily="49" charset="0"/>
                <a:sym typeface="Wingdings" panose="05000000000000000000" pitchFamily="2" charset="2"/>
              </a:rPr>
              <a:t> n &lt; x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9BD7525-0759-C36F-2315-18B951DF78BB}"/>
              </a:ext>
            </a:extLst>
          </p:cNvPr>
          <p:cNvSpPr/>
          <p:nvPr/>
        </p:nvSpPr>
        <p:spPr>
          <a:xfrm rot="5400000">
            <a:off x="7641077" y="4343401"/>
            <a:ext cx="252917" cy="1138135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AFCC86-845F-F552-F38C-45D5E215E53E}"/>
                  </a:ext>
                </a:extLst>
              </p:cNvPr>
              <p:cNvSpPr txBox="1"/>
              <p:nvPr/>
            </p:nvSpPr>
            <p:spPr>
              <a:xfrm>
                <a:off x="6181750" y="5173864"/>
                <a:ext cx="3171574" cy="926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noProof="0" dirty="0">
                    <a:solidFill>
                      <a:schemeClr val="accent4"/>
                    </a:solidFill>
                  </a:rPr>
                  <a:t>Porque el resultado tiene</a:t>
                </a:r>
              </a:p>
              <a:p>
                <a:pPr algn="ctr"/>
                <a:r>
                  <a:rPr lang="es-ES" noProof="0" dirty="0">
                    <a:solidFill>
                      <a:schemeClr val="accent4"/>
                    </a:solidFill>
                  </a:rPr>
                  <a:t>que estar entre 0 y </a:t>
                </a:r>
                <a14:m>
                  <m:oMath xmlns:m="http://schemas.openxmlformats.org/officeDocument/2006/math">
                    <m:r>
                      <a:rPr lang="es-ES" i="1" noProof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s-ES" noProof="0" dirty="0">
                  <a:solidFill>
                    <a:schemeClr val="accent4"/>
                  </a:solidFill>
                </a:endParaRPr>
              </a:p>
              <a:p>
                <a:pPr algn="ctr"/>
                <a:r>
                  <a:rPr lang="es-ES" noProof="0" dirty="0">
                    <a:solidFill>
                      <a:schemeClr val="accent4"/>
                    </a:solidFill>
                  </a:rPr>
                  <a:t>(es una propiedad de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i="1" noProof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i="1" noProof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i="1" noProof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s-ES" b="0" i="1" noProof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noProof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noProof="0" dirty="0">
                    <a:solidFill>
                      <a:schemeClr val="accent4"/>
                    </a:solidFill>
                  </a:rPr>
                  <a:t> 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AFCC86-845F-F552-F38C-45D5E215E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750" y="5173864"/>
                <a:ext cx="3171574" cy="926407"/>
              </a:xfrm>
              <a:prstGeom prst="rect">
                <a:avLst/>
              </a:prstGeom>
              <a:blipFill>
                <a:blip r:embed="rId3"/>
                <a:stretch>
                  <a:fillRect l="-1346" t="-3289" r="-1346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074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8D4B3-270D-2C75-E4B3-95943D41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255BD-419A-7E42-5903-7FCA3F76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Versión mejorada</a:t>
            </a:r>
            <a:endParaRPr lang="es-ES" b="1" i="1" baseline="300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298E05-6DCA-3605-137E-321A119EA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20080" y="1823159"/>
            <a:ext cx="4151839" cy="45821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439C416-05EA-F4D3-9050-094AA31B1E97}"/>
              </a:ext>
            </a:extLst>
          </p:cNvPr>
          <p:cNvSpPr/>
          <p:nvPr/>
        </p:nvSpPr>
        <p:spPr>
          <a:xfrm>
            <a:off x="6449438" y="3978610"/>
            <a:ext cx="696080" cy="37937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FC55E-6AC7-0DCF-DB03-A7B82F745618}"/>
              </a:ext>
            </a:extLst>
          </p:cNvPr>
          <p:cNvSpPr txBox="1"/>
          <p:nvPr/>
        </p:nvSpPr>
        <p:spPr>
          <a:xfrm>
            <a:off x="2773680" y="1611948"/>
            <a:ext cx="6644640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c5_raiz_cuadrada_de_x_por_aproximacion_mejorado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2235567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73EB1-E6ED-C1C2-988A-DA20BD1D1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roup 322">
            <a:extLst>
              <a:ext uri="{FF2B5EF4-FFF2-40B4-BE49-F238E27FC236}">
                <a16:creationId xmlns:a16="http://schemas.microsoft.com/office/drawing/2014/main" id="{5F5AC274-0FB1-5BFE-7215-874B11F2F027}"/>
              </a:ext>
            </a:extLst>
          </p:cNvPr>
          <p:cNvGrpSpPr/>
          <p:nvPr/>
        </p:nvGrpSpPr>
        <p:grpSpPr>
          <a:xfrm>
            <a:off x="9627339" y="2769422"/>
            <a:ext cx="674286" cy="340804"/>
            <a:chOff x="7702717" y="2138490"/>
            <a:chExt cx="674286" cy="340804"/>
          </a:xfrm>
        </p:grpSpPr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0CC0ECEB-15FC-A31C-CB83-205FADA301F2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BB81AE93-4ED4-2FA4-0F86-E82676B0369A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615D594C-7D22-FABB-A324-3FECACCB8FB2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91050D73-322A-2DBD-07D8-86413BE855CC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61605712-E4B4-DE8B-54E3-2A027864C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4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F648C923-5761-0DDA-DA6D-3853567670FF}"/>
              </a:ext>
            </a:extLst>
          </p:cNvPr>
          <p:cNvGrpSpPr/>
          <p:nvPr/>
        </p:nvGrpSpPr>
        <p:grpSpPr>
          <a:xfrm>
            <a:off x="9164668" y="3377822"/>
            <a:ext cx="433812" cy="332704"/>
            <a:chOff x="7839715" y="2553300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8564690-C0B9-3439-217E-AE349A4BE2C4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D0976FF4-9118-4312-4655-10A07B694172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9400A02-B71A-83D7-6AC7-B833E26CA066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1279341E-CB3F-B8EF-3A07-D2A60DB9C65E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A685C19-5D43-F3CD-D669-2469557BD410}"/>
              </a:ext>
            </a:extLst>
          </p:cNvPr>
          <p:cNvGrpSpPr/>
          <p:nvPr/>
        </p:nvGrpSpPr>
        <p:grpSpPr>
          <a:xfrm>
            <a:off x="9617186" y="3246970"/>
            <a:ext cx="433812" cy="332704"/>
            <a:chOff x="8292233" y="2422448"/>
            <a:chExt cx="433812" cy="33270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ED7F5FA-EFB9-462F-AC6B-0F5B94568D31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BEBDDC3E-9393-2066-DBC6-F022FD1FB991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4492FD6C-1A93-C74D-D2BE-51FF2225F0B4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35" name="Oval 134">
            <a:extLst>
              <a:ext uri="{FF2B5EF4-FFF2-40B4-BE49-F238E27FC236}">
                <a16:creationId xmlns:a16="http://schemas.microsoft.com/office/drawing/2014/main" id="{98D909EB-FD79-FD0A-EE70-72C99A050C82}"/>
              </a:ext>
            </a:extLst>
          </p:cNvPr>
          <p:cNvSpPr/>
          <p:nvPr/>
        </p:nvSpPr>
        <p:spPr>
          <a:xfrm>
            <a:off x="9709968" y="3477987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A7BCDAF3-777F-7871-E0CB-4648596DC861}"/>
              </a:ext>
            </a:extLst>
          </p:cNvPr>
          <p:cNvSpPr/>
          <p:nvPr/>
        </p:nvSpPr>
        <p:spPr>
          <a:xfrm>
            <a:off x="9976802" y="3677528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A9C2F143-AD13-1F9E-1DCD-812FB635DBBC}"/>
              </a:ext>
            </a:extLst>
          </p:cNvPr>
          <p:cNvGrpSpPr/>
          <p:nvPr/>
        </p:nvGrpSpPr>
        <p:grpSpPr>
          <a:xfrm>
            <a:off x="1570621" y="3296412"/>
            <a:ext cx="547272" cy="332704"/>
            <a:chOff x="2616513" y="2273732"/>
            <a:chExt cx="547272" cy="332704"/>
          </a:xfrm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27BAE5FE-C82C-38B8-3C8E-DD9D8E8ACEBC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20ADCA84-49BC-F60D-61C8-9591E8841205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B9064C1-8852-C55D-2E04-523E664109E6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283F0857-F0E2-4D37-FDD1-544A2B207AFD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65D752B9-88CF-5024-41CB-681C0F2B0DC0}"/>
              </a:ext>
            </a:extLst>
          </p:cNvPr>
          <p:cNvSpPr/>
          <p:nvPr/>
        </p:nvSpPr>
        <p:spPr>
          <a:xfrm>
            <a:off x="10063460" y="3648514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15EC46F-B67A-2DE9-382A-23056AC0153E}"/>
              </a:ext>
            </a:extLst>
          </p:cNvPr>
          <p:cNvGrpSpPr/>
          <p:nvPr/>
        </p:nvGrpSpPr>
        <p:grpSpPr>
          <a:xfrm>
            <a:off x="9775405" y="3045832"/>
            <a:ext cx="433812" cy="332704"/>
            <a:chOff x="8450452" y="2221310"/>
            <a:chExt cx="433812" cy="332704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1FE49A1-D888-3BED-ED2F-F5EAB62EA11E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08157DE1-3AAC-842D-0979-D2B768A80A3F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9398232-FAA3-4140-06A7-510AE142E7AC}"/>
              </a:ext>
            </a:extLst>
          </p:cNvPr>
          <p:cNvGrpSpPr/>
          <p:nvPr/>
        </p:nvGrpSpPr>
        <p:grpSpPr>
          <a:xfrm>
            <a:off x="8901785" y="3180441"/>
            <a:ext cx="433812" cy="332704"/>
            <a:chOff x="7576832" y="2355919"/>
            <a:chExt cx="433812" cy="332704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965F6F90-A3C5-F451-53DA-88BDFAAA6002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54E485AB-A4C6-FDB9-7105-BA703A36FBA8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203D4EF9-FEB5-87C3-B1FF-57E91A0BFE61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DA2D05A-7F32-FE0C-A4D8-32AFAD17892A}"/>
              </a:ext>
            </a:extLst>
          </p:cNvPr>
          <p:cNvGrpSpPr/>
          <p:nvPr/>
        </p:nvGrpSpPr>
        <p:grpSpPr>
          <a:xfrm>
            <a:off x="10230945" y="2999593"/>
            <a:ext cx="433812" cy="332704"/>
            <a:chOff x="8905992" y="2175071"/>
            <a:chExt cx="433812" cy="332704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EF0EBB4-A623-FE17-D2AD-1BA6D6CD269D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38911E86-81A9-6098-D190-AC5C2088F5AE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7670581B-9C45-EFD3-DD50-53EA1657FC3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9C7763D1-D456-B41E-7505-3C189529D3F9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08650B57-F86F-6898-648F-4044F0B859F6}"/>
              </a:ext>
            </a:extLst>
          </p:cNvPr>
          <p:cNvGrpSpPr/>
          <p:nvPr/>
        </p:nvGrpSpPr>
        <p:grpSpPr>
          <a:xfrm>
            <a:off x="10484528" y="3361097"/>
            <a:ext cx="433812" cy="332704"/>
            <a:chOff x="9309655" y="2557406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C0126F9A-EFC0-12E6-8EA7-87F7C223FB56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D5507CCF-32BF-8D65-7138-97BE9B1B4212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AE74D654-0A01-D100-10B0-3309EA4F3CBD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E714CCD6-D4B9-40A2-9682-2BCC63BB1CCA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0F11326-E4AC-0BED-1E9D-5FED94939257}"/>
              </a:ext>
            </a:extLst>
          </p:cNvPr>
          <p:cNvGrpSpPr/>
          <p:nvPr/>
        </p:nvGrpSpPr>
        <p:grpSpPr>
          <a:xfrm>
            <a:off x="10111364" y="3344398"/>
            <a:ext cx="480707" cy="335455"/>
            <a:chOff x="8786411" y="2519876"/>
            <a:chExt cx="480707" cy="335455"/>
          </a:xfrm>
        </p:grpSpPr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214DBEA1-6C7F-1662-9645-F1109D3554C7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F14102E2-93BE-9AC3-28E7-5557926E841E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74E02950-6F0B-1174-685C-5F8C8247A430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5AC87B5C-AAF3-2860-B416-19F0E15D4E04}"/>
              </a:ext>
            </a:extLst>
          </p:cNvPr>
          <p:cNvGrpSpPr/>
          <p:nvPr/>
        </p:nvGrpSpPr>
        <p:grpSpPr>
          <a:xfrm rot="13449155">
            <a:off x="9027670" y="2963012"/>
            <a:ext cx="674286" cy="340804"/>
            <a:chOff x="7702717" y="2138490"/>
            <a:chExt cx="674286" cy="340804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221E16F4-5059-D5B1-10E4-F5B09393126C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B1A14B23-C5A9-E194-83FC-270E5A704A78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03EE153F-0AFA-1E32-0492-A42A972588BB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03738263-A8F7-4CB4-CA1B-B4CB3DB907E3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B8106E2-B460-A3BC-C4F7-856F4B3D08EF}"/>
              </a:ext>
            </a:extLst>
          </p:cNvPr>
          <p:cNvGrpSpPr/>
          <p:nvPr/>
        </p:nvGrpSpPr>
        <p:grpSpPr>
          <a:xfrm>
            <a:off x="1183294" y="3591382"/>
            <a:ext cx="433812" cy="332704"/>
            <a:chOff x="8292233" y="2422448"/>
            <a:chExt cx="433812" cy="332704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060A65E3-4F0B-874A-C4A4-E44650A32C34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C5A6FDDB-18EE-0B48-716D-B112D3B78640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D27A0756-C27A-596F-5BEF-4D0684A9E283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39CB4C26-B409-DFBA-B9FD-32553AB567C8}"/>
              </a:ext>
            </a:extLst>
          </p:cNvPr>
          <p:cNvGrpSpPr/>
          <p:nvPr/>
        </p:nvGrpSpPr>
        <p:grpSpPr>
          <a:xfrm>
            <a:off x="3559961" y="3245612"/>
            <a:ext cx="547272" cy="332704"/>
            <a:chOff x="2616513" y="2273732"/>
            <a:chExt cx="547272" cy="332704"/>
          </a:xfrm>
        </p:grpSpPr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0E0311F6-E93C-66C0-7CC9-E071C4D95C46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890BE77F-CA8B-755E-63D8-AE7B3C23CF4E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AC6E4301-9D60-9536-BA84-40EFF4B85F49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00A31A27-8D57-65A9-09B9-08D4AFE1B351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DA31BE66-A23A-0E8A-79A2-3150EDC28065}"/>
              </a:ext>
            </a:extLst>
          </p:cNvPr>
          <p:cNvGrpSpPr/>
          <p:nvPr/>
        </p:nvGrpSpPr>
        <p:grpSpPr>
          <a:xfrm>
            <a:off x="2985303" y="3524137"/>
            <a:ext cx="433812" cy="332704"/>
            <a:chOff x="8292233" y="2422448"/>
            <a:chExt cx="433812" cy="332704"/>
          </a:xfrm>
        </p:grpSpPr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01F1E289-547D-C519-6E8A-23E4015BBB4F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314282C6-9473-1390-D61D-47FC80273B81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B64B62FE-361C-2013-19E5-7E5638C044EB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A918329F-30AC-B585-0854-1CBA2C40653A}"/>
              </a:ext>
            </a:extLst>
          </p:cNvPr>
          <p:cNvGrpSpPr/>
          <p:nvPr/>
        </p:nvGrpSpPr>
        <p:grpSpPr>
          <a:xfrm>
            <a:off x="3450160" y="3629946"/>
            <a:ext cx="433812" cy="332704"/>
            <a:chOff x="7839715" y="2553300"/>
            <a:chExt cx="433812" cy="332704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8AC8B4DA-23C4-3BE4-0190-060EA98493A1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DE65C1F4-10D5-D67B-4284-3755D1EB7E0A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ACF4E21E-1844-CD5C-5FD9-2EA5C997530F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8CC255D5-C352-5D8A-451A-EDFCF29629A0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E7766EEA-C930-18DA-7E62-A1A3A1F11442}"/>
              </a:ext>
            </a:extLst>
          </p:cNvPr>
          <p:cNvGrpSpPr/>
          <p:nvPr/>
        </p:nvGrpSpPr>
        <p:grpSpPr>
          <a:xfrm>
            <a:off x="3058076" y="3137632"/>
            <a:ext cx="433812" cy="332704"/>
            <a:chOff x="8905992" y="2175071"/>
            <a:chExt cx="433812" cy="332704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CED57CCC-16B7-A8F1-3273-51EFE160D87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97D30CC-2E67-B2F0-167A-6EC86FC6A2F2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A5FA468-11AB-8C46-CC84-6A18AFA701E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D805338A-57CA-23D7-FD08-E9459443C7C6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52207C68-F4E7-A37A-E4FA-0521BF45B5B7}"/>
              </a:ext>
            </a:extLst>
          </p:cNvPr>
          <p:cNvGrpSpPr/>
          <p:nvPr/>
        </p:nvGrpSpPr>
        <p:grpSpPr>
          <a:xfrm>
            <a:off x="8728504" y="3686772"/>
            <a:ext cx="433812" cy="332704"/>
            <a:chOff x="7839715" y="2553300"/>
            <a:chExt cx="433812" cy="332704"/>
          </a:xfrm>
        </p:grpSpPr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747F4022-FAC2-77ED-6253-B01CEA42D46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418C506D-6C80-4FA8-6C82-53791CEA155B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674A52DB-6FF3-F55D-0432-81F609705DB6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584EB213-CB67-7C95-25F6-14531FC2C821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BD9F6FB3-4ED8-FB00-DF04-E48CC98237C1}"/>
              </a:ext>
            </a:extLst>
          </p:cNvPr>
          <p:cNvGrpSpPr/>
          <p:nvPr/>
        </p:nvGrpSpPr>
        <p:grpSpPr>
          <a:xfrm>
            <a:off x="9181022" y="3555920"/>
            <a:ext cx="433812" cy="332704"/>
            <a:chOff x="8292233" y="2422448"/>
            <a:chExt cx="433812" cy="332704"/>
          </a:xfrm>
        </p:grpSpPr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28C6798-EBF9-EF35-2E2A-4C12F53C047C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8AED6725-50C7-EAAC-0515-8AD7A8D871F8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D4AC8EF3-C293-E250-E2C0-07528B336643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32" name="Oval 231">
            <a:extLst>
              <a:ext uri="{FF2B5EF4-FFF2-40B4-BE49-F238E27FC236}">
                <a16:creationId xmlns:a16="http://schemas.microsoft.com/office/drawing/2014/main" id="{EB89ADCF-0143-856F-BF31-376E1ECADAA3}"/>
              </a:ext>
            </a:extLst>
          </p:cNvPr>
          <p:cNvSpPr/>
          <p:nvPr/>
        </p:nvSpPr>
        <p:spPr>
          <a:xfrm>
            <a:off x="9273804" y="3786937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C1D6D81E-127C-C864-2ED1-907B74C86BA0}"/>
              </a:ext>
            </a:extLst>
          </p:cNvPr>
          <p:cNvSpPr/>
          <p:nvPr/>
        </p:nvSpPr>
        <p:spPr>
          <a:xfrm>
            <a:off x="9540638" y="3986478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B6055690-686F-EBFA-8D0B-CCE80E01F5B9}"/>
              </a:ext>
            </a:extLst>
          </p:cNvPr>
          <p:cNvSpPr/>
          <p:nvPr/>
        </p:nvSpPr>
        <p:spPr>
          <a:xfrm>
            <a:off x="9627296" y="3957464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E2D09755-1E1B-0BF7-0C21-F8F4646A0702}"/>
              </a:ext>
            </a:extLst>
          </p:cNvPr>
          <p:cNvGrpSpPr/>
          <p:nvPr/>
        </p:nvGrpSpPr>
        <p:grpSpPr>
          <a:xfrm>
            <a:off x="9331030" y="3393081"/>
            <a:ext cx="433812" cy="332704"/>
            <a:chOff x="8450452" y="2221310"/>
            <a:chExt cx="433812" cy="332704"/>
          </a:xfrm>
        </p:grpSpPr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6703CC83-8AC4-BEC3-6A67-9A1F90EE069E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5CC0DDDA-DA05-0A8E-8ADF-90CDA80912D0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98E0DAF8-55A3-A2EF-006F-C55F8C7F6546}"/>
              </a:ext>
            </a:extLst>
          </p:cNvPr>
          <p:cNvGrpSpPr/>
          <p:nvPr/>
        </p:nvGrpSpPr>
        <p:grpSpPr>
          <a:xfrm>
            <a:off x="8465621" y="3489391"/>
            <a:ext cx="433812" cy="332704"/>
            <a:chOff x="7576832" y="2355919"/>
            <a:chExt cx="433812" cy="332704"/>
          </a:xfrm>
        </p:grpSpPr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F20C0994-30EA-5047-F95E-87FFCD270D0A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BC094D3F-441B-4310-FC42-29212E6E74B2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C789CD60-1F03-5D94-C152-6527D198169C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88E21A26-F520-887F-3FD5-0AEDDBAB75E5}"/>
              </a:ext>
            </a:extLst>
          </p:cNvPr>
          <p:cNvGrpSpPr/>
          <p:nvPr/>
        </p:nvGrpSpPr>
        <p:grpSpPr>
          <a:xfrm>
            <a:off x="9794781" y="3308543"/>
            <a:ext cx="433812" cy="332704"/>
            <a:chOff x="8905992" y="2175071"/>
            <a:chExt cx="433812" cy="332704"/>
          </a:xfrm>
        </p:grpSpPr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20EF84B7-69BA-B9C2-421F-D303EF0CA79F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798F27C4-D621-E918-0F8A-27CE30EDF635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057BEAA5-4B32-3CBD-449E-1074FDD8C57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D9F85E75-3071-F40E-A4FD-84052601EC8F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F17356A-1ADB-AC4A-7A83-F4CE544B61AE}"/>
              </a:ext>
            </a:extLst>
          </p:cNvPr>
          <p:cNvGrpSpPr/>
          <p:nvPr/>
        </p:nvGrpSpPr>
        <p:grpSpPr>
          <a:xfrm>
            <a:off x="10048364" y="3670047"/>
            <a:ext cx="433812" cy="332704"/>
            <a:chOff x="9309655" y="2557406"/>
            <a:chExt cx="433812" cy="332704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EE1E1BA0-BD78-FD1D-D56D-AD524D9C5E1F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A0685D48-4C1E-E0F8-F86A-FAC51B4D1FB6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1FFD2B9D-B343-E929-6C42-E09448A76585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B73ADF57-54D3-C263-6BE0-9006DF06488B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14728679-47DC-462A-54AF-75267A0DDEDB}"/>
              </a:ext>
            </a:extLst>
          </p:cNvPr>
          <p:cNvGrpSpPr/>
          <p:nvPr/>
        </p:nvGrpSpPr>
        <p:grpSpPr>
          <a:xfrm>
            <a:off x="9675200" y="3653348"/>
            <a:ext cx="480707" cy="335455"/>
            <a:chOff x="8786411" y="2519876"/>
            <a:chExt cx="480707" cy="335455"/>
          </a:xfrm>
        </p:grpSpPr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9FCFCD11-AD1F-8599-4AFA-2C615B6B25B5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6591DDB6-6E94-5B65-8D4B-DFB13B2A9253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0EECBC01-A28A-746E-1BB0-52BDD8D75F64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C42DE291-59C3-393E-477A-E090FE3B657F}"/>
              </a:ext>
            </a:extLst>
          </p:cNvPr>
          <p:cNvGrpSpPr/>
          <p:nvPr/>
        </p:nvGrpSpPr>
        <p:grpSpPr>
          <a:xfrm rot="8866267">
            <a:off x="8507463" y="3177026"/>
            <a:ext cx="674286" cy="340804"/>
            <a:chOff x="7702717" y="2138490"/>
            <a:chExt cx="674286" cy="340804"/>
          </a:xfrm>
        </p:grpSpPr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29BB438D-B2E6-5DF6-8665-098979EC5D28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72D0E7DC-71FB-1B82-8610-42001870BC54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A435577D-4AFB-B314-402E-1AA86EDC198D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B4393B3C-23A8-A2F6-D048-350BB39461DB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F27D1E45-C2DB-1632-A9EC-FF556F15CC0F}"/>
              </a:ext>
            </a:extLst>
          </p:cNvPr>
          <p:cNvGrpSpPr/>
          <p:nvPr/>
        </p:nvGrpSpPr>
        <p:grpSpPr>
          <a:xfrm rot="10800000">
            <a:off x="9353851" y="2912330"/>
            <a:ext cx="547272" cy="332704"/>
            <a:chOff x="2616513" y="2273732"/>
            <a:chExt cx="547272" cy="332704"/>
          </a:xfrm>
        </p:grpSpPr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0312F3D3-D330-A7ED-A55C-42E5AA93464B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EDFE9211-1D0A-0B13-4DE0-139E2B886E6F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0B5E2373-2908-9D8E-5E72-3A08FDFC55A2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6A085B17-4E52-9B39-2307-24D73692C854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FE8F8DB6-DCBC-30B7-C78B-385B14932ED5}"/>
              </a:ext>
            </a:extLst>
          </p:cNvPr>
          <p:cNvGrpSpPr/>
          <p:nvPr/>
        </p:nvGrpSpPr>
        <p:grpSpPr>
          <a:xfrm>
            <a:off x="8826077" y="2969358"/>
            <a:ext cx="433812" cy="332704"/>
            <a:chOff x="8292233" y="2422448"/>
            <a:chExt cx="433812" cy="332704"/>
          </a:xfrm>
        </p:grpSpPr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09459671-2AF9-D8BE-6FD1-6F81D344D008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DC455BA8-D42C-DBD8-5BF2-7EB97BD4CE8E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D14A6100-2388-9516-59E6-2B1E7A840B4E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793DE63E-1CB4-CBE4-8873-A95E01B9E9F7}"/>
              </a:ext>
            </a:extLst>
          </p:cNvPr>
          <p:cNvGrpSpPr/>
          <p:nvPr/>
        </p:nvGrpSpPr>
        <p:grpSpPr>
          <a:xfrm>
            <a:off x="9843820" y="3152764"/>
            <a:ext cx="433812" cy="332704"/>
            <a:chOff x="7839715" y="2553300"/>
            <a:chExt cx="433812" cy="332704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75155D44-BDD7-4731-3EC0-2411F77D5C1B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C48DBD04-3590-E59B-E251-EC54A589BC0C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0A3E1B62-DA49-4F06-ECB0-627211A1CC1E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339A61F3-7E32-4B4E-E444-0B5F6A994A70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BE04960F-8C3C-3449-436A-BF29B0DFC3F3}"/>
              </a:ext>
            </a:extLst>
          </p:cNvPr>
          <p:cNvGrpSpPr/>
          <p:nvPr/>
        </p:nvGrpSpPr>
        <p:grpSpPr>
          <a:xfrm>
            <a:off x="10497935" y="3689555"/>
            <a:ext cx="433812" cy="332704"/>
            <a:chOff x="8905992" y="2175071"/>
            <a:chExt cx="433812" cy="332704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18C34938-9D77-5A8D-563C-BD420E64C46B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5664B534-BB1F-1C1B-1D79-07D7E00C388D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9B467E6D-F1D1-2FA4-FF6C-FB581EFA676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529E7D8C-D27E-F062-B14D-096B7C12F7B1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A93AE574-01DD-C203-D16A-B973F8F21156}"/>
              </a:ext>
            </a:extLst>
          </p:cNvPr>
          <p:cNvGrpSpPr/>
          <p:nvPr/>
        </p:nvGrpSpPr>
        <p:grpSpPr>
          <a:xfrm>
            <a:off x="8962658" y="3855907"/>
            <a:ext cx="433812" cy="332704"/>
            <a:chOff x="8905992" y="2175071"/>
            <a:chExt cx="433812" cy="332704"/>
          </a:xfrm>
        </p:grpSpPr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09FD5EEE-AEAF-7E23-E0A9-9B779D4FEA6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8A8796C7-8E63-67E5-99BE-80D43D39E5E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DDF12342-C6E4-9F52-136F-8BE10197A1FC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C0E4FCCF-FCC6-AB7A-7FA6-ABDDCF7E2A30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0A185BBB-E7ED-2C28-942E-81D95FC41048}"/>
              </a:ext>
            </a:extLst>
          </p:cNvPr>
          <p:cNvGrpSpPr/>
          <p:nvPr/>
        </p:nvGrpSpPr>
        <p:grpSpPr>
          <a:xfrm>
            <a:off x="8823422" y="3689555"/>
            <a:ext cx="547272" cy="332704"/>
            <a:chOff x="2616513" y="2273732"/>
            <a:chExt cx="547272" cy="332704"/>
          </a:xfrm>
        </p:grpSpPr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8FA80CA6-5CA7-576C-DAF9-69F24602FC10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91D4D003-E5FF-ADF0-D6EA-FB53C8010874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FF8D5DC9-9716-CEAC-ABBD-2C1F14E8285E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99B8472D-FF5A-7A94-8B48-D8F321672439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D141C5D2-DBEF-9041-9DC2-F316C3293347}"/>
              </a:ext>
            </a:extLst>
          </p:cNvPr>
          <p:cNvGrpSpPr/>
          <p:nvPr/>
        </p:nvGrpSpPr>
        <p:grpSpPr>
          <a:xfrm>
            <a:off x="9575081" y="3807908"/>
            <a:ext cx="433812" cy="332704"/>
            <a:chOff x="7839715" y="2553300"/>
            <a:chExt cx="433812" cy="332704"/>
          </a:xfrm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313192C9-2F21-2155-0F6A-32445C482B77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A13B3DFF-4667-6A23-6689-B592F0730D01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FE1E6580-6CBC-9E74-7513-5E5D36700DCB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764649A5-D97F-7F10-46C6-764FF74F41A5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D8995ECF-A265-7ABC-CBF7-0E535F5CBFF7}"/>
              </a:ext>
            </a:extLst>
          </p:cNvPr>
          <p:cNvGrpSpPr/>
          <p:nvPr/>
        </p:nvGrpSpPr>
        <p:grpSpPr>
          <a:xfrm>
            <a:off x="10027599" y="3677056"/>
            <a:ext cx="433812" cy="332704"/>
            <a:chOff x="8292233" y="2422448"/>
            <a:chExt cx="433812" cy="332704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A98AEA23-C5B7-5957-9FE4-C90EFE6C026C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B0E3BBA9-BB34-BEC6-CD83-D72134497A6A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8EE9A069-CD7A-65EE-73F1-99FEBA2F7174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99" name="Oval 298">
            <a:extLst>
              <a:ext uri="{FF2B5EF4-FFF2-40B4-BE49-F238E27FC236}">
                <a16:creationId xmlns:a16="http://schemas.microsoft.com/office/drawing/2014/main" id="{1B03CDBC-ABE8-7111-0E99-3C26966010A9}"/>
              </a:ext>
            </a:extLst>
          </p:cNvPr>
          <p:cNvSpPr/>
          <p:nvPr/>
        </p:nvSpPr>
        <p:spPr>
          <a:xfrm>
            <a:off x="10120381" y="3908073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5CE26A12-64FC-09A8-DC4A-75600F734B66}"/>
              </a:ext>
            </a:extLst>
          </p:cNvPr>
          <p:cNvSpPr/>
          <p:nvPr/>
        </p:nvSpPr>
        <p:spPr>
          <a:xfrm>
            <a:off x="10387215" y="4107614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8733D83C-88AF-5411-8D8A-EA116EE00955}"/>
              </a:ext>
            </a:extLst>
          </p:cNvPr>
          <p:cNvSpPr/>
          <p:nvPr/>
        </p:nvSpPr>
        <p:spPr>
          <a:xfrm>
            <a:off x="10473873" y="4078600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B3776F5D-5135-3D7C-40AF-BB88A06D0A7C}"/>
              </a:ext>
            </a:extLst>
          </p:cNvPr>
          <p:cNvGrpSpPr/>
          <p:nvPr/>
        </p:nvGrpSpPr>
        <p:grpSpPr>
          <a:xfrm>
            <a:off x="10185818" y="3475918"/>
            <a:ext cx="433812" cy="332704"/>
            <a:chOff x="8450452" y="2221310"/>
            <a:chExt cx="433812" cy="332704"/>
          </a:xfrm>
        </p:grpSpPr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2AA30898-5AB6-AA26-A8A5-85791A5AE48F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C68AF25C-599C-6291-9658-8B9BAC2259C8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F4B3BE85-CAA1-502C-5722-3E1C6A19E93F}"/>
              </a:ext>
            </a:extLst>
          </p:cNvPr>
          <p:cNvGrpSpPr/>
          <p:nvPr/>
        </p:nvGrpSpPr>
        <p:grpSpPr>
          <a:xfrm>
            <a:off x="9312198" y="3610527"/>
            <a:ext cx="433812" cy="332704"/>
            <a:chOff x="7576832" y="2355919"/>
            <a:chExt cx="433812" cy="332704"/>
          </a:xfrm>
        </p:grpSpPr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ADC09520-1C86-28A1-21C1-1DE17D0FCC5F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132AA3DD-AD97-3A4C-C095-497EF707058F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01F86DBE-7345-B867-A660-6D0CC9AFB4B9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70682115-6688-74E5-41CE-67EEF8F84869}"/>
              </a:ext>
            </a:extLst>
          </p:cNvPr>
          <p:cNvGrpSpPr/>
          <p:nvPr/>
        </p:nvGrpSpPr>
        <p:grpSpPr>
          <a:xfrm>
            <a:off x="10641358" y="3429679"/>
            <a:ext cx="433812" cy="332704"/>
            <a:chOff x="8905992" y="2175071"/>
            <a:chExt cx="433812" cy="332704"/>
          </a:xfrm>
        </p:grpSpPr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5EB4660C-0B71-B24C-C576-72E7588F421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964CE8A0-05AD-8C38-E6F4-5ECB03D4E571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002E5FE5-14C5-BB18-6363-34587C85934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4997C4B9-377A-6A4A-EA7C-3F68728F96FF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2EB1A756-7DAF-2B45-8EC4-772271C16749}"/>
              </a:ext>
            </a:extLst>
          </p:cNvPr>
          <p:cNvGrpSpPr/>
          <p:nvPr/>
        </p:nvGrpSpPr>
        <p:grpSpPr>
          <a:xfrm>
            <a:off x="8633610" y="4100566"/>
            <a:ext cx="433812" cy="332704"/>
            <a:chOff x="9309655" y="2557406"/>
            <a:chExt cx="433812" cy="332704"/>
          </a:xfrm>
        </p:grpSpPr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1F6A9775-BCB5-C993-8885-AF2F76CDEAAC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A3772BA4-7A73-ED0E-612A-72DD29A871A4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156267AB-D818-6413-B50A-C8684127CCAF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20DC66B7-5392-725D-99CA-EA0E24F1651F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18AE9B39-E7E8-2885-4C6E-7DCFF616414E}"/>
              </a:ext>
            </a:extLst>
          </p:cNvPr>
          <p:cNvGrpSpPr/>
          <p:nvPr/>
        </p:nvGrpSpPr>
        <p:grpSpPr>
          <a:xfrm>
            <a:off x="10521777" y="3774484"/>
            <a:ext cx="480707" cy="335455"/>
            <a:chOff x="8786411" y="2519876"/>
            <a:chExt cx="480707" cy="335455"/>
          </a:xfrm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2F422694-FCD9-AA4E-AAEA-C0E1C64736F4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37708DB6-E880-9AA3-77AF-A51C0E48919B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4927C65C-E911-393B-F632-E64903240489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EE1C0F02-F556-D35F-28E4-18DA8B78527E}"/>
              </a:ext>
            </a:extLst>
          </p:cNvPr>
          <p:cNvGrpSpPr/>
          <p:nvPr/>
        </p:nvGrpSpPr>
        <p:grpSpPr>
          <a:xfrm>
            <a:off x="9138917" y="4116858"/>
            <a:ext cx="433812" cy="332704"/>
            <a:chOff x="7839715" y="2553300"/>
            <a:chExt cx="433812" cy="33270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19667CA6-E4D5-94FB-8571-B8A43C6639F1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837F3A40-4EC8-BCDB-D9C1-C8730BDA1A5E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478AF573-FDBC-17A9-EF3C-FABADE0631F7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C6B03D43-E31E-C159-EF1D-20612C5EB1C2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3DAFF897-BD35-1675-37A1-8BFD6BA5B0A4}"/>
              </a:ext>
            </a:extLst>
          </p:cNvPr>
          <p:cNvGrpSpPr/>
          <p:nvPr/>
        </p:nvGrpSpPr>
        <p:grpSpPr>
          <a:xfrm>
            <a:off x="9591435" y="3986006"/>
            <a:ext cx="433812" cy="332704"/>
            <a:chOff x="8292233" y="2422448"/>
            <a:chExt cx="433812" cy="332704"/>
          </a:xfrm>
        </p:grpSpPr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548DDE75-579D-0883-28C4-F66AEA3E76E0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35D7FA82-7A76-A58C-51A3-CDC61CF3F0E4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E6703C03-0BB7-2568-9852-922F04E43542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337" name="Oval 336">
            <a:extLst>
              <a:ext uri="{FF2B5EF4-FFF2-40B4-BE49-F238E27FC236}">
                <a16:creationId xmlns:a16="http://schemas.microsoft.com/office/drawing/2014/main" id="{C7FF803A-55DD-0E40-9E10-8955B1E8F5C7}"/>
              </a:ext>
            </a:extLst>
          </p:cNvPr>
          <p:cNvSpPr/>
          <p:nvPr/>
        </p:nvSpPr>
        <p:spPr>
          <a:xfrm>
            <a:off x="9684217" y="4217023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7B540BD6-363F-8C61-3425-8405CEB6A685}"/>
              </a:ext>
            </a:extLst>
          </p:cNvPr>
          <p:cNvSpPr/>
          <p:nvPr/>
        </p:nvSpPr>
        <p:spPr>
          <a:xfrm>
            <a:off x="9951051" y="4416564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BB040EBC-F090-E0CF-346B-636DC00B7A3C}"/>
              </a:ext>
            </a:extLst>
          </p:cNvPr>
          <p:cNvSpPr/>
          <p:nvPr/>
        </p:nvSpPr>
        <p:spPr>
          <a:xfrm>
            <a:off x="10037709" y="4387550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F0106B07-BD3E-BFFD-465B-B7E64AECEBEB}"/>
              </a:ext>
            </a:extLst>
          </p:cNvPr>
          <p:cNvGrpSpPr/>
          <p:nvPr/>
        </p:nvGrpSpPr>
        <p:grpSpPr>
          <a:xfrm rot="19612653">
            <a:off x="9749654" y="3784868"/>
            <a:ext cx="433812" cy="332704"/>
            <a:chOff x="8450452" y="2221310"/>
            <a:chExt cx="433812" cy="332704"/>
          </a:xfrm>
        </p:grpSpPr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E23245A9-EB25-F089-FDDC-053D6D18DB3E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45496B39-81A6-A922-9242-CA0418572D24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4809A1EB-A2CF-85A5-29D8-DCC8651A02D2}"/>
              </a:ext>
            </a:extLst>
          </p:cNvPr>
          <p:cNvGrpSpPr/>
          <p:nvPr/>
        </p:nvGrpSpPr>
        <p:grpSpPr>
          <a:xfrm>
            <a:off x="8876034" y="3919477"/>
            <a:ext cx="433812" cy="332704"/>
            <a:chOff x="7576832" y="2355919"/>
            <a:chExt cx="433812" cy="332704"/>
          </a:xfrm>
        </p:grpSpPr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9A5FE134-A1F3-D6BF-6A1B-4BC6F4AD9D3F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12621899-0464-75CE-0540-FF1BD76F212F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35108727-5DA1-4B74-CD46-536E47A4123E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B7356234-AE7A-EEAD-FE04-71FB61266D59}"/>
              </a:ext>
            </a:extLst>
          </p:cNvPr>
          <p:cNvGrpSpPr/>
          <p:nvPr/>
        </p:nvGrpSpPr>
        <p:grpSpPr>
          <a:xfrm>
            <a:off x="10205194" y="3738629"/>
            <a:ext cx="433812" cy="332704"/>
            <a:chOff x="8905992" y="2175071"/>
            <a:chExt cx="433812" cy="332704"/>
          </a:xfrm>
        </p:grpSpPr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8E73545F-776E-B1C7-FFC7-37B517D3D66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EE1DD510-AF5E-1A86-247E-30B9348C2F00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2E3AC696-0CDD-E303-7212-21F205D4B41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3D50F6D9-EC77-E1CE-9785-264BFDEDCB74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96748E27-E629-379E-5800-3141413245C3}"/>
              </a:ext>
            </a:extLst>
          </p:cNvPr>
          <p:cNvGrpSpPr/>
          <p:nvPr/>
        </p:nvGrpSpPr>
        <p:grpSpPr>
          <a:xfrm>
            <a:off x="10458777" y="4100133"/>
            <a:ext cx="433812" cy="332704"/>
            <a:chOff x="9309655" y="2557406"/>
            <a:chExt cx="433812" cy="332704"/>
          </a:xfrm>
        </p:grpSpPr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5B31463D-08C4-6E16-F890-B9884B42EFFF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32C32509-9E6E-6405-532A-5CA16671EE1D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D0AE5384-4D4A-E083-0C4C-92AA0098A640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5538E03F-FEDB-2FEC-ECFC-C3D8F82E5D0A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8C080164-B782-F8E2-2626-2ACA3273ECEF}"/>
              </a:ext>
            </a:extLst>
          </p:cNvPr>
          <p:cNvGrpSpPr/>
          <p:nvPr/>
        </p:nvGrpSpPr>
        <p:grpSpPr>
          <a:xfrm rot="9713598">
            <a:off x="10009861" y="4167852"/>
            <a:ext cx="480707" cy="335455"/>
            <a:chOff x="8786411" y="2519876"/>
            <a:chExt cx="480707" cy="335455"/>
          </a:xfrm>
        </p:grpSpPr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3FE76ECA-4F49-6166-9547-463D83841EB0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AEF8D8F6-4F3A-A025-5366-929C3B3891A3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1992E444-CD89-07AC-AF2F-B3C789780662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D15EFA14-2D69-F71C-6A36-ED9CC002CAF2}"/>
              </a:ext>
            </a:extLst>
          </p:cNvPr>
          <p:cNvGrpSpPr/>
          <p:nvPr/>
        </p:nvGrpSpPr>
        <p:grpSpPr>
          <a:xfrm>
            <a:off x="8829300" y="3639520"/>
            <a:ext cx="674286" cy="340804"/>
            <a:chOff x="7702717" y="2138490"/>
            <a:chExt cx="674286" cy="340804"/>
          </a:xfrm>
        </p:grpSpPr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92EAE053-BBE2-50E2-EB49-2E0B29390DEF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4881DB23-8ECB-6E24-14FE-5DC2A2500A5D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55D1223A-7FA1-9224-B179-8469BC822F17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43E3D002-8996-98F2-7B7D-ADD6C252BD18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4DE01704-9B89-DFEF-EA3A-DEC652940CB6}"/>
              </a:ext>
            </a:extLst>
          </p:cNvPr>
          <p:cNvGrpSpPr/>
          <p:nvPr/>
        </p:nvGrpSpPr>
        <p:grpSpPr>
          <a:xfrm>
            <a:off x="10364034" y="3198516"/>
            <a:ext cx="547272" cy="332704"/>
            <a:chOff x="2616513" y="2273732"/>
            <a:chExt cx="547272" cy="332704"/>
          </a:xfrm>
        </p:grpSpPr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0F189861-4C8A-8FBF-E3B0-91586BC01D85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AB1C1580-16A9-58B4-3D30-463AFA5357F4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1B65A286-319D-6BB7-9EF0-6912E3883682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C532A0E8-A16C-E331-2A27-72AB01572044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EA1C160A-71B9-2A74-5BE4-1378A4C64EF2}"/>
              </a:ext>
            </a:extLst>
          </p:cNvPr>
          <p:cNvGrpSpPr/>
          <p:nvPr/>
        </p:nvGrpSpPr>
        <p:grpSpPr>
          <a:xfrm>
            <a:off x="9051702" y="3336965"/>
            <a:ext cx="433812" cy="332704"/>
            <a:chOff x="8292233" y="2422448"/>
            <a:chExt cx="433812" cy="332704"/>
          </a:xfrm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32D39FDB-47A0-118B-247C-2BA69B1F2EE9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3C310C87-DE4D-8B73-1C77-2FE07FE35394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7A332C13-1E28-B3A3-61F9-9D8D9BF98D5D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9538C120-AB0B-78AD-61F2-61AB9866EC4C}"/>
              </a:ext>
            </a:extLst>
          </p:cNvPr>
          <p:cNvGrpSpPr/>
          <p:nvPr/>
        </p:nvGrpSpPr>
        <p:grpSpPr>
          <a:xfrm>
            <a:off x="10254233" y="3582850"/>
            <a:ext cx="433812" cy="332704"/>
            <a:chOff x="7839715" y="2553300"/>
            <a:chExt cx="433812" cy="332704"/>
          </a:xfrm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014DAEC2-FD40-79EC-514E-1C24274B6DAE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64E3A9E4-2111-7B17-AA46-CECCFFFAF434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E97B405C-0CAF-63E0-12C6-26A8CB551506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C271A64-D41D-6D7F-EB20-2884384739AB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5F8DAACD-EA46-688B-AC21-C73B2C88273F}"/>
              </a:ext>
            </a:extLst>
          </p:cNvPr>
          <p:cNvGrpSpPr/>
          <p:nvPr/>
        </p:nvGrpSpPr>
        <p:grpSpPr>
          <a:xfrm>
            <a:off x="10750052" y="4074425"/>
            <a:ext cx="433812" cy="332704"/>
            <a:chOff x="8905992" y="2175071"/>
            <a:chExt cx="433812" cy="332704"/>
          </a:xfrm>
        </p:grpSpPr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EF1D11D7-9F56-E297-D2EA-DC6DA5935425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6CDD9BA3-5974-6B19-A5D1-A192A6C943E8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D6388B0E-E239-C01F-785C-DCAFDD0BC631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DBDB2211-DB96-27B3-18E1-94489517C23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6FDA6A8B-122C-473D-A651-BC2C1B5599EE}"/>
              </a:ext>
            </a:extLst>
          </p:cNvPr>
          <p:cNvGrpSpPr/>
          <p:nvPr/>
        </p:nvGrpSpPr>
        <p:grpSpPr>
          <a:xfrm>
            <a:off x="9373071" y="4285993"/>
            <a:ext cx="433812" cy="332704"/>
            <a:chOff x="8905992" y="2175071"/>
            <a:chExt cx="433812" cy="332704"/>
          </a:xfrm>
        </p:grpSpPr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73B26836-EEBE-A678-87F5-70D1FEF3503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2B24FCE2-9AE0-1DEC-3E31-311996AF023C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3D542367-4132-6109-F968-C54E877159C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1243B448-73CD-AF39-CA9E-4DF764379853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596498A8-FBEF-3326-A05B-C4DC4B87688F}"/>
              </a:ext>
            </a:extLst>
          </p:cNvPr>
          <p:cNvGrpSpPr/>
          <p:nvPr/>
        </p:nvGrpSpPr>
        <p:grpSpPr>
          <a:xfrm>
            <a:off x="9233835" y="4119641"/>
            <a:ext cx="547272" cy="332704"/>
            <a:chOff x="2616513" y="2273732"/>
            <a:chExt cx="547272" cy="332704"/>
          </a:xfrm>
        </p:grpSpPr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B47B0920-46EC-D250-948F-32FBC444B6B7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A75AD8DB-8B27-87B1-C15B-12548B15CDB2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B5D75628-EB47-8050-C088-1EF2B31AEAD8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1590B6AD-9DBB-93B1-5A94-17596A5850F5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D7620DA9-B8BC-D42A-2899-B0299F29E8E5}"/>
                  </a:ext>
                </a:extLst>
              </p:cNvPr>
              <p:cNvSpPr txBox="1"/>
              <p:nvPr/>
            </p:nvSpPr>
            <p:spPr>
              <a:xfrm>
                <a:off x="1368871" y="2082453"/>
                <a:ext cx="4876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D7620DA9-B8BC-D42A-2899-B0299F29E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871" y="2082453"/>
                <a:ext cx="4876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58CB6E8B-4B74-AEBA-2BBA-DAE07AA45145}"/>
                  </a:ext>
                </a:extLst>
              </p:cNvPr>
              <p:cNvSpPr txBox="1"/>
              <p:nvPr/>
            </p:nvSpPr>
            <p:spPr>
              <a:xfrm>
                <a:off x="2636306" y="1911475"/>
                <a:ext cx="1800172" cy="5377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s-ES" b="1" i="1" noProof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58CB6E8B-4B74-AEBA-2BBA-DAE07AA45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306" y="1911475"/>
                <a:ext cx="1800172" cy="5377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21EBEFDC-ADC8-88BA-CA9F-0C97077B05B3}"/>
              </a:ext>
            </a:extLst>
          </p:cNvPr>
          <p:cNvCxnSpPr/>
          <p:nvPr/>
        </p:nvCxnSpPr>
        <p:spPr>
          <a:xfrm>
            <a:off x="2232471" y="3541487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3684C242-267F-FD77-F64B-98FD0DD52996}"/>
              </a:ext>
            </a:extLst>
          </p:cNvPr>
          <p:cNvCxnSpPr>
            <a:cxnSpLocks/>
          </p:cNvCxnSpPr>
          <p:nvPr/>
        </p:nvCxnSpPr>
        <p:spPr>
          <a:xfrm>
            <a:off x="6384584" y="3523173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73E8DF88-E1E5-B420-A9B6-75AA23095697}"/>
              </a:ext>
            </a:extLst>
          </p:cNvPr>
          <p:cNvCxnSpPr>
            <a:cxnSpLocks/>
          </p:cNvCxnSpPr>
          <p:nvPr/>
        </p:nvCxnSpPr>
        <p:spPr>
          <a:xfrm>
            <a:off x="7768884" y="3523173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ECEEBC7C-0513-35C9-3216-A0A52F4FF227}"/>
                  </a:ext>
                </a:extLst>
              </p:cNvPr>
              <p:cNvSpPr txBox="1"/>
              <p:nvPr/>
            </p:nvSpPr>
            <p:spPr>
              <a:xfrm>
                <a:off x="7171318" y="3338507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∙∙∙</m:t>
                      </m:r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ECEEBC7C-0513-35C9-3216-A0A52F4FF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318" y="3338507"/>
                <a:ext cx="4331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9FE5E441-A28C-1F43-8BAC-8912F28ECE92}"/>
                  </a:ext>
                </a:extLst>
              </p:cNvPr>
              <p:cNvSpPr txBox="1"/>
              <p:nvPr/>
            </p:nvSpPr>
            <p:spPr>
              <a:xfrm>
                <a:off x="2066156" y="3564497"/>
                <a:ext cx="95301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noProof="0" dirty="0"/>
                  <a:t>1 gen</a:t>
                </a:r>
              </a:p>
              <a:p>
                <a:pPr algn="ctr"/>
                <a:r>
                  <a:rPr lang="es-ES" noProof="0" dirty="0">
                    <a:solidFill>
                      <a:schemeClr val="accent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b="0" i="0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>
                    <a:solidFill>
                      <a:schemeClr val="accent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9FE5E441-A28C-1F43-8BAC-8912F28EC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156" y="3564497"/>
                <a:ext cx="953018" cy="646331"/>
              </a:xfrm>
              <a:prstGeom prst="rect">
                <a:avLst/>
              </a:prstGeom>
              <a:blipFill>
                <a:blip r:embed="rId6"/>
                <a:stretch>
                  <a:fillRect l="-5769" t="-4717" r="-448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54259734-4272-77B2-E71A-5B32F5557FB4}"/>
              </a:ext>
            </a:extLst>
          </p:cNvPr>
          <p:cNvGrpSpPr/>
          <p:nvPr/>
        </p:nvGrpSpPr>
        <p:grpSpPr>
          <a:xfrm>
            <a:off x="5509618" y="3245612"/>
            <a:ext cx="547272" cy="332704"/>
            <a:chOff x="2616513" y="2273732"/>
            <a:chExt cx="547272" cy="332704"/>
          </a:xfrm>
        </p:grpSpPr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D9A1906B-C8FC-85DA-86F6-870CA8BA8495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6356EAF8-E483-DA98-2D1A-DEFEEF0A8158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094E549A-7983-8F4A-B7F4-34B6562435BB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44721530-62AB-DE99-46A6-30FD4386783D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F81B4F09-9208-EC46-0D3E-C6862FF89724}"/>
              </a:ext>
            </a:extLst>
          </p:cNvPr>
          <p:cNvGrpSpPr/>
          <p:nvPr/>
        </p:nvGrpSpPr>
        <p:grpSpPr>
          <a:xfrm>
            <a:off x="4934960" y="3524137"/>
            <a:ext cx="433812" cy="332704"/>
            <a:chOff x="8292233" y="2422448"/>
            <a:chExt cx="433812" cy="332704"/>
          </a:xfrm>
        </p:grpSpPr>
        <p:sp>
          <p:nvSpPr>
            <p:cNvPr id="418" name="Oval 417">
              <a:extLst>
                <a:ext uri="{FF2B5EF4-FFF2-40B4-BE49-F238E27FC236}">
                  <a16:creationId xmlns:a16="http://schemas.microsoft.com/office/drawing/2014/main" id="{ED9F4E8A-3FD5-3F4F-932F-53E561798D09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D974CBAB-7DED-B54C-7659-F17C803AB306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DEB1E6C9-FEE9-4613-96F8-AAE5765D6001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43B981F2-F9D6-94CB-402A-14B7385FEDEA}"/>
              </a:ext>
            </a:extLst>
          </p:cNvPr>
          <p:cNvGrpSpPr/>
          <p:nvPr/>
        </p:nvGrpSpPr>
        <p:grpSpPr>
          <a:xfrm>
            <a:off x="5399817" y="3629946"/>
            <a:ext cx="433812" cy="332704"/>
            <a:chOff x="7839715" y="2553300"/>
            <a:chExt cx="433812" cy="332704"/>
          </a:xfrm>
        </p:grpSpPr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13350163-9E41-A49D-F851-F3E2A1A7C3E3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39ACF46F-4ABD-0D7F-B432-51CE0B14BD6E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0349504A-E524-1728-8031-601AAB56FD55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5" name="Oval 424">
              <a:extLst>
                <a:ext uri="{FF2B5EF4-FFF2-40B4-BE49-F238E27FC236}">
                  <a16:creationId xmlns:a16="http://schemas.microsoft.com/office/drawing/2014/main" id="{F4B70EFB-EDC5-984D-6CB8-2F4880D02BC4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847F5A42-9990-A55C-20D3-FBBD19183B28}"/>
              </a:ext>
            </a:extLst>
          </p:cNvPr>
          <p:cNvGrpSpPr/>
          <p:nvPr/>
        </p:nvGrpSpPr>
        <p:grpSpPr>
          <a:xfrm>
            <a:off x="5007733" y="3137632"/>
            <a:ext cx="433812" cy="332704"/>
            <a:chOff x="8905992" y="2175071"/>
            <a:chExt cx="433812" cy="332704"/>
          </a:xfrm>
        </p:grpSpPr>
        <p:sp>
          <p:nvSpPr>
            <p:cNvPr id="427" name="Oval 426">
              <a:extLst>
                <a:ext uri="{FF2B5EF4-FFF2-40B4-BE49-F238E27FC236}">
                  <a16:creationId xmlns:a16="http://schemas.microsoft.com/office/drawing/2014/main" id="{FB2C4A0C-F561-F0EA-6E97-398818319620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57BDC51A-34F5-63AA-D6F7-10F52FDCA7D7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0A59B35D-7831-37E4-2476-EC33C4FD0F7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2F42564B-3306-C2D3-FDF8-5BE81C457D00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743CF846-3012-5439-0D34-598C3CB0E085}"/>
                  </a:ext>
                </a:extLst>
              </p:cNvPr>
              <p:cNvSpPr txBox="1"/>
              <p:nvPr/>
            </p:nvSpPr>
            <p:spPr>
              <a:xfrm>
                <a:off x="4611404" y="1868193"/>
                <a:ext cx="2035814" cy="5389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1" i="1" noProof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s-E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s-E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s-ES" b="1" i="1" noProof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1" i="1" noProof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743CF846-3012-5439-0D34-598C3CB0E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404" y="1868193"/>
                <a:ext cx="2035814" cy="5389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DCAF83AA-650A-2DFD-5C30-3A2C094B82E5}"/>
              </a:ext>
            </a:extLst>
          </p:cNvPr>
          <p:cNvCxnSpPr/>
          <p:nvPr/>
        </p:nvCxnSpPr>
        <p:spPr>
          <a:xfrm>
            <a:off x="4123760" y="3541487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AE418895-8190-45E7-7288-6BF0B87C8625}"/>
              </a:ext>
            </a:extLst>
          </p:cNvPr>
          <p:cNvGrpSpPr/>
          <p:nvPr/>
        </p:nvGrpSpPr>
        <p:grpSpPr>
          <a:xfrm>
            <a:off x="5352996" y="2884249"/>
            <a:ext cx="433812" cy="332704"/>
            <a:chOff x="9309655" y="2557406"/>
            <a:chExt cx="433812" cy="332704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662264D7-AFFB-9960-D89E-D679D98D8261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5EA378F3-1F64-E458-B86E-68A2938AB78D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20AEA370-DA8F-B377-99AE-C01199B16951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792670BD-820A-45BD-2262-2B06AEFCD34F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55BC16C0-C155-CD34-ABA6-317590964BF1}"/>
              </a:ext>
            </a:extLst>
          </p:cNvPr>
          <p:cNvGrpSpPr/>
          <p:nvPr/>
        </p:nvGrpSpPr>
        <p:grpSpPr>
          <a:xfrm>
            <a:off x="5043657" y="3919407"/>
            <a:ext cx="433812" cy="332704"/>
            <a:chOff x="8450452" y="2221310"/>
            <a:chExt cx="433812" cy="332704"/>
          </a:xfrm>
        </p:grpSpPr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A18340DD-6DB0-9D2D-BBB3-7316C4F8C395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627F2CB6-EBAB-C3A2-D907-75DA3ACF9037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0EABB788-6371-6FA5-A4A5-E3B886650B56}"/>
              </a:ext>
            </a:extLst>
          </p:cNvPr>
          <p:cNvGrpSpPr/>
          <p:nvPr/>
        </p:nvGrpSpPr>
        <p:grpSpPr>
          <a:xfrm>
            <a:off x="5630260" y="4016789"/>
            <a:ext cx="433812" cy="332704"/>
            <a:chOff x="7576832" y="2355919"/>
            <a:chExt cx="433812" cy="332704"/>
          </a:xfrm>
        </p:grpSpPr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BABF82D9-CB2C-0834-769E-1E4AC0BE4B0D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CA5A3866-AF8A-EEAF-F816-473086FD619B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5EA38323-7608-D07A-A5B3-7D191D8184F8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58301305-E7AF-45FC-B2CF-CCD4648F7F11}"/>
              </a:ext>
            </a:extLst>
          </p:cNvPr>
          <p:cNvGrpSpPr/>
          <p:nvPr/>
        </p:nvGrpSpPr>
        <p:grpSpPr>
          <a:xfrm>
            <a:off x="5887655" y="3556206"/>
            <a:ext cx="433812" cy="332704"/>
            <a:chOff x="8905992" y="2175071"/>
            <a:chExt cx="433812" cy="332704"/>
          </a:xfrm>
        </p:grpSpPr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E7CD4658-C022-A502-67D8-D63F767D5DE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9AC56BE4-D395-9AFA-BD01-86510ED5AA5F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23913B32-5C71-386D-1EE7-4F5163296B39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A69E539B-9C4C-0926-F5A5-3BDD731FEB94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2F63C05-5787-5231-37A0-F88DBB839153}"/>
                  </a:ext>
                </a:extLst>
              </p:cNvPr>
              <p:cNvSpPr txBox="1"/>
              <p:nvPr/>
            </p:nvSpPr>
            <p:spPr>
              <a:xfrm>
                <a:off x="1392633" y="5051274"/>
                <a:ext cx="9406746" cy="988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800" noProof="0" dirty="0"/>
                  <a:t>Conociendo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2800" noProof="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sz="2800" i="1" noProof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ES" sz="2800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800" noProof="0" dirty="0">
                    <a:sym typeface="Wingdings" panose="05000000000000000000" pitchFamily="2" charset="2"/>
                  </a:rPr>
                  <a:t></a:t>
                </a:r>
                <a:r>
                  <a:rPr lang="es-ES" sz="2800" noProof="0" dirty="0"/>
                  <a:t> ¿Cuanto </a:t>
                </a:r>
                <a:r>
                  <a:rPr lang="es-ES" sz="2800" b="1" u="sng" noProof="0" dirty="0">
                    <a:solidFill>
                      <a:srgbClr val="92D050"/>
                    </a:solidFill>
                  </a:rPr>
                  <a:t>tiempo aproximado</a:t>
                </a:r>
                <a:r>
                  <a:rPr lang="es-ES" sz="2800" u="sng" noProof="0" dirty="0">
                    <a:solidFill>
                      <a:srgbClr val="92D050"/>
                    </a:solidFill>
                  </a:rPr>
                  <a:t> </a:t>
                </a:r>
                <a:r>
                  <a:rPr lang="es-ES" sz="2800" noProof="0" dirty="0"/>
                  <a:t>es necesario para alcanzar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2800" i="1" noProof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ES" sz="2800" noProof="0" dirty="0"/>
                  <a:t>?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2F63C05-5787-5231-37A0-F88DBB839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633" y="5051274"/>
                <a:ext cx="9406746" cy="988604"/>
              </a:xfrm>
              <a:prstGeom prst="rect">
                <a:avLst/>
              </a:prstGeom>
              <a:blipFill>
                <a:blip r:embed="rId8"/>
                <a:stretch>
                  <a:fillRect t="-8642"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7726602-EE4B-D454-8C9A-FADEF23EEB19}"/>
              </a:ext>
            </a:extLst>
          </p:cNvPr>
          <p:cNvSpPr txBox="1"/>
          <p:nvPr/>
        </p:nvSpPr>
        <p:spPr>
          <a:xfrm>
            <a:off x="1196551" y="168461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Inicial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6FC46-3368-C3F4-7181-0D207DC309EC}"/>
              </a:ext>
            </a:extLst>
          </p:cNvPr>
          <p:cNvSpPr txBox="1"/>
          <p:nvPr/>
        </p:nvSpPr>
        <p:spPr>
          <a:xfrm>
            <a:off x="9473289" y="1684617"/>
            <a:ext cx="698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Final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10330C-49F9-23F4-F4C1-A95499CCC249}"/>
                  </a:ext>
                </a:extLst>
              </p:cNvPr>
              <p:cNvSpPr txBox="1"/>
              <p:nvPr/>
            </p:nvSpPr>
            <p:spPr>
              <a:xfrm>
                <a:off x="872356" y="722754"/>
                <a:ext cx="2387600" cy="47545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2400" b="1" i="1" noProof="0" smtClean="0"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s-ES" sz="2400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ES" sz="2400" b="1" i="0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 noProof="0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ES" sz="2400" b="1" i="0" noProof="0" smtClean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s-ES" sz="2400" b="1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10330C-49F9-23F4-F4C1-A95499CCC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56" y="722754"/>
                <a:ext cx="2387600" cy="4754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70EA0D-1DF7-3297-5BA0-E4F5C4938C25}"/>
                  </a:ext>
                </a:extLst>
              </p:cNvPr>
              <p:cNvSpPr txBox="1"/>
              <p:nvPr/>
            </p:nvSpPr>
            <p:spPr>
              <a:xfrm>
                <a:off x="3740974" y="3564497"/>
                <a:ext cx="134896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noProof="0" dirty="0"/>
                  <a:t>2 gen</a:t>
                </a:r>
              </a:p>
              <a:p>
                <a:pPr algn="ctr"/>
                <a:r>
                  <a:rPr lang="es-ES" noProof="0" dirty="0">
                    <a:solidFill>
                      <a:schemeClr val="accent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b="0" i="0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>
                    <a:solidFill>
                      <a:schemeClr val="accent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70EA0D-1DF7-3297-5BA0-E4F5C4938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974" y="3564497"/>
                <a:ext cx="1348960" cy="646331"/>
              </a:xfrm>
              <a:prstGeom prst="rect">
                <a:avLst/>
              </a:prstGeom>
              <a:blipFill>
                <a:blip r:embed="rId10"/>
                <a:stretch>
                  <a:fillRect l="-3620" t="-4717" r="-316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9089CA-D523-8A46-7C31-3D8A28BC4D3B}"/>
                  </a:ext>
                </a:extLst>
              </p:cNvPr>
              <p:cNvSpPr txBox="1"/>
              <p:nvPr/>
            </p:nvSpPr>
            <p:spPr>
              <a:xfrm>
                <a:off x="6655954" y="3564497"/>
                <a:ext cx="1468800" cy="668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s-ES" i="1" noProof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s-ES" noProof="0" dirty="0"/>
                  <a:t> gen</a:t>
                </a:r>
              </a:p>
              <a:p>
                <a:pPr algn="ctr"/>
                <a:r>
                  <a:rPr lang="es-ES" noProof="0" dirty="0">
                    <a:solidFill>
                      <a:schemeClr val="accent2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b="0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ES" b="0" i="0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>
                    <a:solidFill>
                      <a:schemeClr val="accent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9089CA-D523-8A46-7C31-3D8A28BC4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954" y="3564497"/>
                <a:ext cx="1468800" cy="668581"/>
              </a:xfrm>
              <a:prstGeom prst="rect">
                <a:avLst/>
              </a:prstGeom>
              <a:blipFill>
                <a:blip r:embed="rId11"/>
                <a:stretch>
                  <a:fillRect l="-3320" t="-4587" r="-2905" b="-12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4E8DE2-D242-067F-543C-8F18A6CABE6A}"/>
                  </a:ext>
                </a:extLst>
              </p:cNvPr>
              <p:cNvSpPr txBox="1"/>
              <p:nvPr/>
            </p:nvSpPr>
            <p:spPr>
              <a:xfrm>
                <a:off x="8663872" y="1868193"/>
                <a:ext cx="2278060" cy="5868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s-ES" b="1" i="1" noProof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4E8DE2-D242-067F-543C-8F18A6CAB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872" y="1868193"/>
                <a:ext cx="2278060" cy="5868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670592-1786-609B-A758-291F3E0F0DA5}"/>
                  </a:ext>
                </a:extLst>
              </p:cNvPr>
              <p:cNvSpPr txBox="1"/>
              <p:nvPr/>
            </p:nvSpPr>
            <p:spPr>
              <a:xfrm>
                <a:off x="2982490" y="2472195"/>
                <a:ext cx="10852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1200" b="0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670592-1786-609B-A758-291F3E0F0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490" y="2472195"/>
                <a:ext cx="1085297" cy="276999"/>
              </a:xfrm>
              <a:prstGeom prst="rect">
                <a:avLst/>
              </a:prstGeom>
              <a:blipFill>
                <a:blip r:embed="rId13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720D66-1A80-C980-BDDB-B1950161DDF2}"/>
                  </a:ext>
                </a:extLst>
              </p:cNvPr>
              <p:cNvSpPr txBox="1"/>
              <p:nvPr/>
            </p:nvSpPr>
            <p:spPr>
              <a:xfrm>
                <a:off x="4708869" y="2472195"/>
                <a:ext cx="17473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1200" b="0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1200" b="1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200" b="1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s-ES" sz="1200" i="1" noProof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720D66-1A80-C980-BDDB-B1950161D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869" y="2472195"/>
                <a:ext cx="1747338" cy="276999"/>
              </a:xfrm>
              <a:prstGeom prst="rect">
                <a:avLst/>
              </a:prstGeom>
              <a:blipFill>
                <a:blip r:embed="rId14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76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54" grpId="0" animBg="1"/>
      <p:bldP spid="158" grpId="0" animBg="1"/>
      <p:bldP spid="232" grpId="0" animBg="1"/>
      <p:bldP spid="233" grpId="0" animBg="1"/>
      <p:bldP spid="234" grpId="0" animBg="1"/>
      <p:bldP spid="299" grpId="0" animBg="1"/>
      <p:bldP spid="300" grpId="0" animBg="1"/>
      <p:bldP spid="301" grpId="0" animBg="1"/>
      <p:bldP spid="337" grpId="0" animBg="1"/>
      <p:bldP spid="338" grpId="0" animBg="1"/>
      <p:bldP spid="339" grpId="0" animBg="1"/>
      <p:bldP spid="396" grpId="0"/>
      <p:bldP spid="407" grpId="0"/>
      <p:bldP spid="410" grpId="0"/>
      <p:bldP spid="431" grpId="0"/>
      <p:bldP spid="2" grpId="0"/>
      <p:bldP spid="4" grpId="0"/>
      <p:bldP spid="11" grpId="0"/>
      <p:bldP spid="12" grpId="0"/>
      <p:bldP spid="13" grpId="0"/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1D910-42D2-A556-5D48-24244C0E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5936FC-94CF-4D52-C15C-95A03CB45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8A0075-FD97-028F-4C7A-87C5D9BB8C4C}"/>
                  </a:ext>
                </a:extLst>
              </p:cNvPr>
              <p:cNvSpPr txBox="1"/>
              <p:nvPr/>
            </p:nvSpPr>
            <p:spPr>
              <a:xfrm>
                <a:off x="594403" y="1699450"/>
                <a:ext cx="5501597" cy="2075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u="sng" noProof="0" dirty="0"/>
                  <a:t>Reescribir el programa</a:t>
                </a:r>
                <a:r>
                  <a:rPr lang="es-ES" b="1" u="sng" noProof="0" dirty="0"/>
                  <a:t> </a:t>
                </a:r>
                <a:r>
                  <a:rPr lang="es-ES" u="sng" noProof="0" dirty="0"/>
                  <a:t>de calculo de generaciones</a:t>
                </a:r>
                <a:r>
                  <a:rPr lang="es-ES" noProof="0" dirty="0"/>
                  <a:t>:</a:t>
                </a:r>
              </a:p>
              <a:p>
                <a:pPr algn="ctr"/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Tome como input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noProof="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Sabiendo que las células se duplican cada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/>
                  <a:t> horas: calcule el tiempo necesario para alcanzar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ES" noProof="0" dirty="0"/>
                  <a:t> a partir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noProof="0" dirty="0"/>
                  <a:t> utilizando un algoritmo de </a:t>
                </a:r>
                <a:r>
                  <a:rPr lang="es-ES" b="1" noProof="0" dirty="0"/>
                  <a:t>enumeración exhaustiva por aproximación</a:t>
                </a:r>
                <a:endParaRPr lang="es-ES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8A0075-FD97-028F-4C7A-87C5D9BB8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03" y="1699450"/>
                <a:ext cx="5501597" cy="2075825"/>
              </a:xfrm>
              <a:prstGeom prst="rect">
                <a:avLst/>
              </a:prstGeom>
              <a:blipFill>
                <a:blip r:embed="rId2"/>
                <a:stretch>
                  <a:fillRect l="-776" t="-1471" b="-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47FACC0-CB52-F607-6F25-B43192E373E1}"/>
              </a:ext>
            </a:extLst>
          </p:cNvPr>
          <p:cNvSpPr txBox="1"/>
          <p:nvPr/>
        </p:nvSpPr>
        <p:spPr>
          <a:xfrm>
            <a:off x="6096000" y="1699450"/>
            <a:ext cx="55015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Solo usar</a:t>
            </a:r>
            <a:r>
              <a:rPr lang="es-ES" noProof="0" dirty="0"/>
              <a:t>:</a:t>
            </a:r>
          </a:p>
          <a:p>
            <a:pPr algn="ctr"/>
            <a:endParaRPr lang="es-ES" noProof="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Ramificación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 err="1">
                <a:latin typeface="Consolas" panose="020B0609020204030204" pitchFamily="49" charset="0"/>
              </a:rPr>
              <a:t>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else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Operaciones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+, -, *, /,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Comparaciones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==, !=, &lt;=, &gt;,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Lógica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and, </a:t>
            </a:r>
            <a:r>
              <a:rPr lang="es-ES" noProof="0" dirty="0" err="1">
                <a:latin typeface="Consolas" panose="020B0609020204030204" pitchFamily="49" charset="0"/>
              </a:rPr>
              <a:t>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not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/>
              <a:t>Iteración</a:t>
            </a:r>
            <a:r>
              <a:rPr lang="es-ES" noProof="0" dirty="0"/>
              <a:t>		(</a:t>
            </a:r>
            <a:r>
              <a:rPr lang="es-ES" noProof="0" dirty="0" err="1">
                <a:latin typeface="Consolas" panose="020B0609020204030204" pitchFamily="49" charset="0"/>
              </a:rPr>
              <a:t>for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while</a:t>
            </a:r>
            <a:r>
              <a:rPr lang="es-ES" noProof="0" dirty="0">
                <a:latin typeface="Consolas" panose="020B0609020204030204" pitchFamily="49" charset="0"/>
              </a:rPr>
              <a:t>, break</a:t>
            </a:r>
            <a:r>
              <a:rPr lang="es-ES" noProof="0" dirty="0"/>
              <a:t>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71B53C-6401-FA41-B584-1E7907F351C1}"/>
              </a:ext>
            </a:extLst>
          </p:cNvPr>
          <p:cNvGrpSpPr/>
          <p:nvPr/>
        </p:nvGrpSpPr>
        <p:grpSpPr>
          <a:xfrm rot="20727627">
            <a:off x="7307117" y="154499"/>
            <a:ext cx="674286" cy="340804"/>
            <a:chOff x="7702717" y="2138490"/>
            <a:chExt cx="674286" cy="34080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1509F39-B51E-70EF-290F-0E2852BDC2AF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CA44CCD-F7A7-97D4-BA49-6309000095EC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631D9D1-E006-1CD4-A55E-DC659F7D2706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75C1F8F-640C-789A-77F0-7BD9E3726AF4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EBF40D-AF2B-3E62-369B-4846D13EB2C3}"/>
              </a:ext>
            </a:extLst>
          </p:cNvPr>
          <p:cNvGrpSpPr/>
          <p:nvPr/>
        </p:nvGrpSpPr>
        <p:grpSpPr>
          <a:xfrm>
            <a:off x="3830172" y="158549"/>
            <a:ext cx="433812" cy="332704"/>
            <a:chOff x="7839715" y="2553300"/>
            <a:chExt cx="433812" cy="33270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70C8BCA-4D26-9777-AEEC-39A5D657949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CE4DD2-E5BF-3177-9181-958FF405DF88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A0AC0D9-CCF3-E9B0-1B1D-3EEA34A0B402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F2CED12-52EF-15DD-A596-1554C1786F67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0D1B9F5-1145-51D1-94FA-737B1AA63092}"/>
              </a:ext>
            </a:extLst>
          </p:cNvPr>
          <p:cNvGrpSpPr/>
          <p:nvPr/>
        </p:nvGrpSpPr>
        <p:grpSpPr>
          <a:xfrm>
            <a:off x="6271854" y="158549"/>
            <a:ext cx="433812" cy="332704"/>
            <a:chOff x="8292233" y="2422448"/>
            <a:chExt cx="433812" cy="33270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F5B8A82-199A-A722-2190-4713710B2D10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ABE3D30-DAC9-B0CF-FF47-161F5E845630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60306E7-9746-5604-A0FB-9B5D374EB382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C2A234C0-AACE-17DA-C207-BEC2F37A90DD}"/>
              </a:ext>
            </a:extLst>
          </p:cNvPr>
          <p:cNvSpPr/>
          <p:nvPr/>
        </p:nvSpPr>
        <p:spPr>
          <a:xfrm>
            <a:off x="7060025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B3FC6F0-61DB-C4D1-82EE-3EF874164D4C}"/>
              </a:ext>
            </a:extLst>
          </p:cNvPr>
          <p:cNvSpPr/>
          <p:nvPr/>
        </p:nvSpPr>
        <p:spPr>
          <a:xfrm>
            <a:off x="8420801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A7428BC-BD92-4093-DB42-C7862B0BEE17}"/>
              </a:ext>
            </a:extLst>
          </p:cNvPr>
          <p:cNvSpPr/>
          <p:nvPr/>
        </p:nvSpPr>
        <p:spPr>
          <a:xfrm>
            <a:off x="841173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A424CF6-4D93-3AC1-C8C0-1DE2C96D27DA}"/>
              </a:ext>
            </a:extLst>
          </p:cNvPr>
          <p:cNvGrpSpPr/>
          <p:nvPr/>
        </p:nvGrpSpPr>
        <p:grpSpPr>
          <a:xfrm>
            <a:off x="7926617" y="158549"/>
            <a:ext cx="433812" cy="332704"/>
            <a:chOff x="8450452" y="2221310"/>
            <a:chExt cx="433812" cy="3327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6F90DBD-2301-2FC6-E79C-51D607E29C5E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8506B10-F190-FE22-D0C4-0A5951801A97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CBE2C9E-4032-F34A-5C66-9448A93B35ED}"/>
              </a:ext>
            </a:extLst>
          </p:cNvPr>
          <p:cNvGrpSpPr/>
          <p:nvPr/>
        </p:nvGrpSpPr>
        <p:grpSpPr>
          <a:xfrm>
            <a:off x="1866672" y="158549"/>
            <a:ext cx="433812" cy="332704"/>
            <a:chOff x="7576832" y="2355919"/>
            <a:chExt cx="433812" cy="33270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39FD316-C986-ED49-0272-9D92A96CC1EE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05F8B96-6C7F-1A8F-3305-C7E379372A54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C90E4D-8273-20DE-E5F2-E97457B4C7AB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E0E5438-0D91-063C-C221-A91376982022}"/>
              </a:ext>
            </a:extLst>
          </p:cNvPr>
          <p:cNvGrpSpPr/>
          <p:nvPr/>
        </p:nvGrpSpPr>
        <p:grpSpPr>
          <a:xfrm>
            <a:off x="9979011" y="158549"/>
            <a:ext cx="433812" cy="332704"/>
            <a:chOff x="8905992" y="2175071"/>
            <a:chExt cx="433812" cy="3327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74ABAD6-FCF1-914D-2CB8-50D8081F1C5F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FCF9479-D596-515A-152D-EA7FE5C824F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F1E1831-BF75-20F1-6D0C-1F015DE461C1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653BCC7-8464-1890-D357-74FFCFA6A90A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7A510DD-7F1A-F716-7711-88F4DB1A1C29}"/>
              </a:ext>
            </a:extLst>
          </p:cNvPr>
          <p:cNvGrpSpPr/>
          <p:nvPr/>
        </p:nvGrpSpPr>
        <p:grpSpPr>
          <a:xfrm>
            <a:off x="10939839" y="158549"/>
            <a:ext cx="433812" cy="332704"/>
            <a:chOff x="9309655" y="2557406"/>
            <a:chExt cx="433812" cy="332704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2C150C4-149B-714F-A1F6-A17010787669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7F21BAF-9DB9-707D-F28E-0BA45134C78A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9624887-F387-41D2-DD6E-AC89BFF395FD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AC7AB7A-A4D3-58DD-72B0-75986CEB961D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E5B0C85-974B-4560-E7A3-D8A0F237A2B8}"/>
              </a:ext>
            </a:extLst>
          </p:cNvPr>
          <p:cNvGrpSpPr/>
          <p:nvPr/>
        </p:nvGrpSpPr>
        <p:grpSpPr>
          <a:xfrm>
            <a:off x="9305998" y="157174"/>
            <a:ext cx="480707" cy="335455"/>
            <a:chOff x="8786411" y="2519876"/>
            <a:chExt cx="480707" cy="33545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C845256-6E26-D074-824E-C08A23EC1164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AF36469-F402-D28A-E474-794862B71314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E8053B1-55FF-E7DF-DC9F-8B365236EB2D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C99DA44-BFA3-1242-153E-218C7EBA9464}"/>
              </a:ext>
            </a:extLst>
          </p:cNvPr>
          <p:cNvGrpSpPr/>
          <p:nvPr/>
        </p:nvGrpSpPr>
        <p:grpSpPr>
          <a:xfrm rot="1225737">
            <a:off x="3342606" y="154499"/>
            <a:ext cx="674286" cy="340804"/>
            <a:chOff x="7702717" y="2138490"/>
            <a:chExt cx="674286" cy="340804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A3C7B0F-AA43-F8B9-2CAE-679491E832EB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684346E-4C1F-0E4D-E48A-BE8A923F58A3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9262082-CF04-7C5B-8A7F-5215485062A7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0B1EAAD-94D7-0FB2-8572-38F97C561506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9CF05AD-7A3A-FF7E-E791-402A23A3DA0E}"/>
              </a:ext>
            </a:extLst>
          </p:cNvPr>
          <p:cNvGrpSpPr/>
          <p:nvPr/>
        </p:nvGrpSpPr>
        <p:grpSpPr>
          <a:xfrm>
            <a:off x="764844" y="158549"/>
            <a:ext cx="433812" cy="332704"/>
            <a:chOff x="7839715" y="2553300"/>
            <a:chExt cx="433812" cy="332704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C2967FF-40D5-5409-B091-4F0E38D15A7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5F123C5-84B5-E49A-0C56-F54E7EA0E809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52D27FF-560B-21E6-8476-D1800BDC948A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2664DBE-621D-6E21-287F-EDE478535889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E88A4BA-1589-C6A8-4C7A-27944D0CC3FB}"/>
              </a:ext>
            </a:extLst>
          </p:cNvPr>
          <p:cNvGrpSpPr/>
          <p:nvPr/>
        </p:nvGrpSpPr>
        <p:grpSpPr>
          <a:xfrm rot="19742808">
            <a:off x="4077264" y="158549"/>
            <a:ext cx="433812" cy="332704"/>
            <a:chOff x="8292233" y="2422448"/>
            <a:chExt cx="433812" cy="332704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CC441AB-B690-F1CA-F65F-B9024348044B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9CC17CB-615D-10D3-3FFA-BEF01CCC3014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D8D105A-476B-6C44-35E6-E3F28AE28966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2845A78E-3F13-4FA8-8EA5-A00F00AFC93D}"/>
              </a:ext>
            </a:extLst>
          </p:cNvPr>
          <p:cNvSpPr/>
          <p:nvPr/>
        </p:nvSpPr>
        <p:spPr>
          <a:xfrm rot="4509800">
            <a:off x="432435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D38D0C3-22E4-8709-EA86-553436DED198}"/>
              </a:ext>
            </a:extLst>
          </p:cNvPr>
          <p:cNvSpPr/>
          <p:nvPr/>
        </p:nvSpPr>
        <p:spPr>
          <a:xfrm>
            <a:off x="5426184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B777E54-33FE-5853-1A52-94A0BF6315D1}"/>
              </a:ext>
            </a:extLst>
          </p:cNvPr>
          <p:cNvSpPr/>
          <p:nvPr/>
        </p:nvSpPr>
        <p:spPr>
          <a:xfrm>
            <a:off x="5918670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00105F4-0AB4-676B-CD4E-EAD3D7BF6CB3}"/>
              </a:ext>
            </a:extLst>
          </p:cNvPr>
          <p:cNvGrpSpPr/>
          <p:nvPr/>
        </p:nvGrpSpPr>
        <p:grpSpPr>
          <a:xfrm>
            <a:off x="5179092" y="158549"/>
            <a:ext cx="433812" cy="332704"/>
            <a:chOff x="8450452" y="2221310"/>
            <a:chExt cx="433812" cy="332704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5A9C8A2-C80B-69D9-C732-6BD460F00C1A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F6A55DC-8B53-2A20-83BC-741C43725DD5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5CC1510-274E-31F5-8ADE-D2A6399B28CB}"/>
              </a:ext>
            </a:extLst>
          </p:cNvPr>
          <p:cNvGrpSpPr/>
          <p:nvPr/>
        </p:nvGrpSpPr>
        <p:grpSpPr>
          <a:xfrm rot="163405">
            <a:off x="30186" y="158549"/>
            <a:ext cx="433812" cy="332704"/>
            <a:chOff x="7576832" y="2355919"/>
            <a:chExt cx="433812" cy="33270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5847B1D-55A1-694C-70E3-FA3E3DA0CBF4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004CD033-E8BF-2D48-B86F-5FA20D11C24D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9FAAB94-0A42-096B-B017-EF77AE0198B0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59E833E-0551-4ADA-0611-0F4A45C8A388}"/>
              </a:ext>
            </a:extLst>
          </p:cNvPr>
          <p:cNvGrpSpPr/>
          <p:nvPr/>
        </p:nvGrpSpPr>
        <p:grpSpPr>
          <a:xfrm>
            <a:off x="8173709" y="158549"/>
            <a:ext cx="433812" cy="332704"/>
            <a:chOff x="8905992" y="2175071"/>
            <a:chExt cx="433812" cy="332704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6C45F71-8347-8488-7015-0A6A7F567F8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353EDE8-313F-AF4B-32B1-E249585D482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ABC444C-D6E4-B033-0522-B5F2838E0608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FDFBB23-832F-4E9A-FBF8-DFA7A71E0BC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F587744-5F78-E109-65DC-429EA596D7B1}"/>
              </a:ext>
            </a:extLst>
          </p:cNvPr>
          <p:cNvGrpSpPr/>
          <p:nvPr/>
        </p:nvGrpSpPr>
        <p:grpSpPr>
          <a:xfrm>
            <a:off x="8811814" y="158549"/>
            <a:ext cx="433812" cy="332704"/>
            <a:chOff x="9309655" y="2557406"/>
            <a:chExt cx="433812" cy="332704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0BB977A6-E5EE-175D-6702-701FF68D349C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266607A-3340-A38A-B971-9F4228DFDD0B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2F55247-62B0-0FB9-A8B4-A833B3103DCB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760B13F-1939-8432-B696-1196B0DD3F3F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8CA65F3-2CFD-57BB-C95B-13AF4C70C6EF}"/>
              </a:ext>
            </a:extLst>
          </p:cNvPr>
          <p:cNvGrpSpPr/>
          <p:nvPr/>
        </p:nvGrpSpPr>
        <p:grpSpPr>
          <a:xfrm rot="4073409">
            <a:off x="6766038" y="157174"/>
            <a:ext cx="480707" cy="335455"/>
            <a:chOff x="8786411" y="2519876"/>
            <a:chExt cx="480707" cy="335455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D437963-C470-2555-5A59-208F90BCB008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0285FD5-CF39-2F0C-AD59-42FE5AF1E47F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F3D5895D-5173-3C30-0659-55CD9840F021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632F177-7546-39C4-E8BA-B9B390B9FFD1}"/>
              </a:ext>
            </a:extLst>
          </p:cNvPr>
          <p:cNvGrpSpPr/>
          <p:nvPr/>
        </p:nvGrpSpPr>
        <p:grpSpPr>
          <a:xfrm rot="8866267">
            <a:off x="277278" y="154499"/>
            <a:ext cx="674286" cy="340804"/>
            <a:chOff x="7702717" y="2138490"/>
            <a:chExt cx="674286" cy="340804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205E266-800A-3463-5704-6E4C6B6D61CD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D02D45B-4814-C5AF-5633-1B631AC8C3CC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ED56B509-646F-D222-78B8-3785F858F73B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190470C-E8BC-F97A-A7AE-76B179910A86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91A8C64-4A73-47E0-2BA0-458D2EE92A54}"/>
              </a:ext>
            </a:extLst>
          </p:cNvPr>
          <p:cNvGrpSpPr/>
          <p:nvPr/>
        </p:nvGrpSpPr>
        <p:grpSpPr>
          <a:xfrm rot="10800000">
            <a:off x="5558118" y="158549"/>
            <a:ext cx="547272" cy="332704"/>
            <a:chOff x="2616513" y="2273732"/>
            <a:chExt cx="547272" cy="332704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EA302BC-0D96-6DFE-F2E6-AB18185739D5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F2864B3A-C4BD-2A2B-3DD3-3D6A91952369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7CB73DFF-23FC-8982-9DD0-82BDD91E733F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6A4794D2-407B-F316-DBCF-63952DE98265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1AC0553-E156-82F5-CF1F-8EF37E11F5D4}"/>
              </a:ext>
            </a:extLst>
          </p:cNvPr>
          <p:cNvGrpSpPr/>
          <p:nvPr/>
        </p:nvGrpSpPr>
        <p:grpSpPr>
          <a:xfrm rot="20606813">
            <a:off x="1011936" y="158549"/>
            <a:ext cx="433812" cy="332704"/>
            <a:chOff x="8292233" y="2422448"/>
            <a:chExt cx="433812" cy="332704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7547729-704F-1EEE-FB93-2469E6DDD0F1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F28611CB-8C76-8394-1622-0DC2E15C48A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41BBB9A-6A06-E24C-4A89-7BAC03E7247D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E0F7442-E85F-1CEC-0A62-741CF242B100}"/>
              </a:ext>
            </a:extLst>
          </p:cNvPr>
          <p:cNvGrpSpPr/>
          <p:nvPr/>
        </p:nvGrpSpPr>
        <p:grpSpPr>
          <a:xfrm rot="16923898">
            <a:off x="8164643" y="158549"/>
            <a:ext cx="433812" cy="332704"/>
            <a:chOff x="7839715" y="2553300"/>
            <a:chExt cx="433812" cy="332704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406001B3-2433-05B6-9C77-80EAFC4C618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30C14F0-C889-4D41-C7D0-85D41DC21527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B940079D-AA01-B7ED-D970-326B5E082B94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DFCD0F53-D570-10CF-5429-F74412B86206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471E0B1-1D24-32A2-E0AD-0F90410B00E9}"/>
              </a:ext>
            </a:extLst>
          </p:cNvPr>
          <p:cNvGrpSpPr/>
          <p:nvPr/>
        </p:nvGrpSpPr>
        <p:grpSpPr>
          <a:xfrm rot="6069054">
            <a:off x="11186931" y="158549"/>
            <a:ext cx="433812" cy="332704"/>
            <a:chOff x="8905992" y="2175071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2758A3D0-28D9-F470-A7C2-AF15441A759F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8287024-4014-2D16-4946-6A4B11947D35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132946FD-E18F-F7C5-48A8-83B252CB675C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CD4D299-7221-28BF-BBE9-A647E3D87F3E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CA6A966-60B9-3135-F961-B81F8F2FBE15}"/>
              </a:ext>
            </a:extLst>
          </p:cNvPr>
          <p:cNvGrpSpPr/>
          <p:nvPr/>
        </p:nvGrpSpPr>
        <p:grpSpPr>
          <a:xfrm>
            <a:off x="2601330" y="158549"/>
            <a:ext cx="433812" cy="332704"/>
            <a:chOff x="8905992" y="2175071"/>
            <a:chExt cx="433812" cy="332704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927945CE-D504-471E-90BB-44AFE301064A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66A0BFCD-EAC3-48F9-3A64-8C538A6D17F2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89BD4E90-7637-2F73-94A3-99627F292333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F220D7A-714E-515C-8811-F5C1351F744E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880D326-4B1A-02F8-ED02-368496794F52}"/>
              </a:ext>
            </a:extLst>
          </p:cNvPr>
          <p:cNvGrpSpPr/>
          <p:nvPr/>
        </p:nvGrpSpPr>
        <p:grpSpPr>
          <a:xfrm>
            <a:off x="1506120" y="158549"/>
            <a:ext cx="547272" cy="332704"/>
            <a:chOff x="2616513" y="2273732"/>
            <a:chExt cx="547272" cy="332704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F6A51F1-7DCE-813D-F2AC-0FED357B2FD2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28C0847-E08A-9E3D-AB1B-BD39795171E1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C2BEADAE-C920-A199-DA3D-8EF71F7654BB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A1230F6-FBAB-88C7-8586-23EF2E3BFBF6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3BCF7C7-79BF-FE13-6DB8-3682948C465B}"/>
              </a:ext>
            </a:extLst>
          </p:cNvPr>
          <p:cNvGrpSpPr/>
          <p:nvPr/>
        </p:nvGrpSpPr>
        <p:grpSpPr>
          <a:xfrm rot="19812029">
            <a:off x="5777670" y="158549"/>
            <a:ext cx="433812" cy="332704"/>
            <a:chOff x="7839715" y="2553300"/>
            <a:chExt cx="433812" cy="332704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F85B8DA5-3156-5167-2ED9-0E49EB888980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5A7FD05F-FBCE-E907-4DA9-1FDE4A295376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7A07A27F-E5DC-B735-6EE0-502BF88D58AC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3A450419-2643-1800-9930-ED7A6FACE7CE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FE2E5D4-C5BB-2428-8AED-2365E43842DC}"/>
              </a:ext>
            </a:extLst>
          </p:cNvPr>
          <p:cNvGrpSpPr/>
          <p:nvPr/>
        </p:nvGrpSpPr>
        <p:grpSpPr>
          <a:xfrm>
            <a:off x="8270735" y="158549"/>
            <a:ext cx="433812" cy="332704"/>
            <a:chOff x="8292233" y="2422448"/>
            <a:chExt cx="433812" cy="332704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1011CFB6-AF37-64F8-B53B-E724C5342338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EF91528A-B575-33A6-F6B3-219B71577CDE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BC20D170-D120-CE9D-970F-EEAEFB129EFF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25" name="Oval 124">
            <a:extLst>
              <a:ext uri="{FF2B5EF4-FFF2-40B4-BE49-F238E27FC236}">
                <a16:creationId xmlns:a16="http://schemas.microsoft.com/office/drawing/2014/main" id="{4FB004BE-195F-523D-3ED5-18A9D34B042B}"/>
              </a:ext>
            </a:extLst>
          </p:cNvPr>
          <p:cNvSpPr/>
          <p:nvPr/>
        </p:nvSpPr>
        <p:spPr>
          <a:xfrm rot="19727928">
            <a:off x="905890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3F934372-2144-D847-A2FB-28F35A6C8EA6}"/>
              </a:ext>
            </a:extLst>
          </p:cNvPr>
          <p:cNvSpPr/>
          <p:nvPr/>
        </p:nvSpPr>
        <p:spPr>
          <a:xfrm>
            <a:off x="10094169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40826281-B8B4-249A-B312-E18920E56AC3}"/>
              </a:ext>
            </a:extLst>
          </p:cNvPr>
          <p:cNvSpPr/>
          <p:nvPr/>
        </p:nvSpPr>
        <p:spPr>
          <a:xfrm>
            <a:off x="1047319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08EAA74-8723-592E-EC9A-ACF8CADB526B}"/>
              </a:ext>
            </a:extLst>
          </p:cNvPr>
          <p:cNvGrpSpPr/>
          <p:nvPr/>
        </p:nvGrpSpPr>
        <p:grpSpPr>
          <a:xfrm>
            <a:off x="9599985" y="158549"/>
            <a:ext cx="433812" cy="332704"/>
            <a:chOff x="8450452" y="2221310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200F0DE-8F6C-1260-97C3-D9476B80B4CE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31366264-6907-B28C-0A64-A3F57D46F285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33DA69A-63FB-02F3-95C0-14BD1F539518}"/>
              </a:ext>
            </a:extLst>
          </p:cNvPr>
          <p:cNvGrpSpPr/>
          <p:nvPr/>
        </p:nvGrpSpPr>
        <p:grpSpPr>
          <a:xfrm rot="19240955">
            <a:off x="4932000" y="158549"/>
            <a:ext cx="433812" cy="332704"/>
            <a:chOff x="7576832" y="2355919"/>
            <a:chExt cx="433812" cy="332704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9A208092-7BB3-4FCD-7ACF-C6ECA878DA02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59B3A756-A1FA-8344-FC01-4BEB3192EC86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7E37FEA4-CE2C-24B7-245F-C9F34D30BB9F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CB64350-4FDE-0295-D830-F240A7E43894}"/>
              </a:ext>
            </a:extLst>
          </p:cNvPr>
          <p:cNvGrpSpPr/>
          <p:nvPr/>
        </p:nvGrpSpPr>
        <p:grpSpPr>
          <a:xfrm>
            <a:off x="11728010" y="158549"/>
            <a:ext cx="433812" cy="332704"/>
            <a:chOff x="8905992" y="2175071"/>
            <a:chExt cx="433812" cy="332704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A255E33F-6EE7-01F8-5DE9-64373A28FF24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33D035AA-814C-76D8-80DC-EC719C009B64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6BA766EB-9ECD-28FA-8871-FD27278087CF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51E024D5-5B21-6B74-984A-BBF1405739A9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607578D-F2B2-A1D6-B73D-395F037FF6A5}"/>
              </a:ext>
            </a:extLst>
          </p:cNvPr>
          <p:cNvGrpSpPr/>
          <p:nvPr/>
        </p:nvGrpSpPr>
        <p:grpSpPr>
          <a:xfrm rot="21057476">
            <a:off x="-216906" y="158549"/>
            <a:ext cx="433812" cy="332704"/>
            <a:chOff x="9309655" y="2557406"/>
            <a:chExt cx="433812" cy="332704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585A0089-3125-C940-EDD2-69296D5DE930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F8D32BA7-5715-91DF-E49D-AC68E8B8900C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4B2D5828-C5BC-2C3D-B75E-33E8D1057777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155E087-9CF0-37A1-F646-E26945DEDCA4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7EE19AA-F4B0-A314-0423-A7874B0D62A2}"/>
              </a:ext>
            </a:extLst>
          </p:cNvPr>
          <p:cNvGrpSpPr/>
          <p:nvPr/>
        </p:nvGrpSpPr>
        <p:grpSpPr>
          <a:xfrm rot="4700176">
            <a:off x="11434023" y="157174"/>
            <a:ext cx="480707" cy="335455"/>
            <a:chOff x="8786411" y="2519876"/>
            <a:chExt cx="480707" cy="335455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65F12E0-BC73-EBB4-E6E4-B7E115D09E1A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A0D3F67-FCC6-8E75-8EAD-5F0012A67865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BE8F0E30-689E-AA99-248B-43F016D98CC2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193323D-38BE-71C5-8335-13D09B5E1CBD}"/>
              </a:ext>
            </a:extLst>
          </p:cNvPr>
          <p:cNvGrpSpPr/>
          <p:nvPr/>
        </p:nvGrpSpPr>
        <p:grpSpPr>
          <a:xfrm>
            <a:off x="3095514" y="158549"/>
            <a:ext cx="433812" cy="332704"/>
            <a:chOff x="7839715" y="2553300"/>
            <a:chExt cx="433812" cy="332704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F11E0419-EB05-622E-66D2-4EF02A433ED1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464251A-EF82-CC8D-D9D7-05B886CEA51E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16596CF4-9490-5FD2-17BC-4DA9061FCC4D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27F7AB1B-CA5D-FD98-FFB4-8642204FCF92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F7CAC12-16FF-A427-6843-4AD62769B82A}"/>
              </a:ext>
            </a:extLst>
          </p:cNvPr>
          <p:cNvGrpSpPr/>
          <p:nvPr/>
        </p:nvGrpSpPr>
        <p:grpSpPr>
          <a:xfrm rot="5114785">
            <a:off x="6024762" y="158549"/>
            <a:ext cx="433812" cy="332704"/>
            <a:chOff x="8292233" y="2422448"/>
            <a:chExt cx="433812" cy="332704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21712866-B86D-2F50-F239-C8492EAC931F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A7849A81-C098-72C9-3D36-4734693EFB4D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22276656-43F4-2AC5-A8E3-1DF4B174F9CA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7A1C8954-74B3-404D-52C0-EF6530D95975}"/>
              </a:ext>
            </a:extLst>
          </p:cNvPr>
          <p:cNvSpPr/>
          <p:nvPr/>
        </p:nvSpPr>
        <p:spPr>
          <a:xfrm rot="19877889">
            <a:off x="651894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C547B2D4-0D7B-63E5-1C4F-77884C45DC1B}"/>
              </a:ext>
            </a:extLst>
          </p:cNvPr>
          <p:cNvSpPr/>
          <p:nvPr/>
        </p:nvSpPr>
        <p:spPr>
          <a:xfrm>
            <a:off x="8041775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3A501857-1B97-C7C3-5E3C-60B29F46793D}"/>
              </a:ext>
            </a:extLst>
          </p:cNvPr>
          <p:cNvSpPr/>
          <p:nvPr/>
        </p:nvSpPr>
        <p:spPr>
          <a:xfrm>
            <a:off x="8305643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EDF5028-D32C-65C7-8514-2279B34575DD}"/>
              </a:ext>
            </a:extLst>
          </p:cNvPr>
          <p:cNvGrpSpPr/>
          <p:nvPr/>
        </p:nvGrpSpPr>
        <p:grpSpPr>
          <a:xfrm rot="19612653">
            <a:off x="7794683" y="158549"/>
            <a:ext cx="433812" cy="332704"/>
            <a:chOff x="8450452" y="2221310"/>
            <a:chExt cx="433812" cy="332704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7D6D9AF3-79DF-A66F-EAE2-E6C01917517D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5D006C1E-1A37-BB05-E231-B88A42A59E73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AAC4430-C1A2-5248-DAAD-20BA749DE6A4}"/>
              </a:ext>
            </a:extLst>
          </p:cNvPr>
          <p:cNvGrpSpPr/>
          <p:nvPr/>
        </p:nvGrpSpPr>
        <p:grpSpPr>
          <a:xfrm rot="2917480">
            <a:off x="1259028" y="158549"/>
            <a:ext cx="433812" cy="332704"/>
            <a:chOff x="7576832" y="2355919"/>
            <a:chExt cx="433812" cy="332704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B4C3E1D5-AC66-B3BF-15C2-9D70E163EC91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2605B473-0722-19A7-FC07-F368BBAECCBA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D8CF310-DAA6-08D1-CDC2-A0A3A4099DC3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F87B9D85-38EA-153A-A310-FB250F546D21}"/>
              </a:ext>
            </a:extLst>
          </p:cNvPr>
          <p:cNvGrpSpPr/>
          <p:nvPr/>
        </p:nvGrpSpPr>
        <p:grpSpPr>
          <a:xfrm rot="19211855">
            <a:off x="9847077" y="158549"/>
            <a:ext cx="433812" cy="332704"/>
            <a:chOff x="8905992" y="2175071"/>
            <a:chExt cx="433812" cy="332704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BCCA882-7FB4-368C-456D-6F5A6708925C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DDD9672F-64B5-F4F2-51C6-DE39E8CB3153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95D59C15-5A07-489A-43F7-ECF6343818E5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E3511F81-02F0-86A8-1C29-07FF23537AE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74C88BF-EAC3-DD24-7967-52F5F669BCAE}"/>
              </a:ext>
            </a:extLst>
          </p:cNvPr>
          <p:cNvGrpSpPr/>
          <p:nvPr/>
        </p:nvGrpSpPr>
        <p:grpSpPr>
          <a:xfrm>
            <a:off x="10692747" y="158549"/>
            <a:ext cx="433812" cy="332704"/>
            <a:chOff x="9309655" y="2557406"/>
            <a:chExt cx="433812" cy="332704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5BDCF9E0-6E1E-C8E5-3271-513F13FB313A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C2F973A7-8CD2-7F30-D6FE-8923FD6A4745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DDB0BFC5-9197-982F-761F-9781B11DE07C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2DB98AB3-DE70-5258-D3AF-CF67152FA940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1848B465-AC54-F701-0FDA-B187EA4978E2}"/>
              </a:ext>
            </a:extLst>
          </p:cNvPr>
          <p:cNvGrpSpPr/>
          <p:nvPr/>
        </p:nvGrpSpPr>
        <p:grpSpPr>
          <a:xfrm rot="7800746">
            <a:off x="8517827" y="157174"/>
            <a:ext cx="480707" cy="335455"/>
            <a:chOff x="8786411" y="2519876"/>
            <a:chExt cx="480707" cy="335455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4C3F151-99A0-905F-A767-DB1F3E9689DB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DFC59FCF-DC51-047D-C6C6-15AFC44A9278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EE612A3A-D2DA-E78F-5CF8-8728C0709F19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DFC18C67-02F4-9E54-62C9-3F5A94E3A74D}"/>
              </a:ext>
            </a:extLst>
          </p:cNvPr>
          <p:cNvGrpSpPr/>
          <p:nvPr/>
        </p:nvGrpSpPr>
        <p:grpSpPr>
          <a:xfrm rot="19014355">
            <a:off x="2113764" y="154499"/>
            <a:ext cx="674286" cy="340804"/>
            <a:chOff x="7702717" y="2138490"/>
            <a:chExt cx="674286" cy="340804"/>
          </a:xfrm>
        </p:grpSpPr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FAEBA651-6A22-ED72-6CEC-504B8D929020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877D0734-29F8-C674-59CC-81D2D60512A4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5F10FCB9-026D-891A-E7EE-CDD6986F3FCD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972BFB1A-0314-DA94-CEB0-38F04506BED2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AD6FF57B-5EAE-629A-3AE5-3092E3B635D2}"/>
              </a:ext>
            </a:extLst>
          </p:cNvPr>
          <p:cNvGrpSpPr/>
          <p:nvPr/>
        </p:nvGrpSpPr>
        <p:grpSpPr>
          <a:xfrm rot="5400000">
            <a:off x="10332195" y="158549"/>
            <a:ext cx="547272" cy="332704"/>
            <a:chOff x="2616513" y="2273732"/>
            <a:chExt cx="547272" cy="332704"/>
          </a:xfrm>
        </p:grpSpPr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E623CA22-44C3-7647-5E0A-2A79EE81D0A4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81AFB5E6-088C-68F8-FE9A-2E01D04081FF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0CF19AAC-1515-003E-53D2-FCD15BC40F1E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BE64BB2A-AD94-BEC7-82E4-AA6D0D8170CA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D109CC39-E1B4-4C33-629B-98716EA11EEC}"/>
              </a:ext>
            </a:extLst>
          </p:cNvPr>
          <p:cNvGrpSpPr/>
          <p:nvPr/>
        </p:nvGrpSpPr>
        <p:grpSpPr>
          <a:xfrm>
            <a:off x="2848422" y="158549"/>
            <a:ext cx="433812" cy="332704"/>
            <a:chOff x="8292233" y="2422448"/>
            <a:chExt cx="433812" cy="332704"/>
          </a:xfrm>
        </p:grpSpPr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9E68D115-C6B7-FE8D-40BE-31B99DC8582E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223B8790-F736-E544-A170-3BD3A19AC77F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220D28A8-C753-083D-0B69-3C3FFBE14514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D8303E91-4DFE-68D1-CE55-540FB9C810B5}"/>
              </a:ext>
            </a:extLst>
          </p:cNvPr>
          <p:cNvGrpSpPr/>
          <p:nvPr/>
        </p:nvGrpSpPr>
        <p:grpSpPr>
          <a:xfrm>
            <a:off x="10226103" y="158549"/>
            <a:ext cx="433812" cy="332704"/>
            <a:chOff x="7839715" y="2553300"/>
            <a:chExt cx="433812" cy="332704"/>
          </a:xfrm>
        </p:grpSpPr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5BF22A0E-A167-F4B3-C119-C9BC36ED736E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FF2ADAD4-ED44-FC4B-0BB3-E3A3A79D2C33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F4823525-CE91-7E5A-6508-93FB11C0AA9E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91FF9924-5EF9-A5B6-D946-198A3082F8F4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7C918FA-D883-BBD5-5AE1-0A66E4B36CB5}"/>
              </a:ext>
            </a:extLst>
          </p:cNvPr>
          <p:cNvGrpSpPr/>
          <p:nvPr/>
        </p:nvGrpSpPr>
        <p:grpSpPr>
          <a:xfrm rot="20803146">
            <a:off x="11975094" y="158549"/>
            <a:ext cx="433812" cy="332704"/>
            <a:chOff x="8905992" y="2175071"/>
            <a:chExt cx="433812" cy="332704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10B772A7-8FD7-2970-2931-2E673065AA3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E605F21E-939D-EEC1-702F-5E2D3EFBA934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99035898-D7DD-05B5-EB66-AAF403B14E80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6A78C82-F6FA-31DC-DDF9-8CD53EFC3CA5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419696F0-DC93-FB68-65F3-2A3DA5033954}"/>
              </a:ext>
            </a:extLst>
          </p:cNvPr>
          <p:cNvGrpSpPr/>
          <p:nvPr/>
        </p:nvGrpSpPr>
        <p:grpSpPr>
          <a:xfrm rot="3160545">
            <a:off x="5311026" y="158549"/>
            <a:ext cx="433812" cy="332704"/>
            <a:chOff x="8905992" y="2175071"/>
            <a:chExt cx="433812" cy="332704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ACBC5787-3479-8A34-A7D1-FE3BD0DF5811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4FB7E802-C2BA-46B3-8896-FA8312D883D1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4328BAC8-9521-EF8C-5CC7-5DBBA7F9CB70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394D71B7-0272-4F5A-B610-36A5AFA1AEAF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5752AFF8-4083-C695-A161-A76B273A82B9}"/>
              </a:ext>
            </a:extLst>
          </p:cNvPr>
          <p:cNvGrpSpPr/>
          <p:nvPr/>
        </p:nvGrpSpPr>
        <p:grpSpPr>
          <a:xfrm>
            <a:off x="4571448" y="158549"/>
            <a:ext cx="547272" cy="332704"/>
            <a:chOff x="2616513" y="2273732"/>
            <a:chExt cx="547272" cy="332704"/>
          </a:xfrm>
        </p:grpSpPr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F9DFCC95-D30B-ADE2-860A-492F15BABD53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5A62B357-5794-7576-4EBA-4309A7F66A26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D02DFF5E-B335-CEAA-590E-3D43E469E847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1005EC85-09E1-040F-0A46-F9432C48CE0C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22C0E5A7-7F67-3F35-E2D7-E1ADC7B6F308}"/>
                  </a:ext>
                </a:extLst>
              </p:cNvPr>
              <p:cNvSpPr txBox="1"/>
              <p:nvPr/>
            </p:nvSpPr>
            <p:spPr>
              <a:xfrm>
                <a:off x="1472119" y="4001534"/>
                <a:ext cx="9247762" cy="23140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lvl="0" algn="ctr"/>
                <a:r>
                  <a:rPr lang="es-ES" u="sng" noProof="0" dirty="0"/>
                  <a:t>RECOMENDACIONES</a:t>
                </a:r>
              </a:p>
              <a:p>
                <a:pPr lvl="0" algn="ctr"/>
                <a:endParaRPr lang="es-ES" u="sng" noProof="0" dirty="0"/>
              </a:p>
              <a:p>
                <a:pPr lvl="0"/>
                <a:r>
                  <a:rPr lang="es-ES" noProof="0" dirty="0"/>
                  <a:t>1</a:t>
                </a:r>
                <a:r>
                  <a:rPr lang="es-ES" baseline="30000" noProof="0" dirty="0"/>
                  <a:t>ero</a:t>
                </a:r>
                <a:r>
                  <a:rPr lang="es-ES" noProof="0" dirty="0"/>
                  <a:t>)	</a:t>
                </a:r>
                <a:r>
                  <a:rPr lang="es-ES" b="1" noProof="0" dirty="0"/>
                  <a:t>Extrapolar la idea de aproximación de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b="1" i="1" noProof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b="1" i="1" noProof="0">
                            <a:latin typeface="Cambria Math" panose="02040503050406030204" pitchFamily="18" charset="0"/>
                          </a:rPr>
                          <m:t>𝟐</m:t>
                        </m:r>
                      </m:deg>
                      <m:e>
                        <m:r>
                          <a:rPr lang="es-ES" b="1" i="1" noProof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rad>
                  </m:oMath>
                </a14:m>
                <a:r>
                  <a:rPr lang="es-ES" b="1" noProof="0" dirty="0"/>
                  <a:t> a este problema biológico</a:t>
                </a:r>
                <a:r>
                  <a:rPr lang="es-ES" noProof="0" dirty="0"/>
                  <a:t>: pensar 	como adaptar los nuevos parámetros (</a:t>
                </a:r>
                <a:r>
                  <a:rPr lang="es-ES" noProof="0" dirty="0" err="1"/>
                  <a:t>t_dup</a:t>
                </a:r>
                <a:r>
                  <a:rPr lang="es-ES" noProof="0" dirty="0"/>
                  <a:t>, delta, </a:t>
                </a:r>
                <a:r>
                  <a:rPr lang="es-ES" noProof="0" dirty="0" err="1"/>
                  <a:t>epsilon</a:t>
                </a:r>
                <a:r>
                  <a:rPr lang="es-ES" noProof="0" dirty="0"/>
                  <a:t>)</a:t>
                </a:r>
              </a:p>
              <a:p>
                <a:r>
                  <a:rPr lang="es-ES" noProof="0" dirty="0"/>
                  <a:t>2</a:t>
                </a:r>
                <a:r>
                  <a:rPr lang="es-ES" baseline="30000" noProof="0" dirty="0"/>
                  <a:t>do</a:t>
                </a:r>
                <a:r>
                  <a:rPr lang="es-ES" noProof="0" dirty="0"/>
                  <a:t>) 	</a:t>
                </a:r>
                <a:r>
                  <a:rPr lang="es-ES" b="1" noProof="0" dirty="0"/>
                  <a:t>Pensar como hacer los incrementos en N usando la ecuación de crecimiento</a:t>
                </a:r>
                <a:r>
                  <a:rPr lang="es-ES" noProof="0" dirty="0"/>
                  <a:t>: 	intentar aplicarla dentro del bucle.</a:t>
                </a:r>
              </a:p>
              <a:p>
                <a:r>
                  <a:rPr lang="es-ES" noProof="0" dirty="0"/>
                  <a:t>3</a:t>
                </a:r>
                <a:r>
                  <a:rPr lang="es-ES" baseline="30000" noProof="0" dirty="0"/>
                  <a:t>ro</a:t>
                </a:r>
                <a:r>
                  <a:rPr lang="es-ES" noProof="0" dirty="0"/>
                  <a:t>)	</a:t>
                </a:r>
                <a:r>
                  <a:rPr lang="es-ES" b="1" noProof="0" dirty="0"/>
                  <a:t>Pensar de que orden de magnitud tienen que ser </a:t>
                </a:r>
                <a:r>
                  <a:rPr lang="es-ES" b="1" noProof="0" dirty="0" err="1"/>
                  <a:t>epsilon</a:t>
                </a:r>
                <a:r>
                  <a:rPr lang="es-ES" b="1" noProof="0" dirty="0"/>
                  <a:t> y delta</a:t>
                </a:r>
                <a:r>
                  <a:rPr lang="es-ES" noProof="0" dirty="0"/>
                  <a:t>: estamos 	trabajando con miles/millones de células y con horas.</a:t>
                </a:r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22C0E5A7-7F67-3F35-E2D7-E1ADC7B6F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119" y="4001534"/>
                <a:ext cx="9247762" cy="2314031"/>
              </a:xfrm>
              <a:prstGeom prst="rect">
                <a:avLst/>
              </a:prstGeom>
              <a:blipFill>
                <a:blip r:embed="rId3"/>
                <a:stretch>
                  <a:fillRect l="-460" t="-783" b="-2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606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BF6F7-AAE0-615A-C1A7-5A3BA494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6452FF-B512-32B7-DE90-9CB86499EE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58"/>
          <a:stretch>
            <a:fillRect/>
          </a:stretch>
        </p:blipFill>
        <p:spPr>
          <a:xfrm>
            <a:off x="634974" y="1737940"/>
            <a:ext cx="4347354" cy="4785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B7EF147-DE0D-9345-DA96-D2018E8F2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¡Enumeración exhaustiva tarda mucho!</a:t>
            </a:r>
            <a:br>
              <a:rPr lang="es-ES" noProof="0" dirty="0"/>
            </a:br>
            <a:r>
              <a:rPr lang="es-ES" sz="2800" noProof="0" dirty="0"/>
              <a:t>(es </a:t>
            </a:r>
            <a:r>
              <a:rPr lang="es-ES" sz="2800" b="1" noProof="0" dirty="0"/>
              <a:t>ineficiente</a:t>
            </a:r>
            <a:r>
              <a:rPr lang="es-ES" sz="2800" noProof="0" dirty="0"/>
              <a:t>)</a:t>
            </a:r>
            <a:endParaRPr lang="es-E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C58533-DF3D-531C-953B-A0DC65C16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839" y="2170039"/>
            <a:ext cx="3734321" cy="533474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D9AA76-9F61-0E84-27C5-FE579A229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2154" y="3885939"/>
            <a:ext cx="3867690" cy="552527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FF58F5-2B54-184F-01DD-13A64E45B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5022" y="3027989"/>
            <a:ext cx="3781953" cy="533474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0954667-60B5-85A1-9A94-A8C7655D54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1681" y="4762942"/>
            <a:ext cx="3858163" cy="533474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293556B-5BAF-5AB8-DFAF-70E834E7E3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6444" y="5620894"/>
            <a:ext cx="3839111" cy="533474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EBFC8AF-34D1-5C3F-21A1-E39E07374C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9508" y="2348887"/>
            <a:ext cx="2603218" cy="275563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1E87D80-EE1F-6B69-F373-978B07C4DC2F}"/>
              </a:ext>
            </a:extLst>
          </p:cNvPr>
          <p:cNvSpPr txBox="1"/>
          <p:nvPr/>
        </p:nvSpPr>
        <p:spPr>
          <a:xfrm>
            <a:off x="8339427" y="5226843"/>
            <a:ext cx="29433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noProof="0" dirty="0"/>
              <a:t>¿A partir de que número ven que se vuelve perceptible la demora?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31957-CC0E-4403-F944-02CD983A34E0}"/>
              </a:ext>
            </a:extLst>
          </p:cNvPr>
          <p:cNvSpPr txBox="1"/>
          <p:nvPr/>
        </p:nvSpPr>
        <p:spPr>
          <a:xfrm>
            <a:off x="546180" y="1611948"/>
            <a:ext cx="6644640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c5_raiz_cuadrada_de_x_por_aproximacion_mejorado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347946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E8019-3809-7B3A-0310-22EFE4CA4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5BCBA4-A413-FFAE-8F90-75B83BA2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Búsqueda por bisección</a:t>
            </a:r>
            <a:br>
              <a:rPr lang="es-ES" noProof="0" dirty="0"/>
            </a:br>
            <a:r>
              <a:rPr lang="es-ES" sz="2400" noProof="0" dirty="0"/>
              <a:t>(más </a:t>
            </a:r>
            <a:r>
              <a:rPr lang="es-ES" sz="2400" b="1" noProof="0" dirty="0"/>
              <a:t>eficiente</a:t>
            </a:r>
            <a:r>
              <a:rPr lang="es-ES" sz="2400" noProof="0" dirty="0"/>
              <a:t>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9CEB3E-673B-6DDE-9EC5-3A8A957072AD}"/>
              </a:ext>
            </a:extLst>
          </p:cNvPr>
          <p:cNvCxnSpPr>
            <a:cxnSpLocks/>
          </p:cNvCxnSpPr>
          <p:nvPr/>
        </p:nvCxnSpPr>
        <p:spPr>
          <a:xfrm>
            <a:off x="1845013" y="2334639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F2E1BC1-08D3-61D6-A6B4-7173AAA8E88B}"/>
              </a:ext>
            </a:extLst>
          </p:cNvPr>
          <p:cNvCxnSpPr>
            <a:cxnSpLocks/>
          </p:cNvCxnSpPr>
          <p:nvPr/>
        </p:nvCxnSpPr>
        <p:spPr>
          <a:xfrm flipV="1">
            <a:off x="2178996" y="2208179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650395-FECA-4152-FA23-805698B445AE}"/>
              </a:ext>
            </a:extLst>
          </p:cNvPr>
          <p:cNvCxnSpPr>
            <a:cxnSpLocks/>
          </p:cNvCxnSpPr>
          <p:nvPr/>
        </p:nvCxnSpPr>
        <p:spPr>
          <a:xfrm flipV="1">
            <a:off x="9990307" y="2208179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D81D831-6FC5-07EE-A8A6-7E5FF32F074D}"/>
              </a:ext>
            </a:extLst>
          </p:cNvPr>
          <p:cNvSpPr txBox="1"/>
          <p:nvPr/>
        </p:nvSpPr>
        <p:spPr>
          <a:xfrm>
            <a:off x="2023344" y="18388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26E0AE-6874-548A-0D1B-AF589882A401}"/>
              </a:ext>
            </a:extLst>
          </p:cNvPr>
          <p:cNvSpPr txBox="1"/>
          <p:nvPr/>
        </p:nvSpPr>
        <p:spPr>
          <a:xfrm>
            <a:off x="9834655" y="18388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A653F-C7D0-CE8C-30EF-3750E1A382FC}"/>
              </a:ext>
            </a:extLst>
          </p:cNvPr>
          <p:cNvSpPr/>
          <p:nvPr/>
        </p:nvSpPr>
        <p:spPr>
          <a:xfrm>
            <a:off x="2178996" y="2266539"/>
            <a:ext cx="7811311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AF0A73B-C85A-E822-39AF-0E9D93C86FCF}"/>
              </a:ext>
            </a:extLst>
          </p:cNvPr>
          <p:cNvCxnSpPr>
            <a:cxnSpLocks/>
          </p:cNvCxnSpPr>
          <p:nvPr/>
        </p:nvCxnSpPr>
        <p:spPr>
          <a:xfrm flipV="1">
            <a:off x="6084652" y="2208179"/>
            <a:ext cx="0" cy="25292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E90C34A-CA96-33EB-DA96-1622B9EDB1C6}"/>
              </a:ext>
            </a:extLst>
          </p:cNvPr>
          <p:cNvSpPr txBox="1"/>
          <p:nvPr/>
        </p:nvSpPr>
        <p:spPr>
          <a:xfrm>
            <a:off x="5675727" y="183884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>
                <a:latin typeface="Consolas" panose="020B0609020204030204" pitchFamily="49" charset="0"/>
              </a:rPr>
              <a:t>n=x/2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316A33C-0DE6-0B81-7E7C-FB21725FD5DF}"/>
              </a:ext>
            </a:extLst>
          </p:cNvPr>
          <p:cNvCxnSpPr>
            <a:cxnSpLocks/>
          </p:cNvCxnSpPr>
          <p:nvPr/>
        </p:nvCxnSpPr>
        <p:spPr>
          <a:xfrm>
            <a:off x="1845013" y="3250633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347BC23-CD81-DFE3-BFBC-D541957C4008}"/>
              </a:ext>
            </a:extLst>
          </p:cNvPr>
          <p:cNvCxnSpPr>
            <a:cxnSpLocks/>
          </p:cNvCxnSpPr>
          <p:nvPr/>
        </p:nvCxnSpPr>
        <p:spPr>
          <a:xfrm flipV="1">
            <a:off x="2178996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DB7FEE-E731-E950-00EA-149423DEB763}"/>
              </a:ext>
            </a:extLst>
          </p:cNvPr>
          <p:cNvCxnSpPr>
            <a:cxnSpLocks/>
          </p:cNvCxnSpPr>
          <p:nvPr/>
        </p:nvCxnSpPr>
        <p:spPr>
          <a:xfrm flipV="1">
            <a:off x="9990307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D5B2434-8B26-1CC4-06D7-81AB7AE644BA}"/>
              </a:ext>
            </a:extLst>
          </p:cNvPr>
          <p:cNvSpPr txBox="1"/>
          <p:nvPr/>
        </p:nvSpPr>
        <p:spPr>
          <a:xfrm>
            <a:off x="2023344" y="275484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ABEE75A-795F-BC15-65AB-48D8546A4643}"/>
              </a:ext>
            </a:extLst>
          </p:cNvPr>
          <p:cNvSpPr/>
          <p:nvPr/>
        </p:nvSpPr>
        <p:spPr>
          <a:xfrm>
            <a:off x="2178997" y="3182533"/>
            <a:ext cx="3905654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4334BE8-0447-11F5-A0D4-6C2532B1F1A8}"/>
              </a:ext>
            </a:extLst>
          </p:cNvPr>
          <p:cNvCxnSpPr>
            <a:cxnSpLocks/>
          </p:cNvCxnSpPr>
          <p:nvPr/>
        </p:nvCxnSpPr>
        <p:spPr>
          <a:xfrm flipV="1">
            <a:off x="6084651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2A1F8E7-BF3B-EDF2-FD91-005F5A7DAD09}"/>
              </a:ext>
            </a:extLst>
          </p:cNvPr>
          <p:cNvSpPr txBox="1"/>
          <p:nvPr/>
        </p:nvSpPr>
        <p:spPr>
          <a:xfrm>
            <a:off x="5802363" y="275484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x/2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055708-E11B-D55F-2CA0-D50404CFF18D}"/>
              </a:ext>
            </a:extLst>
          </p:cNvPr>
          <p:cNvSpPr/>
          <p:nvPr/>
        </p:nvSpPr>
        <p:spPr>
          <a:xfrm>
            <a:off x="6084651" y="3182533"/>
            <a:ext cx="3905654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5A6595E-25CD-9E1A-15E2-E4FFF69AAEDA}"/>
              </a:ext>
            </a:extLst>
          </p:cNvPr>
          <p:cNvCxnSpPr>
            <a:cxnSpLocks/>
          </p:cNvCxnSpPr>
          <p:nvPr/>
        </p:nvCxnSpPr>
        <p:spPr>
          <a:xfrm>
            <a:off x="1845013" y="4166627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9C5A30-0CCF-A974-E899-F3D8C0FA3962}"/>
              </a:ext>
            </a:extLst>
          </p:cNvPr>
          <p:cNvCxnSpPr>
            <a:cxnSpLocks/>
          </p:cNvCxnSpPr>
          <p:nvPr/>
        </p:nvCxnSpPr>
        <p:spPr>
          <a:xfrm flipV="1">
            <a:off x="2178996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BE3E970-99FA-EC60-8AF6-1EE71EFD5A5C}"/>
              </a:ext>
            </a:extLst>
          </p:cNvPr>
          <p:cNvCxnSpPr>
            <a:cxnSpLocks/>
          </p:cNvCxnSpPr>
          <p:nvPr/>
        </p:nvCxnSpPr>
        <p:spPr>
          <a:xfrm flipV="1">
            <a:off x="9990307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BCE0EB9-B6E6-BC3C-5595-EAFFF82C35B3}"/>
              </a:ext>
            </a:extLst>
          </p:cNvPr>
          <p:cNvSpPr/>
          <p:nvPr/>
        </p:nvSpPr>
        <p:spPr>
          <a:xfrm>
            <a:off x="4131823" y="4098527"/>
            <a:ext cx="1952827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24E89EA-D05E-8771-8801-222D4193203B}"/>
              </a:ext>
            </a:extLst>
          </p:cNvPr>
          <p:cNvCxnSpPr>
            <a:cxnSpLocks/>
          </p:cNvCxnSpPr>
          <p:nvPr/>
        </p:nvCxnSpPr>
        <p:spPr>
          <a:xfrm flipV="1">
            <a:off x="6084651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57A3BEE-01E6-8AD2-3513-4D11E95B643F}"/>
              </a:ext>
            </a:extLst>
          </p:cNvPr>
          <p:cNvSpPr txBox="1"/>
          <p:nvPr/>
        </p:nvSpPr>
        <p:spPr>
          <a:xfrm>
            <a:off x="5802363" y="367083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x/2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6D1313-BEA3-1847-E49E-2EB57D8F0671}"/>
              </a:ext>
            </a:extLst>
          </p:cNvPr>
          <p:cNvSpPr/>
          <p:nvPr/>
        </p:nvSpPr>
        <p:spPr>
          <a:xfrm>
            <a:off x="6084651" y="4098527"/>
            <a:ext cx="3905654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5172454-5609-2475-5477-20BC98C5F64A}"/>
              </a:ext>
            </a:extLst>
          </p:cNvPr>
          <p:cNvCxnSpPr>
            <a:cxnSpLocks/>
          </p:cNvCxnSpPr>
          <p:nvPr/>
        </p:nvCxnSpPr>
        <p:spPr>
          <a:xfrm flipV="1">
            <a:off x="4131824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101EE08-170F-13DA-1D83-9D34CA57C066}"/>
              </a:ext>
            </a:extLst>
          </p:cNvPr>
          <p:cNvSpPr txBox="1"/>
          <p:nvPr/>
        </p:nvSpPr>
        <p:spPr>
          <a:xfrm>
            <a:off x="3849535" y="3670835"/>
            <a:ext cx="56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x/4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17E66DA-7EDF-17DA-70A1-A5C93C83AFEF}"/>
              </a:ext>
            </a:extLst>
          </p:cNvPr>
          <p:cNvCxnSpPr>
            <a:cxnSpLocks/>
          </p:cNvCxnSpPr>
          <p:nvPr/>
        </p:nvCxnSpPr>
        <p:spPr>
          <a:xfrm flipV="1">
            <a:off x="4131824" y="3124173"/>
            <a:ext cx="0" cy="25292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B62FF8F-6D2F-CE43-B771-E79F57D9B345}"/>
              </a:ext>
            </a:extLst>
          </p:cNvPr>
          <p:cNvSpPr txBox="1"/>
          <p:nvPr/>
        </p:nvSpPr>
        <p:spPr>
          <a:xfrm>
            <a:off x="3849535" y="275484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>
                <a:latin typeface="Consolas" panose="020B0609020204030204" pitchFamily="49" charset="0"/>
              </a:rPr>
              <a:t>x/4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3489471-EE92-6C08-3D98-934215DD94E4}"/>
              </a:ext>
            </a:extLst>
          </p:cNvPr>
          <p:cNvSpPr/>
          <p:nvPr/>
        </p:nvSpPr>
        <p:spPr>
          <a:xfrm>
            <a:off x="2178994" y="4098527"/>
            <a:ext cx="1952827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CE970A6-24ED-70EA-7FB0-98C449EEF206}"/>
              </a:ext>
            </a:extLst>
          </p:cNvPr>
          <p:cNvCxnSpPr>
            <a:cxnSpLocks/>
          </p:cNvCxnSpPr>
          <p:nvPr/>
        </p:nvCxnSpPr>
        <p:spPr>
          <a:xfrm flipV="1">
            <a:off x="5108237" y="4040167"/>
            <a:ext cx="0" cy="25292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BB2D344-88BF-DCEF-8A44-452FC06C5359}"/>
              </a:ext>
            </a:extLst>
          </p:cNvPr>
          <p:cNvSpPr txBox="1"/>
          <p:nvPr/>
        </p:nvSpPr>
        <p:spPr>
          <a:xfrm>
            <a:off x="4696399" y="3670835"/>
            <a:ext cx="823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noProof="0" dirty="0">
                <a:latin typeface="Consolas" panose="020B0609020204030204" pitchFamily="49" charset="0"/>
              </a:rPr>
              <a:t>3x/8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7A1F800-0B7E-50D7-CBA6-A9996AD96DF2}"/>
              </a:ext>
            </a:extLst>
          </p:cNvPr>
          <p:cNvCxnSpPr>
            <a:cxnSpLocks/>
          </p:cNvCxnSpPr>
          <p:nvPr/>
        </p:nvCxnSpPr>
        <p:spPr>
          <a:xfrm>
            <a:off x="1845013" y="5082620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2F2BA21-F4F2-8439-1C0C-96B02D096118}"/>
              </a:ext>
            </a:extLst>
          </p:cNvPr>
          <p:cNvCxnSpPr>
            <a:cxnSpLocks/>
          </p:cNvCxnSpPr>
          <p:nvPr/>
        </p:nvCxnSpPr>
        <p:spPr>
          <a:xfrm flipV="1">
            <a:off x="2178996" y="4956160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FEB7411-7BA6-BE69-95CE-8B19BC935157}"/>
              </a:ext>
            </a:extLst>
          </p:cNvPr>
          <p:cNvCxnSpPr>
            <a:cxnSpLocks/>
          </p:cNvCxnSpPr>
          <p:nvPr/>
        </p:nvCxnSpPr>
        <p:spPr>
          <a:xfrm flipV="1">
            <a:off x="9990307" y="4956160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68F2542-105D-1292-3059-134D0F605014}"/>
              </a:ext>
            </a:extLst>
          </p:cNvPr>
          <p:cNvSpPr/>
          <p:nvPr/>
        </p:nvSpPr>
        <p:spPr>
          <a:xfrm>
            <a:off x="4131824" y="5014520"/>
            <a:ext cx="976410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1873717-12AA-AB5E-8175-B0E67281AD56}"/>
              </a:ext>
            </a:extLst>
          </p:cNvPr>
          <p:cNvSpPr/>
          <p:nvPr/>
        </p:nvSpPr>
        <p:spPr>
          <a:xfrm>
            <a:off x="6084651" y="5014520"/>
            <a:ext cx="3905654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2E63809-DB5B-ACF6-F192-F6B7FAF14443}"/>
              </a:ext>
            </a:extLst>
          </p:cNvPr>
          <p:cNvCxnSpPr>
            <a:cxnSpLocks/>
          </p:cNvCxnSpPr>
          <p:nvPr/>
        </p:nvCxnSpPr>
        <p:spPr>
          <a:xfrm flipV="1">
            <a:off x="4131824" y="4956160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67A9D95-BABF-21A6-4138-68835649264E}"/>
              </a:ext>
            </a:extLst>
          </p:cNvPr>
          <p:cNvSpPr txBox="1"/>
          <p:nvPr/>
        </p:nvSpPr>
        <p:spPr>
          <a:xfrm>
            <a:off x="3849535" y="4586828"/>
            <a:ext cx="56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x/4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9B2F133-9CB3-3461-DC9A-5C11D4F68A84}"/>
              </a:ext>
            </a:extLst>
          </p:cNvPr>
          <p:cNvSpPr/>
          <p:nvPr/>
        </p:nvSpPr>
        <p:spPr>
          <a:xfrm>
            <a:off x="2178994" y="5014520"/>
            <a:ext cx="1952827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B09E80F-0949-869D-1C44-00A2C78DD32F}"/>
              </a:ext>
            </a:extLst>
          </p:cNvPr>
          <p:cNvCxnSpPr>
            <a:cxnSpLocks/>
          </p:cNvCxnSpPr>
          <p:nvPr/>
        </p:nvCxnSpPr>
        <p:spPr>
          <a:xfrm flipV="1">
            <a:off x="5108237" y="4956160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03F6670-D876-8D31-F169-4B84132A19FC}"/>
              </a:ext>
            </a:extLst>
          </p:cNvPr>
          <p:cNvSpPr txBox="1"/>
          <p:nvPr/>
        </p:nvSpPr>
        <p:spPr>
          <a:xfrm>
            <a:off x="4696404" y="4586828"/>
            <a:ext cx="823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3x/8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CDDD37A-38A4-44AA-E035-153858A92285}"/>
              </a:ext>
            </a:extLst>
          </p:cNvPr>
          <p:cNvSpPr/>
          <p:nvPr/>
        </p:nvSpPr>
        <p:spPr>
          <a:xfrm>
            <a:off x="5108236" y="5014520"/>
            <a:ext cx="976410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A4E63E8-5B8B-BED8-5E6E-7C7ACE405178}"/>
              </a:ext>
            </a:extLst>
          </p:cNvPr>
          <p:cNvSpPr txBox="1"/>
          <p:nvPr/>
        </p:nvSpPr>
        <p:spPr>
          <a:xfrm>
            <a:off x="1971248" y="1615029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min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007A76-6CC4-23FA-FC8E-19DC432BFD16}"/>
              </a:ext>
            </a:extLst>
          </p:cNvPr>
          <p:cNvSpPr txBox="1"/>
          <p:nvPr/>
        </p:nvSpPr>
        <p:spPr>
          <a:xfrm>
            <a:off x="9782557" y="1615029"/>
            <a:ext cx="4154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max</a:t>
            </a:r>
            <a:endParaRPr lang="es-ES" sz="1100" i="1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7992846-2BD5-1CEC-9CC7-7B2D692B3629}"/>
              </a:ext>
            </a:extLst>
          </p:cNvPr>
          <p:cNvSpPr txBox="1"/>
          <p:nvPr/>
        </p:nvSpPr>
        <p:spPr>
          <a:xfrm>
            <a:off x="5569127" y="1615029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min+max</a:t>
            </a:r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)/2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800692B-F6D4-5D8A-856B-05FF5C616650}"/>
              </a:ext>
            </a:extLst>
          </p:cNvPr>
          <p:cNvSpPr txBox="1"/>
          <p:nvPr/>
        </p:nvSpPr>
        <p:spPr>
          <a:xfrm>
            <a:off x="1971248" y="2578151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min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E2ADFBA-FBF7-1D25-8D7C-CCC55E352A2B}"/>
              </a:ext>
            </a:extLst>
          </p:cNvPr>
          <p:cNvSpPr txBox="1"/>
          <p:nvPr/>
        </p:nvSpPr>
        <p:spPr>
          <a:xfrm>
            <a:off x="5876896" y="2578151"/>
            <a:ext cx="4154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max</a:t>
            </a:r>
            <a:endParaRPr lang="es-ES" sz="1100" i="1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844EE1C-AA19-A5A8-623C-F4AFB86EE411}"/>
              </a:ext>
            </a:extLst>
          </p:cNvPr>
          <p:cNvSpPr txBox="1"/>
          <p:nvPr/>
        </p:nvSpPr>
        <p:spPr>
          <a:xfrm>
            <a:off x="3616295" y="2578151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min+max</a:t>
            </a:r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)/2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E0ACCAD-759F-CBAB-DD8F-73DC178DB56F}"/>
              </a:ext>
            </a:extLst>
          </p:cNvPr>
          <p:cNvSpPr txBox="1"/>
          <p:nvPr/>
        </p:nvSpPr>
        <p:spPr>
          <a:xfrm>
            <a:off x="3924072" y="3493505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min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9647E5F-D8A4-753F-AFB7-91738F9ADCDB}"/>
              </a:ext>
            </a:extLst>
          </p:cNvPr>
          <p:cNvSpPr txBox="1"/>
          <p:nvPr/>
        </p:nvSpPr>
        <p:spPr>
          <a:xfrm>
            <a:off x="5876896" y="3493505"/>
            <a:ext cx="4154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max</a:t>
            </a:r>
            <a:endParaRPr lang="es-ES" sz="1100" i="1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42DD4D-AA26-E0BC-B9E6-FF038B64A38D}"/>
              </a:ext>
            </a:extLst>
          </p:cNvPr>
          <p:cNvSpPr txBox="1"/>
          <p:nvPr/>
        </p:nvSpPr>
        <p:spPr>
          <a:xfrm>
            <a:off x="4586526" y="3493505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min+max</a:t>
            </a:r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)/2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3082518-E75F-26DA-032C-1FFACD8EE40B}"/>
              </a:ext>
            </a:extLst>
          </p:cNvPr>
          <p:cNvCxnSpPr>
            <a:cxnSpLocks/>
          </p:cNvCxnSpPr>
          <p:nvPr/>
        </p:nvCxnSpPr>
        <p:spPr>
          <a:xfrm>
            <a:off x="1845013" y="6056975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781D8B0-842A-AB1B-DE84-CE64D5130232}"/>
              </a:ext>
            </a:extLst>
          </p:cNvPr>
          <p:cNvCxnSpPr>
            <a:cxnSpLocks/>
          </p:cNvCxnSpPr>
          <p:nvPr/>
        </p:nvCxnSpPr>
        <p:spPr>
          <a:xfrm flipV="1">
            <a:off x="2178996" y="593051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7542462-A316-DD44-4078-19EB0A1E320D}"/>
              </a:ext>
            </a:extLst>
          </p:cNvPr>
          <p:cNvCxnSpPr>
            <a:cxnSpLocks/>
          </p:cNvCxnSpPr>
          <p:nvPr/>
        </p:nvCxnSpPr>
        <p:spPr>
          <a:xfrm flipV="1">
            <a:off x="9990307" y="593051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F56B04DA-9410-0C0D-D0B8-67F1982DFFCF}"/>
              </a:ext>
            </a:extLst>
          </p:cNvPr>
          <p:cNvSpPr/>
          <p:nvPr/>
        </p:nvSpPr>
        <p:spPr>
          <a:xfrm>
            <a:off x="4131824" y="5988875"/>
            <a:ext cx="487799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5628AB9-A7EB-416A-DC32-8A88BF92952F}"/>
              </a:ext>
            </a:extLst>
          </p:cNvPr>
          <p:cNvSpPr/>
          <p:nvPr/>
        </p:nvSpPr>
        <p:spPr>
          <a:xfrm>
            <a:off x="6084651" y="5988875"/>
            <a:ext cx="3905654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724C17A-E3FD-372D-7EE5-ED97C93EC083}"/>
              </a:ext>
            </a:extLst>
          </p:cNvPr>
          <p:cNvSpPr/>
          <p:nvPr/>
        </p:nvSpPr>
        <p:spPr>
          <a:xfrm>
            <a:off x="2178994" y="5988875"/>
            <a:ext cx="1952827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385629A-FA4D-7BC3-07F4-2897DBEDAF0A}"/>
              </a:ext>
            </a:extLst>
          </p:cNvPr>
          <p:cNvCxnSpPr>
            <a:cxnSpLocks/>
          </p:cNvCxnSpPr>
          <p:nvPr/>
        </p:nvCxnSpPr>
        <p:spPr>
          <a:xfrm flipV="1">
            <a:off x="5108237" y="593051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9298B72-ECED-F03D-F7E7-14D3E73CF652}"/>
              </a:ext>
            </a:extLst>
          </p:cNvPr>
          <p:cNvSpPr/>
          <p:nvPr/>
        </p:nvSpPr>
        <p:spPr>
          <a:xfrm>
            <a:off x="5108236" y="5988875"/>
            <a:ext cx="976410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1295E3E-E861-AF4E-4B42-CC78DCED7955}"/>
              </a:ext>
            </a:extLst>
          </p:cNvPr>
          <p:cNvSpPr/>
          <p:nvPr/>
        </p:nvSpPr>
        <p:spPr>
          <a:xfrm>
            <a:off x="4619623" y="5988875"/>
            <a:ext cx="487799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DA95434-379D-3E57-0B74-5066018C6B50}"/>
              </a:ext>
            </a:extLst>
          </p:cNvPr>
          <p:cNvCxnSpPr>
            <a:cxnSpLocks/>
          </p:cNvCxnSpPr>
          <p:nvPr/>
        </p:nvCxnSpPr>
        <p:spPr>
          <a:xfrm flipV="1">
            <a:off x="4619285" y="593051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F58E99B4-4C68-FE8A-C2DE-F2510CBA7B22}"/>
              </a:ext>
            </a:extLst>
          </p:cNvPr>
          <p:cNvSpPr txBox="1"/>
          <p:nvPr/>
        </p:nvSpPr>
        <p:spPr>
          <a:xfrm>
            <a:off x="3924072" y="4454903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min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EBA3397-7A9B-D153-B53A-E44CB57C110A}"/>
              </a:ext>
            </a:extLst>
          </p:cNvPr>
          <p:cNvSpPr txBox="1"/>
          <p:nvPr/>
        </p:nvSpPr>
        <p:spPr>
          <a:xfrm>
            <a:off x="4894301" y="4454903"/>
            <a:ext cx="4154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max</a:t>
            </a:r>
            <a:endParaRPr lang="es-ES" sz="1100" i="1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8788B50-AD41-D5A9-7450-0D0F4C14A1A5}"/>
              </a:ext>
            </a:extLst>
          </p:cNvPr>
          <p:cNvCxnSpPr>
            <a:cxnSpLocks/>
          </p:cNvCxnSpPr>
          <p:nvPr/>
        </p:nvCxnSpPr>
        <p:spPr>
          <a:xfrm flipV="1">
            <a:off x="4619285" y="4956160"/>
            <a:ext cx="0" cy="25292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79EE4A71-8064-3C79-E92B-5621583D53A4}"/>
              </a:ext>
            </a:extLst>
          </p:cNvPr>
          <p:cNvSpPr txBox="1"/>
          <p:nvPr/>
        </p:nvSpPr>
        <p:spPr>
          <a:xfrm>
            <a:off x="4672604" y="540608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...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A6B15D5-BCBA-96EC-8B9F-AE45231FEA28}"/>
              </a:ext>
            </a:extLst>
          </p:cNvPr>
          <p:cNvCxnSpPr>
            <a:cxnSpLocks/>
          </p:cNvCxnSpPr>
          <p:nvPr/>
        </p:nvCxnSpPr>
        <p:spPr>
          <a:xfrm flipV="1">
            <a:off x="4863761" y="5930515"/>
            <a:ext cx="0" cy="25292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9DD2955F-2F64-D34B-3507-A50183783FD6}"/>
              </a:ext>
            </a:extLst>
          </p:cNvPr>
          <p:cNvSpPr txBox="1"/>
          <p:nvPr/>
        </p:nvSpPr>
        <p:spPr>
          <a:xfrm>
            <a:off x="2668631" y="1896178"/>
            <a:ext cx="21707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8CB591"/>
                </a:solidFill>
              </a:rPr>
              <a:t>espacio de búsqueda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6819D9A-34F1-5A99-E8B5-E284F9EADEAF}"/>
              </a:ext>
            </a:extLst>
          </p:cNvPr>
          <p:cNvSpPr txBox="1"/>
          <p:nvPr/>
        </p:nvSpPr>
        <p:spPr>
          <a:xfrm>
            <a:off x="7412820" y="2830425"/>
            <a:ext cx="1249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FF7F7F"/>
                </a:solidFill>
              </a:rPr>
              <a:t>descartado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A8F164C9-692D-1746-D5B2-0BACDC012166}"/>
                  </a:ext>
                </a:extLst>
              </p:cNvPr>
              <p:cNvSpPr txBox="1"/>
              <p:nvPr/>
            </p:nvSpPr>
            <p:spPr>
              <a:xfrm>
                <a:off x="1167394" y="525039"/>
                <a:ext cx="1011600" cy="77687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s-ES" sz="4400" i="1" noProof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ES" sz="4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deg>
                        <m:e>
                          <m:r>
                            <a:rPr lang="es-ES" sz="44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A8F164C9-692D-1746-D5B2-0BACDC012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394" y="525039"/>
                <a:ext cx="1011600" cy="776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AAA85A8C-0053-E823-EE68-EEB3DF946822}"/>
              </a:ext>
            </a:extLst>
          </p:cNvPr>
          <p:cNvSpPr txBox="1"/>
          <p:nvPr/>
        </p:nvSpPr>
        <p:spPr>
          <a:xfrm>
            <a:off x="7412820" y="2621207"/>
            <a:ext cx="12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noProof="0" dirty="0">
                <a:solidFill>
                  <a:srgbClr val="FF7F7F"/>
                </a:solidFill>
                <a:latin typeface="Consolas" panose="020B0609020204030204" pitchFamily="49" charset="0"/>
              </a:rPr>
              <a:t>n*n </a:t>
            </a:r>
            <a:r>
              <a:rPr lang="es-ES" noProof="0" dirty="0">
                <a:solidFill>
                  <a:srgbClr val="FF7F7F"/>
                </a:solidFill>
                <a:latin typeface="Consolas" panose="020B0609020204030204" pitchFamily="49" charset="0"/>
              </a:rPr>
              <a:t>&lt; x</a:t>
            </a:r>
            <a:endParaRPr lang="es-ES" sz="1800" noProof="0" dirty="0">
              <a:solidFill>
                <a:srgbClr val="FF7F7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155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  <p:bldP spid="26" grpId="0"/>
      <p:bldP spid="29" grpId="0" animBg="1"/>
      <p:bldP spid="31" grpId="0"/>
      <p:bldP spid="32" grpId="0" animBg="1"/>
      <p:bldP spid="39" grpId="0" animBg="1"/>
      <p:bldP spid="43" grpId="0"/>
      <p:bldP spid="44" grpId="0" animBg="1"/>
      <p:bldP spid="46" grpId="0"/>
      <p:bldP spid="48" grpId="0"/>
      <p:bldP spid="49" grpId="0" animBg="1"/>
      <p:bldP spid="54" grpId="0"/>
      <p:bldP spid="60" grpId="0" animBg="1"/>
      <p:bldP spid="63" grpId="0" animBg="1"/>
      <p:bldP spid="65" grpId="0"/>
      <p:bldP spid="66" grpId="0" animBg="1"/>
      <p:bldP spid="68" grpId="0"/>
      <p:bldP spid="69" grpId="0" animBg="1"/>
      <p:bldP spid="75" grpId="0"/>
      <p:bldP spid="76" grpId="0"/>
      <p:bldP spid="77" grpId="0"/>
      <p:bldP spid="78" grpId="0"/>
      <p:bldP spid="79" grpId="0"/>
      <p:bldP spid="80" grpId="0"/>
      <p:bldP spid="81" grpId="0"/>
      <p:bldP spid="98" grpId="0" animBg="1"/>
      <p:bldP spid="99" grpId="0" animBg="1"/>
      <p:bldP spid="102" grpId="0" animBg="1"/>
      <p:bldP spid="105" grpId="0" animBg="1"/>
      <p:bldP spid="107" grpId="0" animBg="1"/>
      <p:bldP spid="109" grpId="0"/>
      <p:bldP spid="110" grpId="0"/>
      <p:bldP spid="113" grpId="0"/>
      <p:bldP spid="115" grpId="0"/>
      <p:bldP spid="116" grpId="0"/>
      <p:bldP spid="1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F3717B-061A-B799-558C-B28F62DB5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4869" y="1489435"/>
            <a:ext cx="4985242" cy="49663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Left Brace 4">
            <a:extLst>
              <a:ext uri="{FF2B5EF4-FFF2-40B4-BE49-F238E27FC236}">
                <a16:creationId xmlns:a16="http://schemas.microsoft.com/office/drawing/2014/main" id="{7B1D80B9-5E31-B7DF-EB0D-7DAD5439A3CE}"/>
              </a:ext>
            </a:extLst>
          </p:cNvPr>
          <p:cNvSpPr/>
          <p:nvPr/>
        </p:nvSpPr>
        <p:spPr>
          <a:xfrm>
            <a:off x="3949430" y="2042808"/>
            <a:ext cx="107004" cy="428017"/>
          </a:xfrm>
          <a:prstGeom prst="leftBrac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E337BE-127E-702D-E89F-21EAD27AD28E}"/>
              </a:ext>
            </a:extLst>
          </p:cNvPr>
          <p:cNvCxnSpPr>
            <a:cxnSpLocks/>
          </p:cNvCxnSpPr>
          <p:nvPr/>
        </p:nvCxnSpPr>
        <p:spPr>
          <a:xfrm>
            <a:off x="3443591" y="2256817"/>
            <a:ext cx="505839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3008F1-8405-D0F1-AA21-DC9E65FA05AD}"/>
              </a:ext>
            </a:extLst>
          </p:cNvPr>
          <p:cNvSpPr txBox="1"/>
          <p:nvPr/>
        </p:nvSpPr>
        <p:spPr>
          <a:xfrm>
            <a:off x="573931" y="1873399"/>
            <a:ext cx="291382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4"/>
                </a:solidFill>
              </a:rPr>
              <a:t>Definimos min, </a:t>
            </a:r>
            <a:r>
              <a:rPr lang="es-ES" sz="1400" b="1" noProof="0" dirty="0" err="1">
                <a:solidFill>
                  <a:schemeClr val="accent4"/>
                </a:solidFill>
              </a:rPr>
              <a:t>max</a:t>
            </a:r>
            <a:r>
              <a:rPr lang="es-ES" sz="1400" b="1" noProof="0" dirty="0">
                <a:solidFill>
                  <a:schemeClr val="accent4"/>
                </a:solidFill>
              </a:rPr>
              <a:t> y "adivinamos" con el promedio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6065BB-6A43-260C-2B3A-CFA872D24ADC}"/>
              </a:ext>
            </a:extLst>
          </p:cNvPr>
          <p:cNvCxnSpPr>
            <a:cxnSpLocks/>
          </p:cNvCxnSpPr>
          <p:nvPr/>
        </p:nvCxnSpPr>
        <p:spPr>
          <a:xfrm flipV="1">
            <a:off x="3443591" y="2558931"/>
            <a:ext cx="617707" cy="12590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76C7145-45E2-1DFB-550B-7ACF84ED9CA5}"/>
              </a:ext>
            </a:extLst>
          </p:cNvPr>
          <p:cNvSpPr txBox="1"/>
          <p:nvPr/>
        </p:nvSpPr>
        <p:spPr>
          <a:xfrm>
            <a:off x="750782" y="2521777"/>
            <a:ext cx="271226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4"/>
                </a:solidFill>
              </a:rPr>
              <a:t>Definimos tolerancia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B612EA-0FD1-C192-3CD6-ADA48EF42D1F}"/>
              </a:ext>
            </a:extLst>
          </p:cNvPr>
          <p:cNvCxnSpPr>
            <a:cxnSpLocks/>
          </p:cNvCxnSpPr>
          <p:nvPr/>
        </p:nvCxnSpPr>
        <p:spPr>
          <a:xfrm>
            <a:off x="3443591" y="2986792"/>
            <a:ext cx="634241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F447CEC-371E-7F4C-8DA4-91AEF2F84D23}"/>
              </a:ext>
            </a:extLst>
          </p:cNvPr>
          <p:cNvSpPr txBox="1"/>
          <p:nvPr/>
        </p:nvSpPr>
        <p:spPr>
          <a:xfrm>
            <a:off x="1303503" y="2832903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i="1" noProof="0" dirty="0">
                <a:solidFill>
                  <a:schemeClr val="bg2">
                    <a:lumMod val="50000"/>
                  </a:schemeClr>
                </a:solidFill>
              </a:rPr>
              <a:t>Nº de iteraciones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89FC124-D4C7-941D-209F-F14300CF6DC8}"/>
              </a:ext>
            </a:extLst>
          </p:cNvPr>
          <p:cNvCxnSpPr>
            <a:cxnSpLocks/>
          </p:cNvCxnSpPr>
          <p:nvPr/>
        </p:nvCxnSpPr>
        <p:spPr>
          <a:xfrm>
            <a:off x="3443591" y="3424537"/>
            <a:ext cx="634241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76007C-BE17-240C-D54E-775258FEF82E}"/>
              </a:ext>
            </a:extLst>
          </p:cNvPr>
          <p:cNvSpPr txBox="1"/>
          <p:nvPr/>
        </p:nvSpPr>
        <p:spPr>
          <a:xfrm>
            <a:off x="1303503" y="3270648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2"/>
                </a:solidFill>
              </a:rPr>
              <a:t>Función de decremento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780BF5-1B8D-EA6D-C39B-E47A14C8B62F}"/>
              </a:ext>
            </a:extLst>
          </p:cNvPr>
          <p:cNvSpPr txBox="1"/>
          <p:nvPr/>
        </p:nvSpPr>
        <p:spPr>
          <a:xfrm>
            <a:off x="826396" y="4189572"/>
            <a:ext cx="2617195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2"/>
                </a:solidFill>
              </a:rPr>
              <a:t>Reasignamos min o </a:t>
            </a:r>
            <a:r>
              <a:rPr lang="es-ES" sz="1400" b="1" noProof="0" dirty="0" err="1">
                <a:solidFill>
                  <a:schemeClr val="accent2"/>
                </a:solidFill>
              </a:rPr>
              <a:t>max</a:t>
            </a:r>
            <a:r>
              <a:rPr lang="es-ES" sz="1400" b="1" noProof="0" dirty="0">
                <a:solidFill>
                  <a:schemeClr val="accent2"/>
                </a:solidFill>
              </a:rPr>
              <a:t> y volvemos a adivinar con el promedio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9F31155-7B54-B662-EFBF-90FCAF27447B}"/>
              </a:ext>
            </a:extLst>
          </p:cNvPr>
          <p:cNvCxnSpPr>
            <a:cxnSpLocks/>
          </p:cNvCxnSpPr>
          <p:nvPr/>
        </p:nvCxnSpPr>
        <p:spPr>
          <a:xfrm>
            <a:off x="3443591" y="5394794"/>
            <a:ext cx="923995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F5F196C-EDEC-8FE4-3579-E811B1117CBB}"/>
              </a:ext>
            </a:extLst>
          </p:cNvPr>
          <p:cNvSpPr txBox="1"/>
          <p:nvPr/>
        </p:nvSpPr>
        <p:spPr>
          <a:xfrm>
            <a:off x="1303503" y="5240905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i="1" noProof="0" dirty="0">
                <a:solidFill>
                  <a:schemeClr val="bg2">
                    <a:lumMod val="50000"/>
                  </a:schemeClr>
                </a:solidFill>
              </a:rPr>
              <a:t>Nº de iteraciones + 1</a:t>
            </a:r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F52B58B3-75C4-A2D0-3D9F-F18537BB0174}"/>
              </a:ext>
            </a:extLst>
          </p:cNvPr>
          <p:cNvSpPr/>
          <p:nvPr/>
        </p:nvSpPr>
        <p:spPr>
          <a:xfrm>
            <a:off x="4209780" y="4043365"/>
            <a:ext cx="107004" cy="103107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6C36D9A-0C9F-5A15-ECD7-223223B5BFC8}"/>
              </a:ext>
            </a:extLst>
          </p:cNvPr>
          <p:cNvCxnSpPr>
            <a:cxnSpLocks/>
          </p:cNvCxnSpPr>
          <p:nvPr/>
        </p:nvCxnSpPr>
        <p:spPr>
          <a:xfrm>
            <a:off x="3443591" y="4558904"/>
            <a:ext cx="80401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2" name="Left Brace 31">
            <a:extLst>
              <a:ext uri="{FF2B5EF4-FFF2-40B4-BE49-F238E27FC236}">
                <a16:creationId xmlns:a16="http://schemas.microsoft.com/office/drawing/2014/main" id="{08E05372-21F7-B143-97E8-DA5893BA4355}"/>
              </a:ext>
            </a:extLst>
          </p:cNvPr>
          <p:cNvSpPr/>
          <p:nvPr/>
        </p:nvSpPr>
        <p:spPr>
          <a:xfrm flipH="1">
            <a:off x="5319635" y="4071938"/>
            <a:ext cx="138484" cy="242888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159220AC-4203-BAD0-C087-86E9BAA42B01}"/>
              </a:ext>
            </a:extLst>
          </p:cNvPr>
          <p:cNvSpPr/>
          <p:nvPr/>
        </p:nvSpPr>
        <p:spPr>
          <a:xfrm flipH="1">
            <a:off x="5319635" y="4370388"/>
            <a:ext cx="138484" cy="242888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7ACE50-DD6C-CA8C-97A5-D712332EDBBA}"/>
              </a:ext>
            </a:extLst>
          </p:cNvPr>
          <p:cNvSpPr txBox="1"/>
          <p:nvPr/>
        </p:nvSpPr>
        <p:spPr>
          <a:xfrm>
            <a:off x="5406823" y="4055120"/>
            <a:ext cx="93516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200" i="1" noProof="0" dirty="0">
                <a:solidFill>
                  <a:schemeClr val="accent2"/>
                </a:solidFill>
              </a:rPr>
              <a:t>Si nos faltó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4EA56D-238E-4FBE-9B18-7583C30288E3}"/>
              </a:ext>
            </a:extLst>
          </p:cNvPr>
          <p:cNvSpPr txBox="1"/>
          <p:nvPr/>
        </p:nvSpPr>
        <p:spPr>
          <a:xfrm>
            <a:off x="5406823" y="4348937"/>
            <a:ext cx="124362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200" i="1" noProof="0" dirty="0">
                <a:solidFill>
                  <a:schemeClr val="accent2"/>
                </a:solidFill>
              </a:rPr>
              <a:t>Si nos pasamos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E8BC890-D341-D284-B484-663403C87FB1}"/>
              </a:ext>
            </a:extLst>
          </p:cNvPr>
          <p:cNvCxnSpPr>
            <a:cxnSpLocks/>
          </p:cNvCxnSpPr>
          <p:nvPr/>
        </p:nvCxnSpPr>
        <p:spPr>
          <a:xfrm>
            <a:off x="3443591" y="3841661"/>
            <a:ext cx="923995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1C19C61-48E3-EA05-BAA0-97C2E35BBEC2}"/>
              </a:ext>
            </a:extLst>
          </p:cNvPr>
          <p:cNvSpPr txBox="1"/>
          <p:nvPr/>
        </p:nvSpPr>
        <p:spPr>
          <a:xfrm>
            <a:off x="1303503" y="3687772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i="1" noProof="0" dirty="0">
                <a:solidFill>
                  <a:schemeClr val="bg2">
                    <a:lumMod val="50000"/>
                  </a:schemeClr>
                </a:solidFill>
              </a:rPr>
              <a:t>Progreso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E3C64448-C90B-478B-D6CB-388F30A3BC8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pPr algn="ctr"/>
                <a:r>
                  <a:rPr lang="es-ES" noProof="0" dirty="0"/>
                  <a:t>Búsqueda por bisección para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br>
                  <a:rPr lang="es-ES" noProof="0" dirty="0"/>
                </a:br>
                <a:r>
                  <a:rPr lang="es-ES" noProof="0" dirty="0"/>
                  <a:t> </a:t>
                </a: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E3C64448-C90B-478B-D6CB-388F30A3B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3"/>
                <a:stretch>
                  <a:fillRect t="-12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ECE4544-2E7C-0685-2EBC-6C6ACA920772}"/>
              </a:ext>
            </a:extLst>
          </p:cNvPr>
          <p:cNvSpPr txBox="1"/>
          <p:nvPr/>
        </p:nvSpPr>
        <p:spPr>
          <a:xfrm>
            <a:off x="3329592" y="1181775"/>
            <a:ext cx="5357208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c6_raiz_cuadrada_de_x_por_biseccion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A62C70F-A688-A826-AE54-D3461EB71B20}"/>
              </a:ext>
            </a:extLst>
          </p:cNvPr>
          <p:cNvGrpSpPr/>
          <p:nvPr/>
        </p:nvGrpSpPr>
        <p:grpSpPr>
          <a:xfrm>
            <a:off x="6760834" y="4379601"/>
            <a:ext cx="1338600" cy="215669"/>
            <a:chOff x="9561723" y="3676515"/>
            <a:chExt cx="1338600" cy="381137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3D3FEAE2-70B9-82BE-919A-44235A18CD2F}"/>
                </a:ext>
              </a:extLst>
            </p:cNvPr>
            <p:cNvSpPr/>
            <p:nvPr/>
          </p:nvSpPr>
          <p:spPr>
            <a:xfrm>
              <a:off x="9561723" y="3676515"/>
              <a:ext cx="1338600" cy="3811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3F61571-D029-376B-78A0-6742939EBCDD}"/>
                </a:ext>
              </a:extLst>
            </p:cNvPr>
            <p:cNvGrpSpPr/>
            <p:nvPr/>
          </p:nvGrpSpPr>
          <p:grpSpPr>
            <a:xfrm>
              <a:off x="9630285" y="3735329"/>
              <a:ext cx="1201477" cy="263509"/>
              <a:chOff x="1845013" y="3463538"/>
              <a:chExt cx="3284800" cy="25292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882C0A2-29C2-82B6-1434-6ABA6FB5B0CB}"/>
                  </a:ext>
                </a:extLst>
              </p:cNvPr>
              <p:cNvSpPr/>
              <p:nvPr/>
            </p:nvSpPr>
            <p:spPr>
              <a:xfrm>
                <a:off x="1963247" y="3521898"/>
                <a:ext cx="1382644" cy="136194"/>
              </a:xfrm>
              <a:prstGeom prst="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E55FB4A-F77C-BD45-9AFC-81C5BFAA1975}"/>
                  </a:ext>
                </a:extLst>
              </p:cNvPr>
              <p:cNvSpPr/>
              <p:nvPr/>
            </p:nvSpPr>
            <p:spPr>
              <a:xfrm>
                <a:off x="3345891" y="3521898"/>
                <a:ext cx="1382644" cy="136194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7A218DF7-6350-E305-4FC0-11C05BCDC6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5013" y="3589998"/>
                <a:ext cx="3284800" cy="0"/>
              </a:xfrm>
              <a:prstGeom prst="straightConnector1">
                <a:avLst/>
              </a:prstGeom>
              <a:ln w="19050" cap="rnd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48B68DC2-1B0A-6A0E-B6D5-A7BEBE5BB2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3247" y="3463538"/>
                <a:ext cx="0" cy="252920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C0BAD6C-CD52-9613-F29F-3E47B90D00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28535" y="3463538"/>
                <a:ext cx="0" cy="252920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1C5C0D49-4AD5-7DBF-F801-E407132F22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45891" y="3463538"/>
                <a:ext cx="0" cy="252920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50735C4-DC4C-4CA9-9325-696F0A3E3C10}"/>
              </a:ext>
            </a:extLst>
          </p:cNvPr>
          <p:cNvGrpSpPr/>
          <p:nvPr/>
        </p:nvGrpSpPr>
        <p:grpSpPr>
          <a:xfrm>
            <a:off x="6374153" y="4087273"/>
            <a:ext cx="1338600" cy="215669"/>
            <a:chOff x="9561723" y="3676515"/>
            <a:chExt cx="1338600" cy="381137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F328F804-0102-2FC5-7602-80C118395631}"/>
                </a:ext>
              </a:extLst>
            </p:cNvPr>
            <p:cNvSpPr/>
            <p:nvPr/>
          </p:nvSpPr>
          <p:spPr>
            <a:xfrm>
              <a:off x="9561723" y="3676515"/>
              <a:ext cx="1338600" cy="3811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8FFF45E-FD8E-A42E-A43D-E42791E18E00}"/>
                </a:ext>
              </a:extLst>
            </p:cNvPr>
            <p:cNvGrpSpPr/>
            <p:nvPr/>
          </p:nvGrpSpPr>
          <p:grpSpPr>
            <a:xfrm>
              <a:off x="9630285" y="3735329"/>
              <a:ext cx="1201477" cy="263509"/>
              <a:chOff x="1845013" y="3463538"/>
              <a:chExt cx="3284800" cy="25292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1616E7E-CC55-89E9-5DA8-4F8CECF408E4}"/>
                  </a:ext>
                </a:extLst>
              </p:cNvPr>
              <p:cNvSpPr/>
              <p:nvPr/>
            </p:nvSpPr>
            <p:spPr>
              <a:xfrm>
                <a:off x="1963247" y="3521898"/>
                <a:ext cx="1382644" cy="136194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25BF9B0-6E1D-9C92-DCFE-7BA9D3F5C00D}"/>
                  </a:ext>
                </a:extLst>
              </p:cNvPr>
              <p:cNvSpPr/>
              <p:nvPr/>
            </p:nvSpPr>
            <p:spPr>
              <a:xfrm>
                <a:off x="3345891" y="3521898"/>
                <a:ext cx="1382644" cy="136194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9AB5D536-67B9-0FD6-435C-D153D4DB26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5013" y="3589998"/>
                <a:ext cx="3284800" cy="0"/>
              </a:xfrm>
              <a:prstGeom prst="straightConnector1">
                <a:avLst/>
              </a:prstGeom>
              <a:ln w="19050" cap="rnd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F0313B45-2489-F304-00ED-DBC575B682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3247" y="3463538"/>
                <a:ext cx="0" cy="252920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51616D29-E778-D70C-3CDA-A57C297BC4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28535" y="3463538"/>
                <a:ext cx="0" cy="252920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D8308F32-141C-42E2-0D92-F444C7DB8D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45891" y="3463538"/>
                <a:ext cx="0" cy="252920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5296823-1C62-2841-48DE-6BB1CEA7FD8C}"/>
              </a:ext>
            </a:extLst>
          </p:cNvPr>
          <p:cNvGrpSpPr/>
          <p:nvPr/>
        </p:nvGrpSpPr>
        <p:grpSpPr>
          <a:xfrm>
            <a:off x="5985026" y="2288784"/>
            <a:ext cx="1338600" cy="215669"/>
            <a:chOff x="9561723" y="3676515"/>
            <a:chExt cx="1338600" cy="381137"/>
          </a:xfrm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9FDEEEAE-655A-B892-7D1A-A5ACFCA52516}"/>
                </a:ext>
              </a:extLst>
            </p:cNvPr>
            <p:cNvSpPr/>
            <p:nvPr/>
          </p:nvSpPr>
          <p:spPr>
            <a:xfrm>
              <a:off x="9561723" y="3676515"/>
              <a:ext cx="1338600" cy="3811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2D6D408-0A89-9FDA-9A28-5F1E258E761E}"/>
                </a:ext>
              </a:extLst>
            </p:cNvPr>
            <p:cNvGrpSpPr/>
            <p:nvPr/>
          </p:nvGrpSpPr>
          <p:grpSpPr>
            <a:xfrm>
              <a:off x="9630285" y="3735329"/>
              <a:ext cx="1201477" cy="263509"/>
              <a:chOff x="1845013" y="3463538"/>
              <a:chExt cx="3284800" cy="252920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456721C-1E4D-060F-DCB6-59DEA0881C20}"/>
                  </a:ext>
                </a:extLst>
              </p:cNvPr>
              <p:cNvSpPr/>
              <p:nvPr/>
            </p:nvSpPr>
            <p:spPr>
              <a:xfrm>
                <a:off x="1963247" y="3521898"/>
                <a:ext cx="1382644" cy="136194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7B81660A-1745-D526-A87A-D03E0591132C}"/>
                  </a:ext>
                </a:extLst>
              </p:cNvPr>
              <p:cNvSpPr/>
              <p:nvPr/>
            </p:nvSpPr>
            <p:spPr>
              <a:xfrm>
                <a:off x="3345891" y="3521898"/>
                <a:ext cx="1382644" cy="136194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53A6C7F6-21EC-A546-D1B0-3AE593B17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5013" y="3589998"/>
                <a:ext cx="3284800" cy="0"/>
              </a:xfrm>
              <a:prstGeom prst="straightConnector1">
                <a:avLst/>
              </a:prstGeom>
              <a:ln w="19050" cap="rnd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7A8C2602-647F-5E01-406C-B30CD90494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3247" y="3463538"/>
                <a:ext cx="0" cy="252920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BD36DD8-EEE4-F689-B27C-63F45907AB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28535" y="3463538"/>
                <a:ext cx="0" cy="252920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7E1D0076-59B7-8E77-2ECD-D7DE2045D0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45891" y="3463538"/>
                <a:ext cx="0" cy="252920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DA72720E-83A1-E118-6E91-5E0C40C99515}"/>
              </a:ext>
            </a:extLst>
          </p:cNvPr>
          <p:cNvSpPr txBox="1"/>
          <p:nvPr/>
        </p:nvSpPr>
        <p:spPr>
          <a:xfrm>
            <a:off x="6694579" y="3840939"/>
            <a:ext cx="609462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dirty="0" err="1">
                <a:solidFill>
                  <a:srgbClr val="FFFFFF"/>
                </a:solidFill>
                <a:latin typeface="Consolas" panose="020B0609020204030204" pitchFamily="49" charset="0"/>
              </a:rPr>
              <a:t>n_min</a:t>
            </a:r>
            <a:endParaRPr lang="en-US" sz="12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D9EA0C4-9D84-41CD-7820-8A27D826104A}"/>
              </a:ext>
            </a:extLst>
          </p:cNvPr>
          <p:cNvSpPr txBox="1"/>
          <p:nvPr/>
        </p:nvSpPr>
        <p:spPr>
          <a:xfrm>
            <a:off x="7073638" y="4533700"/>
            <a:ext cx="609462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dirty="0" err="1">
                <a:solidFill>
                  <a:srgbClr val="FFFFFF"/>
                </a:solidFill>
                <a:latin typeface="Consolas" panose="020B0609020204030204" pitchFamily="49" charset="0"/>
              </a:rPr>
              <a:t>n_max</a:t>
            </a:r>
            <a:endParaRPr lang="en-US" sz="12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94AA62F-8A86-879F-27F6-85661004E343}"/>
              </a:ext>
            </a:extLst>
          </p:cNvPr>
          <p:cNvSpPr txBox="1"/>
          <p:nvPr/>
        </p:nvSpPr>
        <p:spPr>
          <a:xfrm>
            <a:off x="6467749" y="2057427"/>
            <a:ext cx="269625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dirty="0">
                <a:solidFill>
                  <a:srgbClr val="FFFFFF"/>
                </a:solidFill>
                <a:latin typeface="Consolas" panose="020B0609020204030204" pitchFamily="49" charset="0"/>
              </a:rPr>
              <a:t>n</a:t>
            </a:r>
            <a:endParaRPr lang="en-US" sz="12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56D651A-4D87-9DC6-D8EB-9314ED354B80}"/>
              </a:ext>
            </a:extLst>
          </p:cNvPr>
          <p:cNvSpPr txBox="1"/>
          <p:nvPr/>
        </p:nvSpPr>
        <p:spPr>
          <a:xfrm>
            <a:off x="5789466" y="2057427"/>
            <a:ext cx="609462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dirty="0" err="1">
                <a:solidFill>
                  <a:srgbClr val="FFFFFF"/>
                </a:solidFill>
                <a:latin typeface="Consolas" panose="020B0609020204030204" pitchFamily="49" charset="0"/>
              </a:rPr>
              <a:t>n_min</a:t>
            </a:r>
            <a:endParaRPr lang="en-US" sz="12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993FAFD-15B8-5D86-E4E4-6A3348649688}"/>
              </a:ext>
            </a:extLst>
          </p:cNvPr>
          <p:cNvSpPr txBox="1"/>
          <p:nvPr/>
        </p:nvSpPr>
        <p:spPr>
          <a:xfrm>
            <a:off x="6803557" y="2057427"/>
            <a:ext cx="609462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dirty="0" err="1">
                <a:solidFill>
                  <a:srgbClr val="FFFFFF"/>
                </a:solidFill>
                <a:latin typeface="Consolas" panose="020B0609020204030204" pitchFamily="49" charset="0"/>
              </a:rPr>
              <a:t>n_max</a:t>
            </a:r>
            <a:endParaRPr lang="en-US" sz="12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3B3CDB3-88E7-BBB5-90CA-4ACA0803CC91}"/>
              </a:ext>
            </a:extLst>
          </p:cNvPr>
          <p:cNvCxnSpPr>
            <a:cxnSpLocks/>
          </p:cNvCxnSpPr>
          <p:nvPr/>
        </p:nvCxnSpPr>
        <p:spPr>
          <a:xfrm>
            <a:off x="3443591" y="1692019"/>
            <a:ext cx="634241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7CDDACE8-4C12-41AD-FB47-703FB39E8F35}"/>
              </a:ext>
            </a:extLst>
          </p:cNvPr>
          <p:cNvSpPr txBox="1"/>
          <p:nvPr/>
        </p:nvSpPr>
        <p:spPr>
          <a:xfrm>
            <a:off x="1303503" y="1538130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i="1" noProof="0" dirty="0">
                <a:solidFill>
                  <a:schemeClr val="bg2">
                    <a:lumMod val="50000"/>
                  </a:schemeClr>
                </a:solidFill>
              </a:rPr>
              <a:t>INPUT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ED7E1E4-2DE4-D666-0711-82AD64F9DD37}"/>
              </a:ext>
            </a:extLst>
          </p:cNvPr>
          <p:cNvCxnSpPr>
            <a:cxnSpLocks/>
          </p:cNvCxnSpPr>
          <p:nvPr/>
        </p:nvCxnSpPr>
        <p:spPr>
          <a:xfrm>
            <a:off x="3443591" y="5813655"/>
            <a:ext cx="634241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082912D8-60FF-BB32-D883-7F6FD1B28140}"/>
              </a:ext>
            </a:extLst>
          </p:cNvPr>
          <p:cNvSpPr txBox="1"/>
          <p:nvPr/>
        </p:nvSpPr>
        <p:spPr>
          <a:xfrm>
            <a:off x="1303503" y="5659766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i="1" noProof="0" dirty="0">
                <a:solidFill>
                  <a:schemeClr val="bg2">
                    <a:lumMod val="50000"/>
                  </a:schemeClr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893088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0" grpId="0"/>
      <p:bldP spid="22" grpId="0"/>
      <p:bldP spid="24" grpId="0"/>
      <p:bldP spid="29" grpId="0" animBg="1"/>
      <p:bldP spid="32" grpId="0" animBg="1"/>
      <p:bldP spid="33" grpId="0" animBg="1"/>
      <p:bldP spid="34" grpId="0"/>
      <p:bldP spid="35" grpId="0"/>
      <p:bldP spid="37" grpId="0"/>
      <p:bldP spid="78" grpId="0"/>
      <p:bldP spid="79" grpId="0"/>
      <p:bldP spid="80" grpId="0"/>
      <p:bldP spid="98" grpId="0"/>
      <p:bldP spid="9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DFCA9-0509-A42C-0EB8-978E0F148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roup 322">
            <a:extLst>
              <a:ext uri="{FF2B5EF4-FFF2-40B4-BE49-F238E27FC236}">
                <a16:creationId xmlns:a16="http://schemas.microsoft.com/office/drawing/2014/main" id="{BA44B5FB-EB37-49E6-491E-3BA644CF938F}"/>
              </a:ext>
            </a:extLst>
          </p:cNvPr>
          <p:cNvGrpSpPr/>
          <p:nvPr/>
        </p:nvGrpSpPr>
        <p:grpSpPr>
          <a:xfrm>
            <a:off x="9627339" y="2769422"/>
            <a:ext cx="674286" cy="340804"/>
            <a:chOff x="7702717" y="2138490"/>
            <a:chExt cx="674286" cy="340804"/>
          </a:xfrm>
        </p:grpSpPr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BDE67BCA-4344-A4B2-1F38-3CA39DB1FA31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0604A0CD-1B53-67D1-A72C-E4FB567EC3A0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12560EF3-5D43-9758-2621-36C3453FCA12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51320EEE-2F11-B4E3-1B86-DD44A0F64BA4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8EBB5F9-B096-F604-EB98-4DE4E228A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5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946C88A-B19C-7A9F-5268-D14ED9C35114}"/>
              </a:ext>
            </a:extLst>
          </p:cNvPr>
          <p:cNvGrpSpPr/>
          <p:nvPr/>
        </p:nvGrpSpPr>
        <p:grpSpPr>
          <a:xfrm>
            <a:off x="9164668" y="3377822"/>
            <a:ext cx="433812" cy="332704"/>
            <a:chOff x="7839715" y="2553300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F790E0E-4F48-17C1-F6B8-D0B6AED90948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C106E3AB-2A1D-6CEE-9173-4540D9134BAF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4176B25D-5173-9437-F447-204F95A0DF89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FF63E84E-8FFC-A908-4221-92AAF9E3E31E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A8FB655A-ECBB-FE13-96AB-9B3C8622A931}"/>
              </a:ext>
            </a:extLst>
          </p:cNvPr>
          <p:cNvGrpSpPr/>
          <p:nvPr/>
        </p:nvGrpSpPr>
        <p:grpSpPr>
          <a:xfrm>
            <a:off x="9617186" y="3246970"/>
            <a:ext cx="433812" cy="332704"/>
            <a:chOff x="8292233" y="2422448"/>
            <a:chExt cx="433812" cy="33270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9B9F0155-405D-C564-4AAE-84E02C038337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BCE7BD77-691A-792F-78C9-86913339CE63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2529E9D8-A402-35F6-AC03-6419CEE214B2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35" name="Oval 134">
            <a:extLst>
              <a:ext uri="{FF2B5EF4-FFF2-40B4-BE49-F238E27FC236}">
                <a16:creationId xmlns:a16="http://schemas.microsoft.com/office/drawing/2014/main" id="{C49808C7-EFAD-9277-7A71-D9AB26CC2183}"/>
              </a:ext>
            </a:extLst>
          </p:cNvPr>
          <p:cNvSpPr/>
          <p:nvPr/>
        </p:nvSpPr>
        <p:spPr>
          <a:xfrm>
            <a:off x="9709968" y="3477987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B0901C4B-C0E7-E346-CA88-65A15F7D47CA}"/>
              </a:ext>
            </a:extLst>
          </p:cNvPr>
          <p:cNvSpPr/>
          <p:nvPr/>
        </p:nvSpPr>
        <p:spPr>
          <a:xfrm>
            <a:off x="9976802" y="3677528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AA9B2112-813E-01EB-618D-9A1AA9029625}"/>
              </a:ext>
            </a:extLst>
          </p:cNvPr>
          <p:cNvGrpSpPr/>
          <p:nvPr/>
        </p:nvGrpSpPr>
        <p:grpSpPr>
          <a:xfrm>
            <a:off x="1570621" y="3296412"/>
            <a:ext cx="547272" cy="332704"/>
            <a:chOff x="2616513" y="2273732"/>
            <a:chExt cx="547272" cy="332704"/>
          </a:xfrm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CC3A8AB7-198A-9401-AF1B-6EF08410DC26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80F67981-2D81-AF38-1DFD-B2AE5F45CA68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96F210C6-05C3-A4C1-29D3-82B7BC01241A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4A655AB4-E9BB-94DA-D2BA-02CEFAB413F3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AA5DCCE6-FA92-ED31-04C6-3C2162A807E8}"/>
              </a:ext>
            </a:extLst>
          </p:cNvPr>
          <p:cNvSpPr/>
          <p:nvPr/>
        </p:nvSpPr>
        <p:spPr>
          <a:xfrm>
            <a:off x="10063460" y="3648514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3D1A4F4-1176-A205-27B8-11FEBACDBA0D}"/>
              </a:ext>
            </a:extLst>
          </p:cNvPr>
          <p:cNvGrpSpPr/>
          <p:nvPr/>
        </p:nvGrpSpPr>
        <p:grpSpPr>
          <a:xfrm>
            <a:off x="9775405" y="3045832"/>
            <a:ext cx="433812" cy="332704"/>
            <a:chOff x="8450452" y="2221310"/>
            <a:chExt cx="433812" cy="332704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04F12452-720D-CC6E-3F67-8DF8C87336F2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16975613-5530-2487-AEA9-02F135281834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EFE91A03-CA4F-F2E7-6D60-61F6F79FF7D7}"/>
              </a:ext>
            </a:extLst>
          </p:cNvPr>
          <p:cNvGrpSpPr/>
          <p:nvPr/>
        </p:nvGrpSpPr>
        <p:grpSpPr>
          <a:xfrm>
            <a:off x="8901785" y="3180441"/>
            <a:ext cx="433812" cy="332704"/>
            <a:chOff x="7576832" y="2355919"/>
            <a:chExt cx="433812" cy="332704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4077B549-4CCD-F303-B278-E478FA14DA49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709A9C50-809C-3871-6926-61B3F10A7E35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949B60B6-2EED-B7DF-9910-CFFC324866C2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8EFBA7B3-1034-D1E2-6299-725091274A0F}"/>
              </a:ext>
            </a:extLst>
          </p:cNvPr>
          <p:cNvGrpSpPr/>
          <p:nvPr/>
        </p:nvGrpSpPr>
        <p:grpSpPr>
          <a:xfrm>
            <a:off x="10230945" y="2999593"/>
            <a:ext cx="433812" cy="332704"/>
            <a:chOff x="8905992" y="2175071"/>
            <a:chExt cx="433812" cy="332704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7A9E1E5-ABF4-BC28-213D-AA8167C2DBF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6519E92-9671-4D7C-F27D-5347285C32BF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E689E4A-8793-AE3A-8BAE-3655C85A164A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89892FB1-1DE1-798B-219D-CAF26D78AFAB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1BB8AE2-3C37-6DFC-E7C9-329B56A13FF9}"/>
              </a:ext>
            </a:extLst>
          </p:cNvPr>
          <p:cNvGrpSpPr/>
          <p:nvPr/>
        </p:nvGrpSpPr>
        <p:grpSpPr>
          <a:xfrm>
            <a:off x="10484528" y="3361097"/>
            <a:ext cx="433812" cy="332704"/>
            <a:chOff x="9309655" y="2557406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07EB12D-0C0C-0E8A-4653-3A720A072F3F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C28A223-D37D-8A54-324D-7D8700005724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75DACC4B-71FC-4ECE-1F92-D3B4FB746B4E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0969A367-37E2-1C64-40A0-D034E2BA502E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12458F9D-FB88-B1ED-5F1E-E0534BCFF6EB}"/>
              </a:ext>
            </a:extLst>
          </p:cNvPr>
          <p:cNvGrpSpPr/>
          <p:nvPr/>
        </p:nvGrpSpPr>
        <p:grpSpPr>
          <a:xfrm>
            <a:off x="10111364" y="3344398"/>
            <a:ext cx="480707" cy="335455"/>
            <a:chOff x="8786411" y="2519876"/>
            <a:chExt cx="480707" cy="335455"/>
          </a:xfrm>
        </p:grpSpPr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3B87223-90EE-0812-2BAE-C878F0F0712B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B0AB8A8B-8108-D488-FD2E-3EE7A9EEA228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2B9EC294-8A8C-B603-733D-63971483FA9E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789CFABD-B56B-6966-1111-1724F4D33734}"/>
              </a:ext>
            </a:extLst>
          </p:cNvPr>
          <p:cNvGrpSpPr/>
          <p:nvPr/>
        </p:nvGrpSpPr>
        <p:grpSpPr>
          <a:xfrm rot="13449155">
            <a:off x="9027670" y="2963012"/>
            <a:ext cx="674286" cy="340804"/>
            <a:chOff x="7702717" y="2138490"/>
            <a:chExt cx="674286" cy="340804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30DD8066-CD17-69A6-DCE6-42BDE5F501DC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F48FE68-E774-DBEB-70BA-AD9F4AFA5CDE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50128F4B-D2C4-86FF-6342-1C40FA1F6D3D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79AC510D-83F6-7F86-7C0A-1F4C8AE440AE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D8D4186F-6984-33BB-7D2E-1A691BCC22D2}"/>
              </a:ext>
            </a:extLst>
          </p:cNvPr>
          <p:cNvGrpSpPr/>
          <p:nvPr/>
        </p:nvGrpSpPr>
        <p:grpSpPr>
          <a:xfrm>
            <a:off x="1183294" y="3591382"/>
            <a:ext cx="433812" cy="332704"/>
            <a:chOff x="8292233" y="2422448"/>
            <a:chExt cx="433812" cy="332704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F3EC2067-4EE8-5A96-E857-A156084B3D7E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1A666316-F046-8345-9E09-34B830C16AF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035A30E9-02B8-3AED-FFA9-B6328DE954D7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EE2F24AC-8C0E-D4D6-1A83-38D113BFDB5D}"/>
              </a:ext>
            </a:extLst>
          </p:cNvPr>
          <p:cNvGrpSpPr/>
          <p:nvPr/>
        </p:nvGrpSpPr>
        <p:grpSpPr>
          <a:xfrm>
            <a:off x="3559961" y="3245612"/>
            <a:ext cx="547272" cy="332704"/>
            <a:chOff x="2616513" y="2273732"/>
            <a:chExt cx="547272" cy="332704"/>
          </a:xfrm>
        </p:grpSpPr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DF1DCFDF-98A9-FF18-4654-63061ECEBD2F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44B6903C-836C-57B2-CC64-291C60777F68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FAA5C9EF-810A-139A-BA6E-3E7557FC38DA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78318440-E573-EF20-0931-1B7EE5E83FBF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C7554EA5-2245-4F43-8F9E-C58B11097642}"/>
              </a:ext>
            </a:extLst>
          </p:cNvPr>
          <p:cNvGrpSpPr/>
          <p:nvPr/>
        </p:nvGrpSpPr>
        <p:grpSpPr>
          <a:xfrm>
            <a:off x="2985303" y="3524137"/>
            <a:ext cx="433812" cy="332704"/>
            <a:chOff x="8292233" y="2422448"/>
            <a:chExt cx="433812" cy="332704"/>
          </a:xfrm>
        </p:grpSpPr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20180F82-AE0E-A0AA-FE6B-0154B188ABB5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4EB6FB4D-9D2F-396F-52F5-4BC55B9AE76F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EEBF64C9-77BB-6E25-FE77-55F5536E7C51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4E3819FA-12A1-E8B7-3689-00A41B5DADDE}"/>
              </a:ext>
            </a:extLst>
          </p:cNvPr>
          <p:cNvGrpSpPr/>
          <p:nvPr/>
        </p:nvGrpSpPr>
        <p:grpSpPr>
          <a:xfrm>
            <a:off x="3450160" y="3629946"/>
            <a:ext cx="433812" cy="332704"/>
            <a:chOff x="7839715" y="2553300"/>
            <a:chExt cx="433812" cy="332704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D4B21027-0A0B-2AD0-9C1E-4B206326FD30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29B08D13-F0A2-33F9-7012-DEB7FB3D77C5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6C22E5E1-FC98-3D63-1E4E-9FA8379357F8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F4C63E9B-D140-4D46-B80C-3699AC467DD1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DEDF5F39-06AF-9CA0-A0AE-E4AD2FFD46E2}"/>
              </a:ext>
            </a:extLst>
          </p:cNvPr>
          <p:cNvGrpSpPr/>
          <p:nvPr/>
        </p:nvGrpSpPr>
        <p:grpSpPr>
          <a:xfrm>
            <a:off x="3058076" y="3137632"/>
            <a:ext cx="433812" cy="332704"/>
            <a:chOff x="8905992" y="2175071"/>
            <a:chExt cx="433812" cy="332704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6A8054EE-9CB3-FD66-F2B4-E14E1BE1B666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521716C9-C985-66F5-AF10-46F8D390A8F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F02A8049-4D3C-23BA-DF19-6C8E1EDEB86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77B5B1C1-E0D7-D0B8-4499-C0CC2291D983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D9AF7AA3-296E-6AA9-5068-5D4D77A3AB11}"/>
              </a:ext>
            </a:extLst>
          </p:cNvPr>
          <p:cNvGrpSpPr/>
          <p:nvPr/>
        </p:nvGrpSpPr>
        <p:grpSpPr>
          <a:xfrm>
            <a:off x="8728504" y="3686772"/>
            <a:ext cx="433812" cy="332704"/>
            <a:chOff x="7839715" y="2553300"/>
            <a:chExt cx="433812" cy="332704"/>
          </a:xfrm>
        </p:grpSpPr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65740FAF-FE53-FD6F-7284-B487A536EB78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2F05C66D-922D-BDE5-A170-FFC094F3786F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F659C116-B865-7BBB-E453-031F64EACE8C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BF5A5832-0CFC-EB2F-CDEA-C64779B26DAA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E1274832-CC68-10A1-1DBB-11227F1BF796}"/>
              </a:ext>
            </a:extLst>
          </p:cNvPr>
          <p:cNvGrpSpPr/>
          <p:nvPr/>
        </p:nvGrpSpPr>
        <p:grpSpPr>
          <a:xfrm>
            <a:off x="9181022" y="3555920"/>
            <a:ext cx="433812" cy="332704"/>
            <a:chOff x="8292233" y="2422448"/>
            <a:chExt cx="433812" cy="332704"/>
          </a:xfrm>
        </p:grpSpPr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42A8FE5B-4287-A40B-ABB5-4B48B7306671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2B856A40-4D3B-EEE0-E130-DAA81702E002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BEF92C67-F774-2B8D-B10D-EECEC3EDF0F6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32" name="Oval 231">
            <a:extLst>
              <a:ext uri="{FF2B5EF4-FFF2-40B4-BE49-F238E27FC236}">
                <a16:creationId xmlns:a16="http://schemas.microsoft.com/office/drawing/2014/main" id="{64946937-FD93-6AF0-1366-3EA4EF798E98}"/>
              </a:ext>
            </a:extLst>
          </p:cNvPr>
          <p:cNvSpPr/>
          <p:nvPr/>
        </p:nvSpPr>
        <p:spPr>
          <a:xfrm>
            <a:off x="9273804" y="3786937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AE647BDB-0A6B-380D-2F52-C024F00F7EEC}"/>
              </a:ext>
            </a:extLst>
          </p:cNvPr>
          <p:cNvSpPr/>
          <p:nvPr/>
        </p:nvSpPr>
        <p:spPr>
          <a:xfrm>
            <a:off x="9540638" y="3986478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B8CE5949-C3DD-25F4-3A12-2A647ABAAF15}"/>
              </a:ext>
            </a:extLst>
          </p:cNvPr>
          <p:cNvSpPr/>
          <p:nvPr/>
        </p:nvSpPr>
        <p:spPr>
          <a:xfrm>
            <a:off x="9627296" y="3957464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821C704C-005B-3510-E082-08BF53D42D08}"/>
              </a:ext>
            </a:extLst>
          </p:cNvPr>
          <p:cNvGrpSpPr/>
          <p:nvPr/>
        </p:nvGrpSpPr>
        <p:grpSpPr>
          <a:xfrm>
            <a:off x="9331030" y="3393081"/>
            <a:ext cx="433812" cy="332704"/>
            <a:chOff x="8450452" y="2221310"/>
            <a:chExt cx="433812" cy="332704"/>
          </a:xfrm>
        </p:grpSpPr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9A58BB55-1056-75AD-EBCA-C1909258D518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73F0CC56-E2A5-CE65-A6F4-C465CAEACD55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6CB3D247-1605-D05B-9464-F42E3971134B}"/>
              </a:ext>
            </a:extLst>
          </p:cNvPr>
          <p:cNvGrpSpPr/>
          <p:nvPr/>
        </p:nvGrpSpPr>
        <p:grpSpPr>
          <a:xfrm>
            <a:off x="8465621" y="3489391"/>
            <a:ext cx="433812" cy="332704"/>
            <a:chOff x="7576832" y="2355919"/>
            <a:chExt cx="433812" cy="332704"/>
          </a:xfrm>
        </p:grpSpPr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0C008DEA-EDED-445C-6F38-7C5FB9FE2F51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DB6D3762-0FC2-BA5E-4ECE-3B5A915BD5C0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FB299430-DA52-C8F8-AD38-93AB55487D38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D3088E3B-A701-D65B-F177-A893A9DF32A8}"/>
              </a:ext>
            </a:extLst>
          </p:cNvPr>
          <p:cNvGrpSpPr/>
          <p:nvPr/>
        </p:nvGrpSpPr>
        <p:grpSpPr>
          <a:xfrm>
            <a:off x="9794781" y="3308543"/>
            <a:ext cx="433812" cy="332704"/>
            <a:chOff x="8905992" y="2175071"/>
            <a:chExt cx="433812" cy="332704"/>
          </a:xfrm>
        </p:grpSpPr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CE623BB5-237B-5A89-7493-43DA06308A3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D4808595-A760-6EC7-8798-557DA0466A42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12AFBFF7-5B84-2F1B-A11A-4AF9CD5D2FDA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D98B72D8-5AC5-0804-1B3F-358867FD1656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BA3CDDA3-4F6D-BBFC-975C-721C84503574}"/>
              </a:ext>
            </a:extLst>
          </p:cNvPr>
          <p:cNvGrpSpPr/>
          <p:nvPr/>
        </p:nvGrpSpPr>
        <p:grpSpPr>
          <a:xfrm>
            <a:off x="10048364" y="3670047"/>
            <a:ext cx="433812" cy="332704"/>
            <a:chOff x="9309655" y="2557406"/>
            <a:chExt cx="433812" cy="332704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3136C92F-86FE-FC72-3D70-A6D4155E9DC7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C23EF1B5-E541-054F-7589-B97E162A9CCC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EF0ADAFB-2C2D-A9AE-7BAE-44136EA5EC72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923D0483-B776-8654-7218-2BC1F306C296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31D306C2-99D4-B5AF-D345-A3430F605909}"/>
              </a:ext>
            </a:extLst>
          </p:cNvPr>
          <p:cNvGrpSpPr/>
          <p:nvPr/>
        </p:nvGrpSpPr>
        <p:grpSpPr>
          <a:xfrm>
            <a:off x="9675200" y="3653348"/>
            <a:ext cx="480707" cy="335455"/>
            <a:chOff x="8786411" y="2519876"/>
            <a:chExt cx="480707" cy="335455"/>
          </a:xfrm>
        </p:grpSpPr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514625E3-1014-CDAE-D227-6CE3A2764930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EEBAA74A-E954-1D90-9116-0EAFD54789BE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97825360-408B-50E7-46CF-70A07CBF065D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9A3983DB-EFCF-9A8C-CD54-3C6F6433C93A}"/>
              </a:ext>
            </a:extLst>
          </p:cNvPr>
          <p:cNvGrpSpPr/>
          <p:nvPr/>
        </p:nvGrpSpPr>
        <p:grpSpPr>
          <a:xfrm rot="8866267">
            <a:off x="8507463" y="3177026"/>
            <a:ext cx="674286" cy="340804"/>
            <a:chOff x="7702717" y="2138490"/>
            <a:chExt cx="674286" cy="340804"/>
          </a:xfrm>
        </p:grpSpPr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BAEF7E5B-AD0E-6DBF-3844-8E32B2EBCE48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8229E24A-0BF3-FE61-B966-3777CC4A4E29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50E45B71-2EAF-79CA-3DC9-EDF26CE57903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C9086809-8D25-4274-5EF2-97D7AD29B063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6E09E74D-A90A-A611-FE9A-3149EB901113}"/>
              </a:ext>
            </a:extLst>
          </p:cNvPr>
          <p:cNvGrpSpPr/>
          <p:nvPr/>
        </p:nvGrpSpPr>
        <p:grpSpPr>
          <a:xfrm rot="10800000">
            <a:off x="9353851" y="2912330"/>
            <a:ext cx="547272" cy="332704"/>
            <a:chOff x="2616513" y="2273732"/>
            <a:chExt cx="547272" cy="332704"/>
          </a:xfrm>
        </p:grpSpPr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79B83FA5-1290-5B55-9265-4E1C2E41926F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0FAA78FA-14FC-72B0-7F52-FD0511882F04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81AD0B57-C38C-5250-C086-0752F287C587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8BF48C64-EAC0-844D-4BA3-B2BA9FB1E9AD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30E78BD0-633C-2FB6-5079-9480912EF406}"/>
              </a:ext>
            </a:extLst>
          </p:cNvPr>
          <p:cNvGrpSpPr/>
          <p:nvPr/>
        </p:nvGrpSpPr>
        <p:grpSpPr>
          <a:xfrm>
            <a:off x="8826077" y="2969358"/>
            <a:ext cx="433812" cy="332704"/>
            <a:chOff x="8292233" y="2422448"/>
            <a:chExt cx="433812" cy="332704"/>
          </a:xfrm>
        </p:grpSpPr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D5CCEA28-92E0-E215-416D-6B44101FACA1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4CF6CC47-28B0-577B-84B7-930BD203B898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AA96F60A-0D44-DE7E-3759-2E199326CC39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5C4835C6-617C-68BA-F547-C6F2F6ED28B8}"/>
              </a:ext>
            </a:extLst>
          </p:cNvPr>
          <p:cNvGrpSpPr/>
          <p:nvPr/>
        </p:nvGrpSpPr>
        <p:grpSpPr>
          <a:xfrm>
            <a:off x="9843820" y="3152764"/>
            <a:ext cx="433812" cy="332704"/>
            <a:chOff x="7839715" y="2553300"/>
            <a:chExt cx="433812" cy="332704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2E3E46E2-48D4-620C-4330-587A1D928D3B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ACD02D7A-9940-FE1F-F08C-7C559DBDA230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AD3D34F5-4C85-3731-AB4F-FB711E3AEE22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BDA65A94-EB54-FE7B-ECC7-20CBE24487D7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6B9A20F8-8C4E-4FCF-9D16-A74F1B2045F9}"/>
              </a:ext>
            </a:extLst>
          </p:cNvPr>
          <p:cNvGrpSpPr/>
          <p:nvPr/>
        </p:nvGrpSpPr>
        <p:grpSpPr>
          <a:xfrm>
            <a:off x="10497935" y="3689555"/>
            <a:ext cx="433812" cy="332704"/>
            <a:chOff x="8905992" y="2175071"/>
            <a:chExt cx="433812" cy="332704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88B9FB72-763A-6245-A20B-180F34C0D03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767C429D-5F4F-B69F-ABEC-162860E2C838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B071B072-19ED-E4B1-C302-FC72EEEE58D4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23B191A3-0A50-0C1C-30C0-1B0B6C267594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04A37D71-B1A5-16E0-A85F-72C654913752}"/>
              </a:ext>
            </a:extLst>
          </p:cNvPr>
          <p:cNvGrpSpPr/>
          <p:nvPr/>
        </p:nvGrpSpPr>
        <p:grpSpPr>
          <a:xfrm>
            <a:off x="8962658" y="3855907"/>
            <a:ext cx="433812" cy="332704"/>
            <a:chOff x="8905992" y="2175071"/>
            <a:chExt cx="433812" cy="332704"/>
          </a:xfrm>
        </p:grpSpPr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89172E73-99E2-692D-0D00-86B67E974F6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B527915C-DA44-D5EE-4556-090EACEA9387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697F2F8F-241C-34DE-C3CC-237C504B728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7B580081-2863-9DF3-794F-73E2F7071023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C671B035-590B-9575-9898-E193FD644DD3}"/>
              </a:ext>
            </a:extLst>
          </p:cNvPr>
          <p:cNvGrpSpPr/>
          <p:nvPr/>
        </p:nvGrpSpPr>
        <p:grpSpPr>
          <a:xfrm>
            <a:off x="8823422" y="3689555"/>
            <a:ext cx="547272" cy="332704"/>
            <a:chOff x="2616513" y="2273732"/>
            <a:chExt cx="547272" cy="332704"/>
          </a:xfrm>
        </p:grpSpPr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836E8E7E-E986-BD81-E195-C604050253AF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C009738D-11B3-2E2B-75DF-8A4013770EFE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386C9C7F-E7FD-B688-8A3E-5A9B0EAD8B8A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C0728D9F-CB49-3058-7E45-1329DC04B7C2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1D509547-6EDD-E592-8633-F6F36A25418E}"/>
              </a:ext>
            </a:extLst>
          </p:cNvPr>
          <p:cNvGrpSpPr/>
          <p:nvPr/>
        </p:nvGrpSpPr>
        <p:grpSpPr>
          <a:xfrm>
            <a:off x="9575081" y="3807908"/>
            <a:ext cx="433812" cy="332704"/>
            <a:chOff x="7839715" y="2553300"/>
            <a:chExt cx="433812" cy="332704"/>
          </a:xfrm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6276521B-AA08-FAFD-01D8-5BC849F7D0C1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3DCA0365-B93D-D905-79AB-7F71A0F71856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1F603964-8D69-61B2-EBD6-702D3447E120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3D11604D-3FAD-2B14-28F5-90655A66C7A7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C8828016-4FEC-6AB4-FC02-CEC9D9BDAD5E}"/>
              </a:ext>
            </a:extLst>
          </p:cNvPr>
          <p:cNvGrpSpPr/>
          <p:nvPr/>
        </p:nvGrpSpPr>
        <p:grpSpPr>
          <a:xfrm>
            <a:off x="10027599" y="3677056"/>
            <a:ext cx="433812" cy="332704"/>
            <a:chOff x="8292233" y="2422448"/>
            <a:chExt cx="433812" cy="332704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CCF54F4C-591F-9CA8-E7C3-5E70DDC295C2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E058AB4C-D6FA-182B-39CC-42BCFE942965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D266F500-FBBA-9C8D-BA37-31E186C934B6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99" name="Oval 298">
            <a:extLst>
              <a:ext uri="{FF2B5EF4-FFF2-40B4-BE49-F238E27FC236}">
                <a16:creationId xmlns:a16="http://schemas.microsoft.com/office/drawing/2014/main" id="{315AE690-1492-DAF5-F2AE-CCF84CE4B01A}"/>
              </a:ext>
            </a:extLst>
          </p:cNvPr>
          <p:cNvSpPr/>
          <p:nvPr/>
        </p:nvSpPr>
        <p:spPr>
          <a:xfrm>
            <a:off x="10120381" y="3908073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4E4B553C-A443-1E8E-C51A-714986AEE887}"/>
              </a:ext>
            </a:extLst>
          </p:cNvPr>
          <p:cNvSpPr/>
          <p:nvPr/>
        </p:nvSpPr>
        <p:spPr>
          <a:xfrm>
            <a:off x="10387215" y="4107614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3883FF68-1C04-7752-DE69-4EF21BDA944A}"/>
              </a:ext>
            </a:extLst>
          </p:cNvPr>
          <p:cNvSpPr/>
          <p:nvPr/>
        </p:nvSpPr>
        <p:spPr>
          <a:xfrm>
            <a:off x="10473873" y="4078600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FCFB4C18-EE09-8CF4-46E5-4B534220BD6E}"/>
              </a:ext>
            </a:extLst>
          </p:cNvPr>
          <p:cNvGrpSpPr/>
          <p:nvPr/>
        </p:nvGrpSpPr>
        <p:grpSpPr>
          <a:xfrm>
            <a:off x="10185818" y="3475918"/>
            <a:ext cx="433812" cy="332704"/>
            <a:chOff x="8450452" y="2221310"/>
            <a:chExt cx="433812" cy="332704"/>
          </a:xfrm>
        </p:grpSpPr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C94FB74C-3D30-F3BE-C2A0-74C2E1A8D867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405BF446-0211-97DF-1F4C-4CA3BD7AE06D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DE8C337C-7CEC-EB5F-296E-956EADE271F8}"/>
              </a:ext>
            </a:extLst>
          </p:cNvPr>
          <p:cNvGrpSpPr/>
          <p:nvPr/>
        </p:nvGrpSpPr>
        <p:grpSpPr>
          <a:xfrm>
            <a:off x="9312198" y="3610527"/>
            <a:ext cx="433812" cy="332704"/>
            <a:chOff x="7576832" y="2355919"/>
            <a:chExt cx="433812" cy="332704"/>
          </a:xfrm>
        </p:grpSpPr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25BD8F4A-252C-B7CB-5236-A73C7E1BAAE0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D8D92C69-6D5A-2D51-DA0A-CCDBCD06848D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164A308F-54FA-B90A-BD8D-5C425FA7E01E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32E84B73-3B05-C010-B6BA-56B59255F2ED}"/>
              </a:ext>
            </a:extLst>
          </p:cNvPr>
          <p:cNvGrpSpPr/>
          <p:nvPr/>
        </p:nvGrpSpPr>
        <p:grpSpPr>
          <a:xfrm>
            <a:off x="10641358" y="3429679"/>
            <a:ext cx="433812" cy="332704"/>
            <a:chOff x="8905992" y="2175071"/>
            <a:chExt cx="433812" cy="332704"/>
          </a:xfrm>
        </p:grpSpPr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1760B7FD-50E7-FA7B-0676-D9F3533A9DB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14F90C22-523B-00C9-28E8-19A39A490726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6B198D71-AB70-ABC0-B397-ED13AD5522C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83E5EC04-AE8C-6C9C-CA0E-B93B373556C5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4CCE530B-501C-5290-D0BA-4239359F1D86}"/>
              </a:ext>
            </a:extLst>
          </p:cNvPr>
          <p:cNvGrpSpPr/>
          <p:nvPr/>
        </p:nvGrpSpPr>
        <p:grpSpPr>
          <a:xfrm>
            <a:off x="8633610" y="4100566"/>
            <a:ext cx="433812" cy="332704"/>
            <a:chOff x="9309655" y="2557406"/>
            <a:chExt cx="433812" cy="332704"/>
          </a:xfrm>
        </p:grpSpPr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C7D5AFD2-9497-ED1E-F608-72215C7DD818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9146D6E7-33F3-0258-E76C-0A2739780A4F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F2CFCA29-E1C6-920F-8728-D1C47F554914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960E4E93-A937-3F41-45DF-07A21A898DAD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5E5BEBC3-7B46-4589-5499-2FEB143AB8D2}"/>
              </a:ext>
            </a:extLst>
          </p:cNvPr>
          <p:cNvGrpSpPr/>
          <p:nvPr/>
        </p:nvGrpSpPr>
        <p:grpSpPr>
          <a:xfrm>
            <a:off x="10521777" y="3774484"/>
            <a:ext cx="480707" cy="335455"/>
            <a:chOff x="8786411" y="2519876"/>
            <a:chExt cx="480707" cy="335455"/>
          </a:xfrm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C8C1B071-E374-B53B-3702-B081FFF7F849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B4FC3093-C315-86D1-114C-E97C7DF6CEBE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332D6FDD-8695-1782-D701-E891404F2810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D12FB007-A474-5637-059F-3FCB75514810}"/>
              </a:ext>
            </a:extLst>
          </p:cNvPr>
          <p:cNvGrpSpPr/>
          <p:nvPr/>
        </p:nvGrpSpPr>
        <p:grpSpPr>
          <a:xfrm>
            <a:off x="9138917" y="4116858"/>
            <a:ext cx="433812" cy="332704"/>
            <a:chOff x="7839715" y="2553300"/>
            <a:chExt cx="433812" cy="33270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BE211F28-97A1-B36E-99AB-18B019248849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926B188E-1F52-CD19-9337-312FA928AE35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95632738-6FD4-2E50-BAEE-3D4F7470E5EE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7AE2780E-3ECF-6EA9-744F-F028F30A9394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DACB35DA-6270-D30C-61D9-DABE8FF097E5}"/>
              </a:ext>
            </a:extLst>
          </p:cNvPr>
          <p:cNvGrpSpPr/>
          <p:nvPr/>
        </p:nvGrpSpPr>
        <p:grpSpPr>
          <a:xfrm>
            <a:off x="9591435" y="3986006"/>
            <a:ext cx="433812" cy="332704"/>
            <a:chOff x="8292233" y="2422448"/>
            <a:chExt cx="433812" cy="332704"/>
          </a:xfrm>
        </p:grpSpPr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EB0D5DF5-6F0F-1550-EBED-6DE8FC93604B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C576D6D0-6A36-45BF-B176-0B3CE31C910C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4D22B9A0-221A-B8CB-64E0-4FE6AEC12FD6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337" name="Oval 336">
            <a:extLst>
              <a:ext uri="{FF2B5EF4-FFF2-40B4-BE49-F238E27FC236}">
                <a16:creationId xmlns:a16="http://schemas.microsoft.com/office/drawing/2014/main" id="{F2569E25-B730-77CD-5BF7-BDED5AF87845}"/>
              </a:ext>
            </a:extLst>
          </p:cNvPr>
          <p:cNvSpPr/>
          <p:nvPr/>
        </p:nvSpPr>
        <p:spPr>
          <a:xfrm>
            <a:off x="9684217" y="4217023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469D0360-8267-FE11-B459-6DBE04AC035E}"/>
              </a:ext>
            </a:extLst>
          </p:cNvPr>
          <p:cNvSpPr/>
          <p:nvPr/>
        </p:nvSpPr>
        <p:spPr>
          <a:xfrm>
            <a:off x="9951051" y="4416564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3ADF1DB9-101E-BB99-9412-05613253CC9E}"/>
              </a:ext>
            </a:extLst>
          </p:cNvPr>
          <p:cNvSpPr/>
          <p:nvPr/>
        </p:nvSpPr>
        <p:spPr>
          <a:xfrm>
            <a:off x="10037709" y="4387550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3C56E16E-0246-3BAA-E546-E0A9E347FE7A}"/>
              </a:ext>
            </a:extLst>
          </p:cNvPr>
          <p:cNvGrpSpPr/>
          <p:nvPr/>
        </p:nvGrpSpPr>
        <p:grpSpPr>
          <a:xfrm rot="19612653">
            <a:off x="9749654" y="3784868"/>
            <a:ext cx="433812" cy="332704"/>
            <a:chOff x="8450452" y="2221310"/>
            <a:chExt cx="433812" cy="332704"/>
          </a:xfrm>
        </p:grpSpPr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2D3FBCF7-E25C-114A-5867-36A09DD64F84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9F25E49D-C301-A174-BEA5-4BCAE3220764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526A276F-1AD7-B301-40F5-53DBCBEC5F2A}"/>
              </a:ext>
            </a:extLst>
          </p:cNvPr>
          <p:cNvGrpSpPr/>
          <p:nvPr/>
        </p:nvGrpSpPr>
        <p:grpSpPr>
          <a:xfrm>
            <a:off x="8876034" y="3919477"/>
            <a:ext cx="433812" cy="332704"/>
            <a:chOff x="7576832" y="2355919"/>
            <a:chExt cx="433812" cy="332704"/>
          </a:xfrm>
        </p:grpSpPr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88824EFC-D0BF-D124-E10C-37116784EE66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DA7BF89B-A6F1-8C29-4E38-788CD73FFBC9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0018DA31-606B-A836-19D7-DAFED3834D66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A64DA5BF-D2F5-3B7A-BE50-7BE57DCA83BB}"/>
              </a:ext>
            </a:extLst>
          </p:cNvPr>
          <p:cNvGrpSpPr/>
          <p:nvPr/>
        </p:nvGrpSpPr>
        <p:grpSpPr>
          <a:xfrm>
            <a:off x="10205194" y="3738629"/>
            <a:ext cx="433812" cy="332704"/>
            <a:chOff x="8905992" y="2175071"/>
            <a:chExt cx="433812" cy="332704"/>
          </a:xfrm>
        </p:grpSpPr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A3A9C57A-0DD5-DB43-FEDF-996C2764EEEF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2389AB16-28A4-71CB-91A9-7C1F980F4A00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F39387E7-9301-AF82-C419-3B94AFA62E8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9F2EA86B-F488-D0B0-F14C-00AF13C9F61C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B83A8CE5-F6AF-6170-4F8C-15451FCC57A1}"/>
              </a:ext>
            </a:extLst>
          </p:cNvPr>
          <p:cNvGrpSpPr/>
          <p:nvPr/>
        </p:nvGrpSpPr>
        <p:grpSpPr>
          <a:xfrm>
            <a:off x="10458777" y="4100133"/>
            <a:ext cx="433812" cy="332704"/>
            <a:chOff x="9309655" y="2557406"/>
            <a:chExt cx="433812" cy="332704"/>
          </a:xfrm>
        </p:grpSpPr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9413D64B-3942-57C7-7884-E2B68C4C3BF2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2C91E8F2-4632-407E-2B82-79BEB4D658AA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7D80047A-8008-B475-D321-B52616A7B50E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0F11FC9B-B9B7-4C98-22E6-D761B92D738E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833BF14F-DD38-15A4-AFBD-0EA551FC000F}"/>
              </a:ext>
            </a:extLst>
          </p:cNvPr>
          <p:cNvGrpSpPr/>
          <p:nvPr/>
        </p:nvGrpSpPr>
        <p:grpSpPr>
          <a:xfrm rot="9713598">
            <a:off x="10009861" y="4167852"/>
            <a:ext cx="480707" cy="335455"/>
            <a:chOff x="8786411" y="2519876"/>
            <a:chExt cx="480707" cy="335455"/>
          </a:xfrm>
        </p:grpSpPr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2636E5C-96F2-53EE-F2C4-2DE494156A2A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50055016-CDFC-5C52-010F-447D2A1E1F15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980E16C6-04E9-7898-F82E-ACC6E65CC8EC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BD6985BD-A467-8A59-0869-DBD8AFF3C644}"/>
              </a:ext>
            </a:extLst>
          </p:cNvPr>
          <p:cNvGrpSpPr/>
          <p:nvPr/>
        </p:nvGrpSpPr>
        <p:grpSpPr>
          <a:xfrm>
            <a:off x="8829300" y="3639520"/>
            <a:ext cx="674286" cy="340804"/>
            <a:chOff x="7702717" y="2138490"/>
            <a:chExt cx="674286" cy="340804"/>
          </a:xfrm>
        </p:grpSpPr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1477A6D9-1159-2906-ED3F-9EFF39BFC088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154F538E-76C9-9703-3F9C-9A79BE69F235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DE83E64D-4BC9-1552-7E2D-BBD9EEC6260C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CD1959B9-707F-45BC-BB16-CE2B7958ED33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33397379-72A1-BB7F-C6A5-76A26CDDD198}"/>
              </a:ext>
            </a:extLst>
          </p:cNvPr>
          <p:cNvGrpSpPr/>
          <p:nvPr/>
        </p:nvGrpSpPr>
        <p:grpSpPr>
          <a:xfrm>
            <a:off x="10364034" y="3198516"/>
            <a:ext cx="547272" cy="332704"/>
            <a:chOff x="2616513" y="2273732"/>
            <a:chExt cx="547272" cy="332704"/>
          </a:xfrm>
        </p:grpSpPr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D4155BE1-13B1-18B6-B137-DD56CA0FCAA9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C6E7EE63-069B-13A8-31BC-7284C3274AE3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7C35BD3B-CAB5-16CD-9F10-F3D3CE3CE985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F1F7DF9E-5737-C8A4-2420-77606EB3B3E6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9EF84885-07C9-2061-F938-D35C279A90F7}"/>
              </a:ext>
            </a:extLst>
          </p:cNvPr>
          <p:cNvGrpSpPr/>
          <p:nvPr/>
        </p:nvGrpSpPr>
        <p:grpSpPr>
          <a:xfrm>
            <a:off x="9051702" y="3336965"/>
            <a:ext cx="433812" cy="332704"/>
            <a:chOff x="8292233" y="2422448"/>
            <a:chExt cx="433812" cy="332704"/>
          </a:xfrm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21990100-7DE7-2C86-9A6F-9788C07EB1BF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ABEB4E71-7A83-0517-6FDE-8D24124DF189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40324195-575B-74EF-8AB2-B31654441B35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9376AA61-52FC-792D-8407-3D124FB516B7}"/>
              </a:ext>
            </a:extLst>
          </p:cNvPr>
          <p:cNvGrpSpPr/>
          <p:nvPr/>
        </p:nvGrpSpPr>
        <p:grpSpPr>
          <a:xfrm>
            <a:off x="10254233" y="3582850"/>
            <a:ext cx="433812" cy="332704"/>
            <a:chOff x="7839715" y="2553300"/>
            <a:chExt cx="433812" cy="332704"/>
          </a:xfrm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0A99C41D-E3F2-8406-31D5-ECCB90B2666A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12244A65-DA99-BA0B-B5B0-7AFC07009727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BFA5BDED-8845-E7FD-B039-32C5654C96A4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545EC266-9BB5-D413-61BD-B4D2E023C14F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7699D769-BF37-33BE-E9D4-6CA66EB3BE66}"/>
              </a:ext>
            </a:extLst>
          </p:cNvPr>
          <p:cNvGrpSpPr/>
          <p:nvPr/>
        </p:nvGrpSpPr>
        <p:grpSpPr>
          <a:xfrm>
            <a:off x="10750052" y="4074425"/>
            <a:ext cx="433812" cy="332704"/>
            <a:chOff x="8905992" y="2175071"/>
            <a:chExt cx="433812" cy="332704"/>
          </a:xfrm>
        </p:grpSpPr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1673637A-9605-45EE-CA86-EE168D3A8F1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A700A984-60EF-2C2B-3573-425A9D1DA374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6C820973-950C-0023-3232-0FBEB03FD39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78D041BD-B414-E99B-CC4F-8907CB9AFA36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377011CF-2D07-8FAE-31E1-8F737B39D8B9}"/>
              </a:ext>
            </a:extLst>
          </p:cNvPr>
          <p:cNvGrpSpPr/>
          <p:nvPr/>
        </p:nvGrpSpPr>
        <p:grpSpPr>
          <a:xfrm>
            <a:off x="9373071" y="4285993"/>
            <a:ext cx="433812" cy="332704"/>
            <a:chOff x="8905992" y="2175071"/>
            <a:chExt cx="433812" cy="332704"/>
          </a:xfrm>
        </p:grpSpPr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A01B86BF-7AD6-4C75-0F4A-DF1C5B67D3B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322F2A01-4E2A-E44D-EA32-2E988E004DCC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B5F40FD7-9000-EE44-D2DC-F2875487D8A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05CE4E66-3D08-99D6-224C-8BFCD23F9407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4231048E-2864-AD8F-6ED7-D960E7C907E6}"/>
              </a:ext>
            </a:extLst>
          </p:cNvPr>
          <p:cNvGrpSpPr/>
          <p:nvPr/>
        </p:nvGrpSpPr>
        <p:grpSpPr>
          <a:xfrm>
            <a:off x="9233835" y="4119641"/>
            <a:ext cx="547272" cy="332704"/>
            <a:chOff x="2616513" y="2273732"/>
            <a:chExt cx="547272" cy="332704"/>
          </a:xfrm>
        </p:grpSpPr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32D71682-FD52-7545-67F9-3C2AE25B61B9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62B49778-B930-C9D3-58D6-AF727FAF42FE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7E46AC24-F0E7-2195-6D3D-CD8452BE2B75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DB4FFDFE-4829-16C2-5308-5A837EC0B9C8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174983AE-AE76-E29B-608C-7E5620CA1D57}"/>
                  </a:ext>
                </a:extLst>
              </p:cNvPr>
              <p:cNvSpPr txBox="1"/>
              <p:nvPr/>
            </p:nvSpPr>
            <p:spPr>
              <a:xfrm>
                <a:off x="1368871" y="2082453"/>
                <a:ext cx="4876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174983AE-AE76-E29B-608C-7E5620CA1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871" y="2082453"/>
                <a:ext cx="4876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E174108B-58C0-C550-D3FB-E9F831C531C3}"/>
                  </a:ext>
                </a:extLst>
              </p:cNvPr>
              <p:cNvSpPr txBox="1"/>
              <p:nvPr/>
            </p:nvSpPr>
            <p:spPr>
              <a:xfrm>
                <a:off x="2636306" y="1911475"/>
                <a:ext cx="1800172" cy="5377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s-ES" b="1" i="1" noProof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E174108B-58C0-C550-D3FB-E9F831C53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306" y="1911475"/>
                <a:ext cx="1800172" cy="5377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FF1A3774-CFC2-B484-4639-071E95BD7495}"/>
              </a:ext>
            </a:extLst>
          </p:cNvPr>
          <p:cNvCxnSpPr/>
          <p:nvPr/>
        </p:nvCxnSpPr>
        <p:spPr>
          <a:xfrm>
            <a:off x="2232471" y="3541487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890D48E3-EDE4-D68F-740B-F2D3A8707195}"/>
              </a:ext>
            </a:extLst>
          </p:cNvPr>
          <p:cNvCxnSpPr>
            <a:cxnSpLocks/>
          </p:cNvCxnSpPr>
          <p:nvPr/>
        </p:nvCxnSpPr>
        <p:spPr>
          <a:xfrm>
            <a:off x="6384584" y="3523173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01D100EA-C18A-856D-F968-81849AD3D463}"/>
              </a:ext>
            </a:extLst>
          </p:cNvPr>
          <p:cNvCxnSpPr>
            <a:cxnSpLocks/>
          </p:cNvCxnSpPr>
          <p:nvPr/>
        </p:nvCxnSpPr>
        <p:spPr>
          <a:xfrm>
            <a:off x="7768884" y="3523173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8CA78BA4-4FAB-F8C0-B335-A07AB492AB78}"/>
                  </a:ext>
                </a:extLst>
              </p:cNvPr>
              <p:cNvSpPr txBox="1"/>
              <p:nvPr/>
            </p:nvSpPr>
            <p:spPr>
              <a:xfrm>
                <a:off x="7171318" y="3338507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∙∙∙</m:t>
                      </m:r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8CA78BA4-4FAB-F8C0-B335-A07AB492A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318" y="3338507"/>
                <a:ext cx="4331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986CE487-20E3-3D02-F938-7A8B6480CF9E}"/>
                  </a:ext>
                </a:extLst>
              </p:cNvPr>
              <p:cNvSpPr txBox="1"/>
              <p:nvPr/>
            </p:nvSpPr>
            <p:spPr>
              <a:xfrm>
                <a:off x="2066156" y="3564497"/>
                <a:ext cx="95301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noProof="0" dirty="0"/>
                  <a:t>1 gen</a:t>
                </a:r>
              </a:p>
              <a:p>
                <a:pPr algn="ctr"/>
                <a:r>
                  <a:rPr lang="es-ES" noProof="0" dirty="0">
                    <a:solidFill>
                      <a:schemeClr val="accent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b="0" i="0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>
                    <a:solidFill>
                      <a:schemeClr val="accent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986CE487-20E3-3D02-F938-7A8B6480C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156" y="3564497"/>
                <a:ext cx="953018" cy="646331"/>
              </a:xfrm>
              <a:prstGeom prst="rect">
                <a:avLst/>
              </a:prstGeom>
              <a:blipFill>
                <a:blip r:embed="rId6"/>
                <a:stretch>
                  <a:fillRect l="-5769" t="-4717" r="-448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7967C5BA-4C3B-5C7B-B7DF-201794AB5B72}"/>
              </a:ext>
            </a:extLst>
          </p:cNvPr>
          <p:cNvGrpSpPr/>
          <p:nvPr/>
        </p:nvGrpSpPr>
        <p:grpSpPr>
          <a:xfrm>
            <a:off x="5509618" y="3245612"/>
            <a:ext cx="547272" cy="332704"/>
            <a:chOff x="2616513" y="2273732"/>
            <a:chExt cx="547272" cy="332704"/>
          </a:xfrm>
        </p:grpSpPr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16FF8EAD-B44C-945C-7E1D-05C361230156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DCFD1141-4F80-AB84-A719-A636EBC93FCB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DB0F65CE-9078-615E-2FA9-3A1C29A8C1DB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ACD07943-5500-D5C7-8605-453FD7CA0326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A752D30E-237C-C735-39FD-33659A2C89DB}"/>
              </a:ext>
            </a:extLst>
          </p:cNvPr>
          <p:cNvGrpSpPr/>
          <p:nvPr/>
        </p:nvGrpSpPr>
        <p:grpSpPr>
          <a:xfrm>
            <a:off x="4934960" y="3524137"/>
            <a:ext cx="433812" cy="332704"/>
            <a:chOff x="8292233" y="2422448"/>
            <a:chExt cx="433812" cy="332704"/>
          </a:xfrm>
        </p:grpSpPr>
        <p:sp>
          <p:nvSpPr>
            <p:cNvPr id="418" name="Oval 417">
              <a:extLst>
                <a:ext uri="{FF2B5EF4-FFF2-40B4-BE49-F238E27FC236}">
                  <a16:creationId xmlns:a16="http://schemas.microsoft.com/office/drawing/2014/main" id="{52C8593B-CFEA-243C-C3B1-688BB009CD09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B426C311-3BAE-C10A-50B2-0CEBF52A2CBE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BAB48BFC-2612-61D1-8125-E657886C7859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41131FD9-9E25-6A11-DEC6-9DE38703BC39}"/>
              </a:ext>
            </a:extLst>
          </p:cNvPr>
          <p:cNvGrpSpPr/>
          <p:nvPr/>
        </p:nvGrpSpPr>
        <p:grpSpPr>
          <a:xfrm>
            <a:off x="5399817" y="3629946"/>
            <a:ext cx="433812" cy="332704"/>
            <a:chOff x="7839715" y="2553300"/>
            <a:chExt cx="433812" cy="332704"/>
          </a:xfrm>
        </p:grpSpPr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6E71FD74-7672-148E-6E18-4BC6CF1AB426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3EB0F7DC-ABC0-9B55-A6D7-091C83FF68B1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1EFFF0F5-8358-3C17-D3DD-A555420A5FB5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5" name="Oval 424">
              <a:extLst>
                <a:ext uri="{FF2B5EF4-FFF2-40B4-BE49-F238E27FC236}">
                  <a16:creationId xmlns:a16="http://schemas.microsoft.com/office/drawing/2014/main" id="{D073E447-9590-F0AB-C515-31C46A6CFB9E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86A94C87-4632-7420-B51B-D669CC207F69}"/>
              </a:ext>
            </a:extLst>
          </p:cNvPr>
          <p:cNvGrpSpPr/>
          <p:nvPr/>
        </p:nvGrpSpPr>
        <p:grpSpPr>
          <a:xfrm>
            <a:off x="5007733" y="3137632"/>
            <a:ext cx="433812" cy="332704"/>
            <a:chOff x="8905992" y="2175071"/>
            <a:chExt cx="433812" cy="332704"/>
          </a:xfrm>
        </p:grpSpPr>
        <p:sp>
          <p:nvSpPr>
            <p:cNvPr id="427" name="Oval 426">
              <a:extLst>
                <a:ext uri="{FF2B5EF4-FFF2-40B4-BE49-F238E27FC236}">
                  <a16:creationId xmlns:a16="http://schemas.microsoft.com/office/drawing/2014/main" id="{1CCFDF19-07DB-5AF6-AED5-E666DE266580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5F07E690-62FA-4CC9-9CDC-4CBE8E4485D5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FCA327F7-23FA-3F3A-2790-47807113FCB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17F4D0EF-B69B-5A45-EE8A-770224806964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39ACDE24-5C5D-359C-FC2E-01E26D8B3501}"/>
                  </a:ext>
                </a:extLst>
              </p:cNvPr>
              <p:cNvSpPr txBox="1"/>
              <p:nvPr/>
            </p:nvSpPr>
            <p:spPr>
              <a:xfrm>
                <a:off x="4611404" y="1868193"/>
                <a:ext cx="2035814" cy="5389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1" i="1" noProof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s-E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s-E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s-ES" b="1" i="1" noProof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1" i="1" noProof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39ACDE24-5C5D-359C-FC2E-01E26D8B3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404" y="1868193"/>
                <a:ext cx="2035814" cy="5389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024333F5-BAF9-DB1F-6390-64F6EBC1D25C}"/>
              </a:ext>
            </a:extLst>
          </p:cNvPr>
          <p:cNvCxnSpPr/>
          <p:nvPr/>
        </p:nvCxnSpPr>
        <p:spPr>
          <a:xfrm>
            <a:off x="4123760" y="3541487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BA31B14E-203C-FD4F-A892-978BF98BE527}"/>
              </a:ext>
            </a:extLst>
          </p:cNvPr>
          <p:cNvGrpSpPr/>
          <p:nvPr/>
        </p:nvGrpSpPr>
        <p:grpSpPr>
          <a:xfrm>
            <a:off x="5352996" y="2884249"/>
            <a:ext cx="433812" cy="332704"/>
            <a:chOff x="9309655" y="2557406"/>
            <a:chExt cx="433812" cy="332704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50DFFED9-4404-E8D7-1625-4AB762C43B5D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ADE71FEB-43B3-AF14-D092-A697CDCDB7F2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8CEBCAD7-B7AB-A0D7-26D5-013C93E4AB30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B0B71E0A-85E7-F5BE-ADDA-A99B38E7CE3C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F8C111B1-2C1B-9028-65E9-072CDD7DD587}"/>
              </a:ext>
            </a:extLst>
          </p:cNvPr>
          <p:cNvGrpSpPr/>
          <p:nvPr/>
        </p:nvGrpSpPr>
        <p:grpSpPr>
          <a:xfrm>
            <a:off x="5043657" y="3919407"/>
            <a:ext cx="433812" cy="332704"/>
            <a:chOff x="8450452" y="2221310"/>
            <a:chExt cx="433812" cy="332704"/>
          </a:xfrm>
        </p:grpSpPr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A4B601DC-54F0-2441-6D2C-2479C6B9FF9E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20620B6D-A789-3D68-11BA-D3B4F4382371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10D8F954-9CA5-D26C-BC83-D91A67996A33}"/>
              </a:ext>
            </a:extLst>
          </p:cNvPr>
          <p:cNvGrpSpPr/>
          <p:nvPr/>
        </p:nvGrpSpPr>
        <p:grpSpPr>
          <a:xfrm>
            <a:off x="5630260" y="4016789"/>
            <a:ext cx="433812" cy="332704"/>
            <a:chOff x="7576832" y="2355919"/>
            <a:chExt cx="433812" cy="332704"/>
          </a:xfrm>
        </p:grpSpPr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D98D05A9-3F1E-A368-2C35-7680C9009E81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7DA1569B-4F33-9084-D54C-A25DB6F1E73A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B78E226B-5E4B-A2FF-855A-C83D19092485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5B23A284-9657-5551-29A6-7B64EAFE2B5B}"/>
              </a:ext>
            </a:extLst>
          </p:cNvPr>
          <p:cNvGrpSpPr/>
          <p:nvPr/>
        </p:nvGrpSpPr>
        <p:grpSpPr>
          <a:xfrm>
            <a:off x="5887655" y="3556206"/>
            <a:ext cx="433812" cy="332704"/>
            <a:chOff x="8905992" y="2175071"/>
            <a:chExt cx="433812" cy="332704"/>
          </a:xfrm>
        </p:grpSpPr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17124CF9-EDAD-79A9-E6C2-E4B1A0C3840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8A0DB7EE-B9AC-E2C1-4094-611E51B65546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4267AE45-0EB7-361C-377F-BB7D60E20A24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893E0977-E617-CE99-2805-1E14663189E0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7200FB-F320-B73B-37B7-70DD8F58F8F3}"/>
                  </a:ext>
                </a:extLst>
              </p:cNvPr>
              <p:cNvSpPr txBox="1"/>
              <p:nvPr/>
            </p:nvSpPr>
            <p:spPr>
              <a:xfrm>
                <a:off x="1392633" y="4898874"/>
                <a:ext cx="9406746" cy="1419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800" noProof="0" dirty="0"/>
                  <a:t>Conociendo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2800" noProof="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sz="2800" i="1" noProof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ES" sz="2800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800" noProof="0" dirty="0">
                    <a:sym typeface="Wingdings" panose="05000000000000000000" pitchFamily="2" charset="2"/>
                  </a:rPr>
                  <a:t></a:t>
                </a:r>
                <a:r>
                  <a:rPr lang="es-ES" sz="2800" noProof="0" dirty="0"/>
                  <a:t> ¿Cuanto </a:t>
                </a:r>
                <a:r>
                  <a:rPr lang="es-ES" sz="2800" b="1" u="sng" noProof="0" dirty="0">
                    <a:solidFill>
                      <a:srgbClr val="92D050"/>
                    </a:solidFill>
                  </a:rPr>
                  <a:t>tiempo aproximado</a:t>
                </a:r>
                <a:r>
                  <a:rPr lang="es-ES" sz="2800" u="sng" noProof="0" dirty="0">
                    <a:solidFill>
                      <a:srgbClr val="92D050"/>
                    </a:solidFill>
                  </a:rPr>
                  <a:t> </a:t>
                </a:r>
                <a:r>
                  <a:rPr lang="es-ES" sz="2800" noProof="0" dirty="0"/>
                  <a:t>es necesario para alcanzar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2800" i="1" noProof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ES" sz="2800" noProof="0" dirty="0"/>
                  <a:t>?</a:t>
                </a:r>
              </a:p>
              <a:p>
                <a:pPr algn="ctr"/>
                <a:r>
                  <a:rPr lang="es-ES" sz="2800" b="1" noProof="0" dirty="0"/>
                  <a:t>USAR BUSQUEDA POR BISECCIÓN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7200FB-F320-B73B-37B7-70DD8F58F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633" y="4898874"/>
                <a:ext cx="9406746" cy="1419491"/>
              </a:xfrm>
              <a:prstGeom prst="rect">
                <a:avLst/>
              </a:prstGeom>
              <a:blipFill>
                <a:blip r:embed="rId8"/>
                <a:stretch>
                  <a:fillRect t="-6034" b="-1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CB33A9A-3255-42FB-B1D1-BED94973A421}"/>
              </a:ext>
            </a:extLst>
          </p:cNvPr>
          <p:cNvSpPr txBox="1"/>
          <p:nvPr/>
        </p:nvSpPr>
        <p:spPr>
          <a:xfrm>
            <a:off x="1196551" y="168461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Inicial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34B1E-A9E6-BA92-28EF-4202EBE52A1B}"/>
              </a:ext>
            </a:extLst>
          </p:cNvPr>
          <p:cNvSpPr txBox="1"/>
          <p:nvPr/>
        </p:nvSpPr>
        <p:spPr>
          <a:xfrm>
            <a:off x="9473289" y="1684617"/>
            <a:ext cx="698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Final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278C6C-A3CE-F3D6-0EF8-0C03B6803100}"/>
                  </a:ext>
                </a:extLst>
              </p:cNvPr>
              <p:cNvSpPr txBox="1"/>
              <p:nvPr/>
            </p:nvSpPr>
            <p:spPr>
              <a:xfrm>
                <a:off x="872356" y="722754"/>
                <a:ext cx="2387600" cy="47545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2400" b="1" i="1" noProof="0" smtClean="0"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s-ES" sz="2400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ES" sz="2400" b="1" i="0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 noProof="0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ES" sz="2400" b="1" i="0" noProof="0" smtClean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s-ES" sz="2400" b="1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278C6C-A3CE-F3D6-0EF8-0C03B6803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56" y="722754"/>
                <a:ext cx="2387600" cy="4754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9AF36A-82B9-2E2E-F823-E4A6CA134E50}"/>
                  </a:ext>
                </a:extLst>
              </p:cNvPr>
              <p:cNvSpPr txBox="1"/>
              <p:nvPr/>
            </p:nvSpPr>
            <p:spPr>
              <a:xfrm>
                <a:off x="3740974" y="3564497"/>
                <a:ext cx="134896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noProof="0" dirty="0"/>
                  <a:t>2 gen</a:t>
                </a:r>
              </a:p>
              <a:p>
                <a:pPr algn="ctr"/>
                <a:r>
                  <a:rPr lang="es-ES" noProof="0" dirty="0">
                    <a:solidFill>
                      <a:schemeClr val="accent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b="0" i="0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>
                    <a:solidFill>
                      <a:schemeClr val="accent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9AF36A-82B9-2E2E-F823-E4A6CA134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974" y="3564497"/>
                <a:ext cx="1348960" cy="646331"/>
              </a:xfrm>
              <a:prstGeom prst="rect">
                <a:avLst/>
              </a:prstGeom>
              <a:blipFill>
                <a:blip r:embed="rId10"/>
                <a:stretch>
                  <a:fillRect l="-3620" t="-4717" r="-316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7A63EE-ED1C-90BD-E4AE-35FD15AB9636}"/>
                  </a:ext>
                </a:extLst>
              </p:cNvPr>
              <p:cNvSpPr txBox="1"/>
              <p:nvPr/>
            </p:nvSpPr>
            <p:spPr>
              <a:xfrm>
                <a:off x="6655954" y="3564497"/>
                <a:ext cx="1468800" cy="668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s-ES" i="1" noProof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s-ES" noProof="0" dirty="0"/>
                  <a:t> gen</a:t>
                </a:r>
              </a:p>
              <a:p>
                <a:pPr algn="ctr"/>
                <a:r>
                  <a:rPr lang="es-ES" noProof="0" dirty="0">
                    <a:solidFill>
                      <a:schemeClr val="accent2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b="0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ES" b="0" i="0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>
                    <a:solidFill>
                      <a:schemeClr val="accent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7A63EE-ED1C-90BD-E4AE-35FD15AB9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954" y="3564497"/>
                <a:ext cx="1468800" cy="668581"/>
              </a:xfrm>
              <a:prstGeom prst="rect">
                <a:avLst/>
              </a:prstGeom>
              <a:blipFill>
                <a:blip r:embed="rId11"/>
                <a:stretch>
                  <a:fillRect l="-3320" t="-4587" r="-2905" b="-12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CE9562-0EBA-90EA-BF91-96C5AFDAEFE4}"/>
                  </a:ext>
                </a:extLst>
              </p:cNvPr>
              <p:cNvSpPr txBox="1"/>
              <p:nvPr/>
            </p:nvSpPr>
            <p:spPr>
              <a:xfrm>
                <a:off x="8663872" y="1868193"/>
                <a:ext cx="2278060" cy="5868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s-ES" b="1" i="1" noProof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CE9562-0EBA-90EA-BF91-96C5AFDAE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872" y="1868193"/>
                <a:ext cx="2278060" cy="5868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BDEDE9-53D1-F1CB-A1C1-CE749EB1A247}"/>
                  </a:ext>
                </a:extLst>
              </p:cNvPr>
              <p:cNvSpPr txBox="1"/>
              <p:nvPr/>
            </p:nvSpPr>
            <p:spPr>
              <a:xfrm>
                <a:off x="2982490" y="2472195"/>
                <a:ext cx="10852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1200" b="0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BDEDE9-53D1-F1CB-A1C1-CE749EB1A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490" y="2472195"/>
                <a:ext cx="1085297" cy="276999"/>
              </a:xfrm>
              <a:prstGeom prst="rect">
                <a:avLst/>
              </a:prstGeom>
              <a:blipFill>
                <a:blip r:embed="rId13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254FC9-3C2C-1D9C-6DD2-CFB0BCD977D4}"/>
                  </a:ext>
                </a:extLst>
              </p:cNvPr>
              <p:cNvSpPr txBox="1"/>
              <p:nvPr/>
            </p:nvSpPr>
            <p:spPr>
              <a:xfrm>
                <a:off x="4708869" y="2472195"/>
                <a:ext cx="17473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1200" b="0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1200" b="1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200" b="1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s-ES" sz="1200" i="1" noProof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254FC9-3C2C-1D9C-6DD2-CFB0BCD97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869" y="2472195"/>
                <a:ext cx="1747338" cy="276999"/>
              </a:xfrm>
              <a:prstGeom prst="rect">
                <a:avLst/>
              </a:prstGeom>
              <a:blipFill>
                <a:blip r:embed="rId14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573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AAC6E-AB14-3673-EA79-BF89A6964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084201C-5F4B-9C00-D245-70B5340B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EEE24A-AE2E-7321-4700-60621F9329B4}"/>
                  </a:ext>
                </a:extLst>
              </p:cNvPr>
              <p:cNvSpPr txBox="1"/>
              <p:nvPr/>
            </p:nvSpPr>
            <p:spPr>
              <a:xfrm>
                <a:off x="594403" y="1699450"/>
                <a:ext cx="5501597" cy="2075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u="sng" noProof="0" dirty="0"/>
                  <a:t>Reescribir el programa</a:t>
                </a:r>
                <a:r>
                  <a:rPr lang="es-ES" b="1" u="sng" noProof="0" dirty="0"/>
                  <a:t> </a:t>
                </a:r>
                <a:r>
                  <a:rPr lang="es-ES" u="sng" noProof="0" dirty="0"/>
                  <a:t>de levaduras</a:t>
                </a:r>
                <a:r>
                  <a:rPr lang="es-ES" noProof="0" dirty="0"/>
                  <a:t>:</a:t>
                </a:r>
              </a:p>
              <a:p>
                <a:pPr algn="ctr"/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Tome como input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noProof="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Sabiendo que las células se duplican cada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/>
                  <a:t> horas: calcule el tiempo necesario para alcanzar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ES" noProof="0" dirty="0"/>
                  <a:t> a partir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noProof="0" dirty="0"/>
                  <a:t> utilizando un algoritmo de </a:t>
                </a:r>
                <a:r>
                  <a:rPr lang="es-ES" b="1" noProof="0" dirty="0"/>
                  <a:t>enumeración exhaustiva por aproximación</a:t>
                </a:r>
                <a:endParaRPr lang="es-ES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EEE24A-AE2E-7321-4700-60621F932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03" y="1699450"/>
                <a:ext cx="5501597" cy="2075825"/>
              </a:xfrm>
              <a:prstGeom prst="rect">
                <a:avLst/>
              </a:prstGeom>
              <a:blipFill>
                <a:blip r:embed="rId2"/>
                <a:stretch>
                  <a:fillRect l="-776" t="-1471" b="-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77B5C64-0928-92CE-B9FC-69E93EA9214A}"/>
              </a:ext>
            </a:extLst>
          </p:cNvPr>
          <p:cNvSpPr txBox="1"/>
          <p:nvPr/>
        </p:nvSpPr>
        <p:spPr>
          <a:xfrm>
            <a:off x="6096000" y="1699450"/>
            <a:ext cx="55015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Solo usar</a:t>
            </a:r>
            <a:r>
              <a:rPr lang="es-ES" noProof="0" dirty="0"/>
              <a:t>:</a:t>
            </a:r>
          </a:p>
          <a:p>
            <a:pPr algn="ctr"/>
            <a:endParaRPr lang="es-ES" noProof="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Ramificación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 err="1">
                <a:latin typeface="Consolas" panose="020B0609020204030204" pitchFamily="49" charset="0"/>
              </a:rPr>
              <a:t>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else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Operaciones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+, -, *, /,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Comparaciones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==, !=, &lt;=, &gt;,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Lógica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and, </a:t>
            </a:r>
            <a:r>
              <a:rPr lang="es-ES" noProof="0" dirty="0" err="1">
                <a:latin typeface="Consolas" panose="020B0609020204030204" pitchFamily="49" charset="0"/>
              </a:rPr>
              <a:t>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not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/>
              <a:t>Iteración</a:t>
            </a:r>
            <a:r>
              <a:rPr lang="es-ES" noProof="0" dirty="0"/>
              <a:t>		(</a:t>
            </a:r>
            <a:r>
              <a:rPr lang="es-ES" noProof="0" dirty="0" err="1">
                <a:latin typeface="Consolas" panose="020B0609020204030204" pitchFamily="49" charset="0"/>
              </a:rPr>
              <a:t>for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while</a:t>
            </a:r>
            <a:r>
              <a:rPr lang="es-ES" noProof="0" dirty="0">
                <a:latin typeface="Consolas" panose="020B0609020204030204" pitchFamily="49" charset="0"/>
              </a:rPr>
              <a:t>, break</a:t>
            </a:r>
            <a:r>
              <a:rPr lang="es-ES" noProof="0" dirty="0"/>
              <a:t>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317CE65-7F1A-C357-EFC4-D08981CCDCF1}"/>
              </a:ext>
            </a:extLst>
          </p:cNvPr>
          <p:cNvGrpSpPr/>
          <p:nvPr/>
        </p:nvGrpSpPr>
        <p:grpSpPr>
          <a:xfrm rot="20727627">
            <a:off x="7307117" y="154499"/>
            <a:ext cx="674286" cy="340804"/>
            <a:chOff x="7702717" y="2138490"/>
            <a:chExt cx="674286" cy="34080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183E2AB-5F85-83B4-28EF-5FBDAA3A8A67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173EEAB-A828-2C27-103C-14F9CBCA22C7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C31D8BD-291A-49D3-3A97-8E7A73B02713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2845A1D-E209-3899-5EAD-10757665DC23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3D4410-9692-DC71-0AD2-11B92C160B47}"/>
              </a:ext>
            </a:extLst>
          </p:cNvPr>
          <p:cNvGrpSpPr/>
          <p:nvPr/>
        </p:nvGrpSpPr>
        <p:grpSpPr>
          <a:xfrm>
            <a:off x="3830172" y="158549"/>
            <a:ext cx="433812" cy="332704"/>
            <a:chOff x="7839715" y="2553300"/>
            <a:chExt cx="433812" cy="33270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BB9D2D7-681E-0D7D-49D5-A3F7985AC67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299E77F-8FA3-256D-23EA-0CCB9F2F2B20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1571A06-91E8-564E-F161-3C9C390DB334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2BDE9F4-AA2D-1D4F-ED10-EC8DA8548FA8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BF360B0-8BB1-0E9E-FC4D-F7186ACA2E25}"/>
              </a:ext>
            </a:extLst>
          </p:cNvPr>
          <p:cNvGrpSpPr/>
          <p:nvPr/>
        </p:nvGrpSpPr>
        <p:grpSpPr>
          <a:xfrm>
            <a:off x="6271854" y="158549"/>
            <a:ext cx="433812" cy="332704"/>
            <a:chOff x="8292233" y="2422448"/>
            <a:chExt cx="433812" cy="33270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8E938EA-9A46-1B70-837C-7050C6A4DADA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335EF5C-1C0A-29C6-C7E7-572EAB32E53C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36C64C7-9A99-9B1F-7528-A9B5C16CAE0D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C580CB11-566F-0682-19D2-F3C89D06784A}"/>
              </a:ext>
            </a:extLst>
          </p:cNvPr>
          <p:cNvSpPr/>
          <p:nvPr/>
        </p:nvSpPr>
        <p:spPr>
          <a:xfrm>
            <a:off x="7060025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A3413F0-8B32-91E6-223B-F5684AE273D8}"/>
              </a:ext>
            </a:extLst>
          </p:cNvPr>
          <p:cNvSpPr/>
          <p:nvPr/>
        </p:nvSpPr>
        <p:spPr>
          <a:xfrm>
            <a:off x="8420801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0CF429A-2C01-1CB5-986B-1D19166E4958}"/>
              </a:ext>
            </a:extLst>
          </p:cNvPr>
          <p:cNvSpPr/>
          <p:nvPr/>
        </p:nvSpPr>
        <p:spPr>
          <a:xfrm>
            <a:off x="841173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B4A4ED-AAE8-C394-A9F1-09CE8F325ABA}"/>
              </a:ext>
            </a:extLst>
          </p:cNvPr>
          <p:cNvGrpSpPr/>
          <p:nvPr/>
        </p:nvGrpSpPr>
        <p:grpSpPr>
          <a:xfrm>
            <a:off x="7926617" y="158549"/>
            <a:ext cx="433812" cy="332704"/>
            <a:chOff x="8450452" y="2221310"/>
            <a:chExt cx="433812" cy="3327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A574D1E-B633-35DE-2CA2-80FA44FE79D6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C97799E-4524-E973-BE80-76DF36B126F8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5208134-1C24-484A-8E70-C2ADC85B39BB}"/>
              </a:ext>
            </a:extLst>
          </p:cNvPr>
          <p:cNvGrpSpPr/>
          <p:nvPr/>
        </p:nvGrpSpPr>
        <p:grpSpPr>
          <a:xfrm>
            <a:off x="1866672" y="158549"/>
            <a:ext cx="433812" cy="332704"/>
            <a:chOff x="7576832" y="2355919"/>
            <a:chExt cx="433812" cy="33270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689D040-B3EA-56D5-6847-247F7109DD1B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07218E5-80F9-AA89-DA12-72CBDC57726B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CEE50A1-D136-BD82-2732-174B36ACD856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65D05A5-29FB-1158-4BDB-96D9AEDB8805}"/>
              </a:ext>
            </a:extLst>
          </p:cNvPr>
          <p:cNvGrpSpPr/>
          <p:nvPr/>
        </p:nvGrpSpPr>
        <p:grpSpPr>
          <a:xfrm>
            <a:off x="9979011" y="158549"/>
            <a:ext cx="433812" cy="332704"/>
            <a:chOff x="8905992" y="2175071"/>
            <a:chExt cx="433812" cy="3327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D25C4A8-0616-E10A-5D17-B75A6F6F25F9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F7F500E-2292-3E6F-B1ED-55554501D13B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F4CDCBE-D720-ACFB-3902-BEBF2467CA2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1C3EE3B-67B6-5E87-47A7-64E3632EFB33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8B77812-E374-5ED0-74A1-9429CC71DF89}"/>
              </a:ext>
            </a:extLst>
          </p:cNvPr>
          <p:cNvGrpSpPr/>
          <p:nvPr/>
        </p:nvGrpSpPr>
        <p:grpSpPr>
          <a:xfrm>
            <a:off x="10939839" y="158549"/>
            <a:ext cx="433812" cy="332704"/>
            <a:chOff x="9309655" y="2557406"/>
            <a:chExt cx="433812" cy="332704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5E939EC-606E-4ED0-759C-7697741D2848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922A309-3A79-CC97-C817-B56530E482C5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6709FF8-6430-8FD1-80E0-F93403AB9D10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40C7ECE-EAEB-9808-4250-A0DD7B78F95A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7A06ECF-921A-4ACF-AC81-54391DDA3214}"/>
              </a:ext>
            </a:extLst>
          </p:cNvPr>
          <p:cNvGrpSpPr/>
          <p:nvPr/>
        </p:nvGrpSpPr>
        <p:grpSpPr>
          <a:xfrm>
            <a:off x="9305998" y="157174"/>
            <a:ext cx="480707" cy="335455"/>
            <a:chOff x="8786411" y="2519876"/>
            <a:chExt cx="480707" cy="33545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9540C25-F32A-9062-F3F6-F1DAC512B57D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D7140D2-CA1F-2831-7595-42D4A42524E0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F13A832-D85F-F000-05FB-1A626DA641AB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8C42A9E-4125-B12F-3607-B37818AD0BC4}"/>
              </a:ext>
            </a:extLst>
          </p:cNvPr>
          <p:cNvGrpSpPr/>
          <p:nvPr/>
        </p:nvGrpSpPr>
        <p:grpSpPr>
          <a:xfrm rot="1225737">
            <a:off x="3342606" y="154499"/>
            <a:ext cx="674286" cy="340804"/>
            <a:chOff x="7702717" y="2138490"/>
            <a:chExt cx="674286" cy="340804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3E90671-9909-3A45-5EAE-AABEAAEB4723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457FC59-ECF5-8F72-EA04-98B554D7D804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37AB4B9-5891-A66D-8EE0-24FAEC0865F2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083D64F-CEBF-53FA-1EC4-35A4297F5859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3BCEB43-6485-F33A-EDBF-AE7027E3A68E}"/>
              </a:ext>
            </a:extLst>
          </p:cNvPr>
          <p:cNvGrpSpPr/>
          <p:nvPr/>
        </p:nvGrpSpPr>
        <p:grpSpPr>
          <a:xfrm>
            <a:off x="764844" y="158549"/>
            <a:ext cx="433812" cy="332704"/>
            <a:chOff x="7839715" y="2553300"/>
            <a:chExt cx="433812" cy="332704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FB5015C-B84B-4A03-4A7C-41EEE2AA27AE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DBE8E09-7495-0318-C2EB-F375C9EBF31B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F1C82F0-6D16-9708-B0DD-69B3470FC3DA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3C3C032-5E73-1EA1-EFDA-D86A48562112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8E73C42-5B42-BC2C-D94D-2B3A94C8E4BD}"/>
              </a:ext>
            </a:extLst>
          </p:cNvPr>
          <p:cNvGrpSpPr/>
          <p:nvPr/>
        </p:nvGrpSpPr>
        <p:grpSpPr>
          <a:xfrm rot="19742808">
            <a:off x="4077264" y="158549"/>
            <a:ext cx="433812" cy="332704"/>
            <a:chOff x="8292233" y="2422448"/>
            <a:chExt cx="433812" cy="332704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55B0755-81A8-8EAD-6D79-01023D4AC132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906E3B1-90C2-11F7-7493-3DD4E71F7C54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B623297-527B-EAAF-636D-C40EB32BC72F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F811838A-A928-972A-DB24-302CF2624015}"/>
              </a:ext>
            </a:extLst>
          </p:cNvPr>
          <p:cNvSpPr/>
          <p:nvPr/>
        </p:nvSpPr>
        <p:spPr>
          <a:xfrm rot="4509800">
            <a:off x="432435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E7F8288-B8DD-5A1E-2644-92CAA68A31CC}"/>
              </a:ext>
            </a:extLst>
          </p:cNvPr>
          <p:cNvSpPr/>
          <p:nvPr/>
        </p:nvSpPr>
        <p:spPr>
          <a:xfrm>
            <a:off x="5426184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560E007-8C94-B27F-FDE4-2B3D0DF7CD9A}"/>
              </a:ext>
            </a:extLst>
          </p:cNvPr>
          <p:cNvSpPr/>
          <p:nvPr/>
        </p:nvSpPr>
        <p:spPr>
          <a:xfrm>
            <a:off x="5918670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1875CA3-3F6E-0410-A55C-288C783FE908}"/>
              </a:ext>
            </a:extLst>
          </p:cNvPr>
          <p:cNvGrpSpPr/>
          <p:nvPr/>
        </p:nvGrpSpPr>
        <p:grpSpPr>
          <a:xfrm>
            <a:off x="5179092" y="158549"/>
            <a:ext cx="433812" cy="332704"/>
            <a:chOff x="8450452" y="2221310"/>
            <a:chExt cx="433812" cy="332704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FC0D2D9-C9CA-20BC-02FA-9E3FD6083B15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FE2013A-8ADF-46CB-9CFD-37C10F177D60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40DAA48-601E-8C8E-A2F4-983F9A8B230D}"/>
              </a:ext>
            </a:extLst>
          </p:cNvPr>
          <p:cNvGrpSpPr/>
          <p:nvPr/>
        </p:nvGrpSpPr>
        <p:grpSpPr>
          <a:xfrm rot="163405">
            <a:off x="30186" y="158549"/>
            <a:ext cx="433812" cy="332704"/>
            <a:chOff x="7576832" y="2355919"/>
            <a:chExt cx="433812" cy="33270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E6BF8CE-30D5-83EF-8E39-795A94DB176B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A672F83-17A1-6132-3846-D8B57C75DF7C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A465A52-5C5C-9660-D227-EABD09C67C24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CBFDAB7-D160-E460-7DE6-5486D25819A8}"/>
              </a:ext>
            </a:extLst>
          </p:cNvPr>
          <p:cNvGrpSpPr/>
          <p:nvPr/>
        </p:nvGrpSpPr>
        <p:grpSpPr>
          <a:xfrm>
            <a:off x="8173709" y="158549"/>
            <a:ext cx="433812" cy="332704"/>
            <a:chOff x="8905992" y="2175071"/>
            <a:chExt cx="433812" cy="332704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AD34335-DBA5-7946-8DB3-50EE361A7009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FA0CE89-741C-3ABD-7FB0-B576E2B58BDB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42E9EF9-0F22-201C-2CA5-DDBC759334D3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72504B4-B9CD-66AE-38F6-57CCFBDA6417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DBA5143-8C2E-ED2B-2D9E-C351322BCD9E}"/>
              </a:ext>
            </a:extLst>
          </p:cNvPr>
          <p:cNvGrpSpPr/>
          <p:nvPr/>
        </p:nvGrpSpPr>
        <p:grpSpPr>
          <a:xfrm>
            <a:off x="8811814" y="158549"/>
            <a:ext cx="433812" cy="332704"/>
            <a:chOff x="9309655" y="2557406"/>
            <a:chExt cx="433812" cy="332704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12B34469-FA5F-CD7B-06B3-F5D92A7F784E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C790ECC-0D07-4523-D8A8-CCA37D362EED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59636266-940B-A51A-AD82-FF1E023DA8A1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9DD245A4-52EF-F1C1-4F8B-3BC38D456365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BB4D242-251A-6576-022A-CE69A16B9771}"/>
              </a:ext>
            </a:extLst>
          </p:cNvPr>
          <p:cNvGrpSpPr/>
          <p:nvPr/>
        </p:nvGrpSpPr>
        <p:grpSpPr>
          <a:xfrm rot="4073409">
            <a:off x="6766038" y="157174"/>
            <a:ext cx="480707" cy="335455"/>
            <a:chOff x="8786411" y="2519876"/>
            <a:chExt cx="480707" cy="335455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86B07F6-DBE0-F7BC-74BF-42542E991E4F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5DF6E962-8306-EB16-035D-A970CA44E111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6599E3E-9E89-5962-B243-66C1F12D4961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9535A10-A24E-F3DB-5B14-DF1E0A2F24DC}"/>
              </a:ext>
            </a:extLst>
          </p:cNvPr>
          <p:cNvGrpSpPr/>
          <p:nvPr/>
        </p:nvGrpSpPr>
        <p:grpSpPr>
          <a:xfrm rot="8866267">
            <a:off x="277278" y="154499"/>
            <a:ext cx="674286" cy="340804"/>
            <a:chOff x="7702717" y="2138490"/>
            <a:chExt cx="674286" cy="340804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327AC31-2EC3-7737-6650-5C9F2B171CE5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42E5FBDC-285C-56CD-0645-B47B11488A7E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459C59A-2916-2CD6-9705-DB8E3C4B3612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B382ACA-886C-35F3-04B8-D145E597241E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F147D4D-8B55-A1CF-9B08-0CFF1EFCAE9D}"/>
              </a:ext>
            </a:extLst>
          </p:cNvPr>
          <p:cNvGrpSpPr/>
          <p:nvPr/>
        </p:nvGrpSpPr>
        <p:grpSpPr>
          <a:xfrm rot="10800000">
            <a:off x="5558118" y="158549"/>
            <a:ext cx="547272" cy="332704"/>
            <a:chOff x="2616513" y="2273732"/>
            <a:chExt cx="547272" cy="332704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B74DA61-39AF-5843-216B-63F924455BFA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8D6FF99B-E26C-A183-8ADA-8F329C6C1491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2C9BA03E-5C0B-F0BB-1B5C-1AF8E51646F3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1859DE9-992F-C6E4-2EC4-52953F50437B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0F74459-20D4-3A35-F017-72B3AA70D020}"/>
              </a:ext>
            </a:extLst>
          </p:cNvPr>
          <p:cNvGrpSpPr/>
          <p:nvPr/>
        </p:nvGrpSpPr>
        <p:grpSpPr>
          <a:xfrm rot="20606813">
            <a:off x="1011936" y="158549"/>
            <a:ext cx="433812" cy="332704"/>
            <a:chOff x="8292233" y="2422448"/>
            <a:chExt cx="433812" cy="332704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F91A424-D845-8DD9-60D2-A2F365AE464A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9957484B-0959-0E13-A4EE-A2BE5FDFF2C3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D50F5435-1FC3-25C8-8122-3765F40ABF4A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FD90602-C5C3-4354-EE37-079F0544A4BE}"/>
              </a:ext>
            </a:extLst>
          </p:cNvPr>
          <p:cNvGrpSpPr/>
          <p:nvPr/>
        </p:nvGrpSpPr>
        <p:grpSpPr>
          <a:xfrm rot="16923898">
            <a:off x="8164643" y="158549"/>
            <a:ext cx="433812" cy="332704"/>
            <a:chOff x="7839715" y="2553300"/>
            <a:chExt cx="433812" cy="332704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306DA0AA-DFDB-7CE3-3907-9B3BAA3ABBA6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81A08F6-D2C3-96F2-3D75-1F92730CE0A9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9FF2BBCC-E713-6BB1-D2AB-3C0390541FBF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B3C6C189-69BF-7BF9-5B29-D3FE34F245F2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E3F1E95-35DF-6CB6-7345-06C94A5B2AED}"/>
              </a:ext>
            </a:extLst>
          </p:cNvPr>
          <p:cNvGrpSpPr/>
          <p:nvPr/>
        </p:nvGrpSpPr>
        <p:grpSpPr>
          <a:xfrm rot="6069054">
            <a:off x="11186931" y="158549"/>
            <a:ext cx="433812" cy="332704"/>
            <a:chOff x="8905992" y="2175071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790DC3A1-C461-028A-BDEF-552A3247BB5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200E83E3-4BB8-B693-10B6-A6F6DA7FE66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D5D0517-DD0C-23CE-185A-9B4B575F6DE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B99B0030-F8D0-00F3-E67C-F214221EC9E5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9463486-451A-35CB-5A63-0F8A42F83B57}"/>
              </a:ext>
            </a:extLst>
          </p:cNvPr>
          <p:cNvGrpSpPr/>
          <p:nvPr/>
        </p:nvGrpSpPr>
        <p:grpSpPr>
          <a:xfrm>
            <a:off x="2601330" y="158549"/>
            <a:ext cx="433812" cy="332704"/>
            <a:chOff x="8905992" y="2175071"/>
            <a:chExt cx="433812" cy="332704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9541CBAE-D55C-1CE6-3B74-4628F2B9AAD9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22F8689E-A05A-124A-8BBE-A4C74D8FF648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8D18E7F-245C-F7E9-6C4E-97A136FC3539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F3E872DA-C24C-2BE2-9659-8A345E4A12D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1FCACBF-0AA3-7994-3836-34B4A5C2A468}"/>
              </a:ext>
            </a:extLst>
          </p:cNvPr>
          <p:cNvGrpSpPr/>
          <p:nvPr/>
        </p:nvGrpSpPr>
        <p:grpSpPr>
          <a:xfrm>
            <a:off x="1506120" y="158549"/>
            <a:ext cx="547272" cy="332704"/>
            <a:chOff x="2616513" y="2273732"/>
            <a:chExt cx="547272" cy="332704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D584C63-4D42-F218-0C95-1F62AD01D2CB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72C51882-103A-AB43-A582-C1FDE88ACFD4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1A29EAB-9106-04E0-97FF-7C3BAD23D9B1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A440D67-8067-BB4A-B7D1-851E5340DFC3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5D229A3-DD18-DCC8-2C26-F76B17BEDF21}"/>
              </a:ext>
            </a:extLst>
          </p:cNvPr>
          <p:cNvGrpSpPr/>
          <p:nvPr/>
        </p:nvGrpSpPr>
        <p:grpSpPr>
          <a:xfrm rot="19812029">
            <a:off x="5777670" y="158549"/>
            <a:ext cx="433812" cy="332704"/>
            <a:chOff x="7839715" y="2553300"/>
            <a:chExt cx="433812" cy="332704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DC13342F-8EFC-D062-8825-3DB2A5134CD8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2F28351C-2F0D-7813-027E-D14B87813A42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8C37424A-2380-6291-1BB8-3B4B29DF1C3F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AAD86F5F-2BFF-36B6-D76E-FE0F656C2871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8A1B1C0-02EC-35FC-719F-FF4E6C2E88B3}"/>
              </a:ext>
            </a:extLst>
          </p:cNvPr>
          <p:cNvGrpSpPr/>
          <p:nvPr/>
        </p:nvGrpSpPr>
        <p:grpSpPr>
          <a:xfrm>
            <a:off x="8270735" y="158549"/>
            <a:ext cx="433812" cy="332704"/>
            <a:chOff x="8292233" y="2422448"/>
            <a:chExt cx="433812" cy="332704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66546174-0363-5996-95F1-A98A93650572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5AC4C88C-49C7-1E02-9C62-E301FC69C78F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B38BE3B8-51CF-57E7-FEF2-1936B1455A33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25" name="Oval 124">
            <a:extLst>
              <a:ext uri="{FF2B5EF4-FFF2-40B4-BE49-F238E27FC236}">
                <a16:creationId xmlns:a16="http://schemas.microsoft.com/office/drawing/2014/main" id="{39EB6015-351F-F6DA-15EC-46482D5003B5}"/>
              </a:ext>
            </a:extLst>
          </p:cNvPr>
          <p:cNvSpPr/>
          <p:nvPr/>
        </p:nvSpPr>
        <p:spPr>
          <a:xfrm rot="19727928">
            <a:off x="905890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1D2238C0-8382-C884-EDA3-FB19DB750AC7}"/>
              </a:ext>
            </a:extLst>
          </p:cNvPr>
          <p:cNvSpPr/>
          <p:nvPr/>
        </p:nvSpPr>
        <p:spPr>
          <a:xfrm>
            <a:off x="10094169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50BEAB6A-23DB-98F0-7605-9C512C72902B}"/>
              </a:ext>
            </a:extLst>
          </p:cNvPr>
          <p:cNvSpPr/>
          <p:nvPr/>
        </p:nvSpPr>
        <p:spPr>
          <a:xfrm>
            <a:off x="1047319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F6F1E4B-6C8D-3A2D-1BD6-B878B02446CC}"/>
              </a:ext>
            </a:extLst>
          </p:cNvPr>
          <p:cNvGrpSpPr/>
          <p:nvPr/>
        </p:nvGrpSpPr>
        <p:grpSpPr>
          <a:xfrm>
            <a:off x="9599985" y="158549"/>
            <a:ext cx="433812" cy="332704"/>
            <a:chOff x="8450452" y="2221310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33050A2A-805A-FF1C-F724-4890655154D4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1BBEA023-EDA4-9D82-4D6F-EBDE7F97445C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FA216CD-EA8F-4D32-F7FA-0DF82801AF89}"/>
              </a:ext>
            </a:extLst>
          </p:cNvPr>
          <p:cNvGrpSpPr/>
          <p:nvPr/>
        </p:nvGrpSpPr>
        <p:grpSpPr>
          <a:xfrm rot="19240955">
            <a:off x="4932000" y="158549"/>
            <a:ext cx="433812" cy="332704"/>
            <a:chOff x="7576832" y="2355919"/>
            <a:chExt cx="433812" cy="332704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6F3382B6-AA79-9D71-58FB-14B89E1EBA89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12459B5C-0455-5A88-DC0A-5692BDA13D2E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356821AE-414C-47C4-B7B5-7E739695B30F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8E85D76-D531-B24E-3883-14B24212EB5F}"/>
              </a:ext>
            </a:extLst>
          </p:cNvPr>
          <p:cNvGrpSpPr/>
          <p:nvPr/>
        </p:nvGrpSpPr>
        <p:grpSpPr>
          <a:xfrm>
            <a:off x="11728010" y="158549"/>
            <a:ext cx="433812" cy="332704"/>
            <a:chOff x="8905992" y="2175071"/>
            <a:chExt cx="433812" cy="332704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4ABA3FB4-5A97-E54F-60F5-F3B2C52C3D1D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1F7EC4C-0600-9274-32ED-FF33C2110EA0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C3163C03-3F3F-CFE1-BE17-C9D26D5CDF5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C88AC8A-3E6A-5EAA-86DB-30C530EF24D5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CBDF1FCF-6A7C-F899-31D4-BCCED5CA118F}"/>
              </a:ext>
            </a:extLst>
          </p:cNvPr>
          <p:cNvGrpSpPr/>
          <p:nvPr/>
        </p:nvGrpSpPr>
        <p:grpSpPr>
          <a:xfrm rot="21057476">
            <a:off x="-216906" y="158549"/>
            <a:ext cx="433812" cy="332704"/>
            <a:chOff x="9309655" y="2557406"/>
            <a:chExt cx="433812" cy="332704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E6A7029-DD5B-E4E2-1903-EE75C6BE16E0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C45B3736-1BB9-A027-D95A-5AFEC29CC349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A102AF97-2E1B-5137-89FC-D220FCD96A27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9BB3B771-F757-1C64-5FDC-FB47045D0FF9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5232C71-CA3A-F62B-CB2D-83665FBCA5F7}"/>
              </a:ext>
            </a:extLst>
          </p:cNvPr>
          <p:cNvGrpSpPr/>
          <p:nvPr/>
        </p:nvGrpSpPr>
        <p:grpSpPr>
          <a:xfrm rot="4700176">
            <a:off x="11434023" y="157174"/>
            <a:ext cx="480707" cy="335455"/>
            <a:chOff x="8786411" y="2519876"/>
            <a:chExt cx="480707" cy="335455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DDFA7EB-4DEC-7934-62B0-4EB45D605546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7749D734-E93C-4AAC-423A-1AC06D1855C7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5401011-7914-A08E-E587-31CA2FDAB59B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9C38ECCA-A9FB-07DB-C611-A1C100EB2175}"/>
              </a:ext>
            </a:extLst>
          </p:cNvPr>
          <p:cNvGrpSpPr/>
          <p:nvPr/>
        </p:nvGrpSpPr>
        <p:grpSpPr>
          <a:xfrm>
            <a:off x="3095514" y="158549"/>
            <a:ext cx="433812" cy="332704"/>
            <a:chOff x="7839715" y="2553300"/>
            <a:chExt cx="433812" cy="332704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41081FA4-7862-62CC-A878-AED0DFD25B4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B4E474E-F126-4641-A3DB-FF794BF4E061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C2360E72-2642-DA6B-9703-5CF4BAD0C611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66F6B951-08E6-8FBB-B1BA-B3E0AD685ACF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3CCBB048-3064-2359-061C-B9E67244FF1F}"/>
              </a:ext>
            </a:extLst>
          </p:cNvPr>
          <p:cNvGrpSpPr/>
          <p:nvPr/>
        </p:nvGrpSpPr>
        <p:grpSpPr>
          <a:xfrm rot="5114785">
            <a:off x="6024762" y="158549"/>
            <a:ext cx="433812" cy="332704"/>
            <a:chOff x="8292233" y="2422448"/>
            <a:chExt cx="433812" cy="332704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050D009A-9F11-F063-4B7E-FE781CF58D09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A026D0E7-5E97-F431-F2AB-B0C0660A9CE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4C9BBEB3-6BCF-00AF-FB53-BF850B4EE4E3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FFFACD36-B28B-9760-0686-D338CCECD5CC}"/>
              </a:ext>
            </a:extLst>
          </p:cNvPr>
          <p:cNvSpPr/>
          <p:nvPr/>
        </p:nvSpPr>
        <p:spPr>
          <a:xfrm rot="19877889">
            <a:off x="651894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02196158-1B7A-20F2-B10B-5B8431E6C46A}"/>
              </a:ext>
            </a:extLst>
          </p:cNvPr>
          <p:cNvSpPr/>
          <p:nvPr/>
        </p:nvSpPr>
        <p:spPr>
          <a:xfrm>
            <a:off x="8041775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948B02E6-5227-AA78-2BF5-A82B471D67B8}"/>
              </a:ext>
            </a:extLst>
          </p:cNvPr>
          <p:cNvSpPr/>
          <p:nvPr/>
        </p:nvSpPr>
        <p:spPr>
          <a:xfrm>
            <a:off x="8305643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9070085-9780-4836-B613-BABB2584C8A1}"/>
              </a:ext>
            </a:extLst>
          </p:cNvPr>
          <p:cNvGrpSpPr/>
          <p:nvPr/>
        </p:nvGrpSpPr>
        <p:grpSpPr>
          <a:xfrm rot="19612653">
            <a:off x="7794683" y="158549"/>
            <a:ext cx="433812" cy="332704"/>
            <a:chOff x="8450452" y="2221310"/>
            <a:chExt cx="433812" cy="332704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097B5C8B-0E6C-0B9A-1BB2-258494F4659D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590A9F14-F379-0CAD-9332-F3AA4478F383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3500968-3CC8-2C8C-60C3-7BB3E91229BD}"/>
              </a:ext>
            </a:extLst>
          </p:cNvPr>
          <p:cNvGrpSpPr/>
          <p:nvPr/>
        </p:nvGrpSpPr>
        <p:grpSpPr>
          <a:xfrm rot="2917480">
            <a:off x="1259028" y="158549"/>
            <a:ext cx="433812" cy="332704"/>
            <a:chOff x="7576832" y="2355919"/>
            <a:chExt cx="433812" cy="332704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1F7EA8DC-D665-ECDF-C583-F0101F5B2585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B3D878F4-9C05-7735-F3CD-19C8D97A56B3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95F4F694-7426-0A33-6E37-452A6D678A06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8295D53-6237-B9EB-2FF0-7496052B7C78}"/>
              </a:ext>
            </a:extLst>
          </p:cNvPr>
          <p:cNvGrpSpPr/>
          <p:nvPr/>
        </p:nvGrpSpPr>
        <p:grpSpPr>
          <a:xfrm rot="19211855">
            <a:off x="9847077" y="158549"/>
            <a:ext cx="433812" cy="332704"/>
            <a:chOff x="8905992" y="2175071"/>
            <a:chExt cx="433812" cy="332704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2166AB4B-F04D-0043-F266-3361CE5FDA56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2E48F171-2832-CF56-019B-B7FC8D911DE2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166AF7AC-A83C-6EFA-776C-3C76CFC689F7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B2B42F13-390E-64E1-452B-450DC04B233C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54566890-401F-76B5-A726-EB7001C85888}"/>
              </a:ext>
            </a:extLst>
          </p:cNvPr>
          <p:cNvGrpSpPr/>
          <p:nvPr/>
        </p:nvGrpSpPr>
        <p:grpSpPr>
          <a:xfrm>
            <a:off x="10692747" y="158549"/>
            <a:ext cx="433812" cy="332704"/>
            <a:chOff x="9309655" y="2557406"/>
            <a:chExt cx="433812" cy="332704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6F44464E-5283-31D6-9AED-F2100A1756D2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910AE166-81F2-6EC2-F209-342140AA9805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4EB60021-2BEC-D7EE-F218-37BF1D65B6A3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4662DD2E-02FE-2BA6-8EC7-1288D71444D6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A5C9F0CF-7FC1-443D-966E-EDEE2D09CBDE}"/>
              </a:ext>
            </a:extLst>
          </p:cNvPr>
          <p:cNvGrpSpPr/>
          <p:nvPr/>
        </p:nvGrpSpPr>
        <p:grpSpPr>
          <a:xfrm rot="7800746">
            <a:off x="8517827" y="157174"/>
            <a:ext cx="480707" cy="335455"/>
            <a:chOff x="8786411" y="2519876"/>
            <a:chExt cx="480707" cy="335455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C564B1B-3186-A7F7-90F4-E1DEC8FFD924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3A67D925-2342-9B7D-DB70-E9982D253A24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B1965724-74C3-8DAC-25C0-8DA3B6E19E51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DF78CCE4-142B-2900-7008-DBFA2B8E3850}"/>
              </a:ext>
            </a:extLst>
          </p:cNvPr>
          <p:cNvGrpSpPr/>
          <p:nvPr/>
        </p:nvGrpSpPr>
        <p:grpSpPr>
          <a:xfrm rot="19014355">
            <a:off x="2113764" y="154499"/>
            <a:ext cx="674286" cy="340804"/>
            <a:chOff x="7702717" y="2138490"/>
            <a:chExt cx="674286" cy="340804"/>
          </a:xfrm>
        </p:grpSpPr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8DA3567-EC9A-9EF9-0A26-3A6F56930BAE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A9FEB805-02A8-009F-A8BC-FFA6A60E8712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B73F0052-BCE5-D1D0-0719-1CFC2345A327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5C93A67B-ADBC-9C1D-001B-812447D0DF51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C37EA74C-7488-6CE9-AD27-BEE1C2810661}"/>
              </a:ext>
            </a:extLst>
          </p:cNvPr>
          <p:cNvGrpSpPr/>
          <p:nvPr/>
        </p:nvGrpSpPr>
        <p:grpSpPr>
          <a:xfrm rot="5400000">
            <a:off x="10332195" y="158549"/>
            <a:ext cx="547272" cy="332704"/>
            <a:chOff x="2616513" y="2273732"/>
            <a:chExt cx="547272" cy="332704"/>
          </a:xfrm>
        </p:grpSpPr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4C57503-A186-37F6-ADD2-386E3BD167A7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DC2B3925-8B37-FDDD-EBA3-86EF17D4EF33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DC6499AD-4A79-6C8A-AB64-FC2D61F23126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E3E86174-0F74-970E-8FDB-8CD67B79CF03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AA4AF3D-4B79-6669-47A6-1C82D7666D0C}"/>
              </a:ext>
            </a:extLst>
          </p:cNvPr>
          <p:cNvGrpSpPr/>
          <p:nvPr/>
        </p:nvGrpSpPr>
        <p:grpSpPr>
          <a:xfrm>
            <a:off x="2848422" y="158549"/>
            <a:ext cx="433812" cy="332704"/>
            <a:chOff x="8292233" y="2422448"/>
            <a:chExt cx="433812" cy="332704"/>
          </a:xfrm>
        </p:grpSpPr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676FDD79-FD0C-7BFD-14AB-301930095837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116D3176-3F2F-5DA2-6662-DF176F1B0164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53E1F78A-6803-40E3-29FB-D869BF933E60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92E1F2B5-E160-07BF-7E80-E14E8161AE69}"/>
              </a:ext>
            </a:extLst>
          </p:cNvPr>
          <p:cNvGrpSpPr/>
          <p:nvPr/>
        </p:nvGrpSpPr>
        <p:grpSpPr>
          <a:xfrm>
            <a:off x="10226103" y="158549"/>
            <a:ext cx="433812" cy="332704"/>
            <a:chOff x="7839715" y="2553300"/>
            <a:chExt cx="433812" cy="332704"/>
          </a:xfrm>
        </p:grpSpPr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96DC24F4-A90F-18DB-B63D-54CFD9447EC6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BBC3085-F3E5-A130-A075-C4B7C5BCB5CE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DBB4A94-C0F4-9595-FCE2-DE3EBD07D4CA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2CCE73C3-87D7-54DC-8376-8D721F51760D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73B9844C-EEBE-646F-994B-03620B667AFA}"/>
              </a:ext>
            </a:extLst>
          </p:cNvPr>
          <p:cNvGrpSpPr/>
          <p:nvPr/>
        </p:nvGrpSpPr>
        <p:grpSpPr>
          <a:xfrm rot="20803146">
            <a:off x="11975094" y="158549"/>
            <a:ext cx="433812" cy="332704"/>
            <a:chOff x="8905992" y="2175071"/>
            <a:chExt cx="433812" cy="332704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1F21F31D-CB99-8C31-8DC3-D31A2BA87556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63FEBA39-2AB3-2EF1-50D3-49FC94DB02A8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C7A5F3E7-4F39-FB45-2A31-303791787E1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DCFF4EA3-D257-3704-0E1B-D3B4AB990B05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66BBF82-4B31-A5CB-9EDB-47BB455F2B4D}"/>
              </a:ext>
            </a:extLst>
          </p:cNvPr>
          <p:cNvGrpSpPr/>
          <p:nvPr/>
        </p:nvGrpSpPr>
        <p:grpSpPr>
          <a:xfrm rot="3160545">
            <a:off x="5311026" y="158549"/>
            <a:ext cx="433812" cy="332704"/>
            <a:chOff x="8905992" y="2175071"/>
            <a:chExt cx="433812" cy="332704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06C62C2-1DCD-FB04-FBC5-08CA51AE35D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ABD1C9F1-E44E-5D26-D970-FC831E3DB981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21EBA729-5C71-A494-1B81-3B1490E5B0D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70B4F742-E422-D855-2911-9AF0B394A445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3DA9A079-DBFA-7D8E-7370-196B2AC73E79}"/>
              </a:ext>
            </a:extLst>
          </p:cNvPr>
          <p:cNvGrpSpPr/>
          <p:nvPr/>
        </p:nvGrpSpPr>
        <p:grpSpPr>
          <a:xfrm>
            <a:off x="4571448" y="158549"/>
            <a:ext cx="547272" cy="332704"/>
            <a:chOff x="2616513" y="2273732"/>
            <a:chExt cx="547272" cy="332704"/>
          </a:xfrm>
        </p:grpSpPr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6B87D9F1-1FE5-EA27-E741-18453EAB0CD8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5E45E17-3752-954B-BEA7-2B2734E3E2CB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2C9978ED-761F-5B93-15C3-EB1E848288A6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3E64A4F1-7369-6657-137F-0EA2D196854B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CA03B8C5-0ADA-5A33-D50B-FB2751F4F7CF}"/>
                  </a:ext>
                </a:extLst>
              </p:cNvPr>
              <p:cNvSpPr txBox="1"/>
              <p:nvPr/>
            </p:nvSpPr>
            <p:spPr>
              <a:xfrm>
                <a:off x="1472119" y="3992009"/>
                <a:ext cx="9247762" cy="233628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lvl="0" algn="ctr"/>
                <a:r>
                  <a:rPr lang="es-ES" u="sng" noProof="0" dirty="0"/>
                  <a:t>RECOMENDACIONES</a:t>
                </a:r>
              </a:p>
              <a:p>
                <a:pPr lvl="0" algn="ctr"/>
                <a:endParaRPr lang="es-ES" u="sng" noProof="0" dirty="0"/>
              </a:p>
              <a:p>
                <a:pPr lvl="0"/>
                <a:r>
                  <a:rPr lang="es-ES" noProof="0" dirty="0"/>
                  <a:t>1</a:t>
                </a:r>
                <a:r>
                  <a:rPr lang="es-ES" baseline="30000" noProof="0" dirty="0"/>
                  <a:t>ero</a:t>
                </a:r>
                <a:r>
                  <a:rPr lang="es-ES" noProof="0" dirty="0"/>
                  <a:t>)	</a:t>
                </a:r>
                <a:r>
                  <a:rPr lang="es-ES" b="1" noProof="0" dirty="0"/>
                  <a:t>Extrapolar la idea de bisección de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b="1" i="1" noProof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b="1" i="1" noProof="0">
                            <a:latin typeface="Cambria Math" panose="02040503050406030204" pitchFamily="18" charset="0"/>
                          </a:rPr>
                          <m:t>𝟐</m:t>
                        </m:r>
                      </m:deg>
                      <m:e>
                        <m:r>
                          <a:rPr lang="es-ES" b="1" i="1" noProof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rad>
                  </m:oMath>
                </a14:m>
                <a:r>
                  <a:rPr lang="es-ES" b="1" noProof="0" dirty="0"/>
                  <a:t> a este problema biológico</a:t>
                </a:r>
                <a:r>
                  <a:rPr lang="es-ES" noProof="0" dirty="0"/>
                  <a:t>: pensar 	como adaptar los nuevos parámetros (</a:t>
                </a:r>
                <a:r>
                  <a:rPr lang="es-ES" noProof="0" dirty="0" err="1"/>
                  <a:t>t_dup</a:t>
                </a:r>
                <a:r>
                  <a:rPr lang="es-ES" noProof="0" dirty="0"/>
                  <a:t>, delta, </a:t>
                </a:r>
                <a:r>
                  <a:rPr lang="es-ES" noProof="0" dirty="0" err="1"/>
                  <a:t>epsilon</a:t>
                </a:r>
                <a:r>
                  <a:rPr lang="es-ES" noProof="0" dirty="0"/>
                  <a:t>, </a:t>
                </a:r>
                <a:r>
                  <a:rPr lang="es-ES" noProof="0" dirty="0" err="1"/>
                  <a:t>t_min</a:t>
                </a:r>
                <a:r>
                  <a:rPr lang="es-ES" noProof="0" dirty="0"/>
                  <a:t> y </a:t>
                </a:r>
                <a:r>
                  <a:rPr lang="es-ES" noProof="0" dirty="0" err="1"/>
                  <a:t>t_max</a:t>
                </a:r>
                <a:r>
                  <a:rPr lang="es-ES" noProof="0" dirty="0"/>
                  <a:t>)</a:t>
                </a:r>
              </a:p>
              <a:p>
                <a:r>
                  <a:rPr lang="es-ES" noProof="0" dirty="0"/>
                  <a:t>2</a:t>
                </a:r>
                <a:r>
                  <a:rPr lang="es-ES" baseline="30000" noProof="0" dirty="0"/>
                  <a:t>do</a:t>
                </a:r>
                <a:r>
                  <a:rPr lang="es-ES" noProof="0" dirty="0"/>
                  <a:t>) 	</a:t>
                </a:r>
                <a:r>
                  <a:rPr lang="es-ES" b="1" noProof="0" dirty="0"/>
                  <a:t>Pensar ¿Qué valor de </a:t>
                </a:r>
                <a:r>
                  <a:rPr lang="es-ES" b="1" noProof="0" dirty="0" err="1"/>
                  <a:t>t_max</a:t>
                </a:r>
                <a:r>
                  <a:rPr lang="es-ES" b="1" noProof="0" dirty="0"/>
                  <a:t> deberíamos usar?</a:t>
                </a:r>
                <a:r>
                  <a:rPr lang="es-ES" noProof="0" dirty="0"/>
                  <a:t> Un valor demasiado alto puede 	hacer el código ineficiente (pero no tanto) y un valor demasiado bajo puede hacer</a:t>
                </a:r>
              </a:p>
              <a:p>
                <a:r>
                  <a:rPr lang="es-ES" noProof="0" dirty="0"/>
                  <a:t>	que no alcance la población final. La bisección necesita empezar con un intervalo 	que encierre la respuesta: </a:t>
                </a:r>
                <a14:m>
                  <m:oMath xmlns:m="http://schemas.openxmlformats.org/officeDocument/2006/math">
                    <m:r>
                      <a:rPr lang="es-ES" i="1" noProof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i="0" noProof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e>
                    </m:d>
                    <m:r>
                      <a:rPr lang="es-ES" i="0" noProof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ES" i="0" noProof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ES" i="1" noProof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i="0" noProof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e>
                    </m:d>
                  </m:oMath>
                </a14:m>
                <a:endParaRPr lang="es-ES" noProof="0" dirty="0"/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CA03B8C5-0ADA-5A33-D50B-FB2751F4F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119" y="3992009"/>
                <a:ext cx="9247762" cy="2336281"/>
              </a:xfrm>
              <a:prstGeom prst="rect">
                <a:avLst/>
              </a:prstGeom>
              <a:blipFill>
                <a:blip r:embed="rId3"/>
                <a:stretch>
                  <a:fillRect l="-460" t="-1036" b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2516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08B8-9C1F-4696-75E8-2D5AC389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CC07-5D56-88F2-1217-2A8CCB5D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Tiempo de ejecución (</a:t>
            </a:r>
            <a:r>
              <a:rPr lang="es-ES" b="1" noProof="0" dirty="0"/>
              <a:t>complejidad</a:t>
            </a:r>
            <a:r>
              <a:rPr lang="es-ES" noProof="0" dirty="0"/>
              <a:t>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9A847-F3A2-60DB-F7C2-3C6C6032AE61}"/>
              </a:ext>
            </a:extLst>
          </p:cNvPr>
          <p:cNvSpPr txBox="1"/>
          <p:nvPr/>
        </p:nvSpPr>
        <p:spPr>
          <a:xfrm>
            <a:off x="8654242" y="3474894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chemeClr val="accent2"/>
                </a:solidFill>
              </a:rPr>
              <a:t>Lineal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FFCFAF-D4F1-8481-6EF3-AFEEE4EACA16}"/>
              </a:ext>
            </a:extLst>
          </p:cNvPr>
          <p:cNvCxnSpPr>
            <a:cxnSpLocks/>
          </p:cNvCxnSpPr>
          <p:nvPr/>
        </p:nvCxnSpPr>
        <p:spPr>
          <a:xfrm flipV="1">
            <a:off x="5760739" y="3001588"/>
            <a:ext cx="2764986" cy="209005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D6C304-E6B3-C13C-6448-8406CC6B49D7}"/>
              </a:ext>
            </a:extLst>
          </p:cNvPr>
          <p:cNvCxnSpPr>
            <a:cxnSpLocks/>
          </p:cNvCxnSpPr>
          <p:nvPr/>
        </p:nvCxnSpPr>
        <p:spPr>
          <a:xfrm>
            <a:off x="5760739" y="5101050"/>
            <a:ext cx="3054235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B815731-E5B7-1181-5250-F0F11D74F043}"/>
              </a:ext>
            </a:extLst>
          </p:cNvPr>
          <p:cNvSpPr/>
          <p:nvPr/>
        </p:nvSpPr>
        <p:spPr>
          <a:xfrm>
            <a:off x="5754533" y="2760695"/>
            <a:ext cx="2230017" cy="2332653"/>
          </a:xfrm>
          <a:custGeom>
            <a:avLst/>
            <a:gdLst>
              <a:gd name="csX0" fmla="*/ 0 w 2230017"/>
              <a:gd name="csY0" fmla="*/ 2332653 h 2332653"/>
              <a:gd name="csX1" fmla="*/ 1436915 w 2230017"/>
              <a:gd name="csY1" fmla="*/ 1922106 h 2332653"/>
              <a:gd name="csX2" fmla="*/ 2230017 w 2230017"/>
              <a:gd name="csY2" fmla="*/ 0 h 23326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0017" h="2332653">
                <a:moveTo>
                  <a:pt x="0" y="2332653"/>
                </a:moveTo>
                <a:cubicBezTo>
                  <a:pt x="532623" y="2321767"/>
                  <a:pt x="1065246" y="2310881"/>
                  <a:pt x="1436915" y="1922106"/>
                </a:cubicBezTo>
                <a:cubicBezTo>
                  <a:pt x="1808584" y="1533331"/>
                  <a:pt x="2019300" y="766665"/>
                  <a:pt x="2230017" y="0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D9BAF3-DB63-86CE-432A-87384F101199}"/>
              </a:ext>
            </a:extLst>
          </p:cNvPr>
          <p:cNvCxnSpPr>
            <a:cxnSpLocks/>
          </p:cNvCxnSpPr>
          <p:nvPr/>
        </p:nvCxnSpPr>
        <p:spPr>
          <a:xfrm>
            <a:off x="5754533" y="4038891"/>
            <a:ext cx="3060441" cy="144149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1B28AFE-A751-6978-AC03-07B2840BC4F6}"/>
              </a:ext>
            </a:extLst>
          </p:cNvPr>
          <p:cNvSpPr txBox="1"/>
          <p:nvPr/>
        </p:nvSpPr>
        <p:spPr>
          <a:xfrm>
            <a:off x="7967672" y="265007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43A133-C6BB-E868-AF52-B9C2A6B32AC1}"/>
              </a:ext>
            </a:extLst>
          </p:cNvPr>
          <p:cNvSpPr txBox="1"/>
          <p:nvPr/>
        </p:nvSpPr>
        <p:spPr>
          <a:xfrm>
            <a:off x="8591487" y="27980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263572-8994-CAEA-0349-4712D2CA308E}"/>
              </a:ext>
            </a:extLst>
          </p:cNvPr>
          <p:cNvSpPr txBox="1"/>
          <p:nvPr/>
        </p:nvSpPr>
        <p:spPr>
          <a:xfrm>
            <a:off x="8796372" y="49163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FC4BEA-91EF-1ABA-50B1-9B87F4AE6BB0}"/>
              </a:ext>
            </a:extLst>
          </p:cNvPr>
          <p:cNvSpPr txBox="1"/>
          <p:nvPr/>
        </p:nvSpPr>
        <p:spPr>
          <a:xfrm>
            <a:off x="8748157" y="522214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44A1EE-3582-CE62-3E97-59695B974F3C}"/>
              </a:ext>
            </a:extLst>
          </p:cNvPr>
          <p:cNvCxnSpPr>
            <a:cxnSpLocks/>
          </p:cNvCxnSpPr>
          <p:nvPr/>
        </p:nvCxnSpPr>
        <p:spPr>
          <a:xfrm flipV="1">
            <a:off x="5760740" y="2689557"/>
            <a:ext cx="0" cy="2883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E857D98-DDB6-0845-10EF-165BAE9DF8F3}"/>
              </a:ext>
            </a:extLst>
          </p:cNvPr>
          <p:cNvCxnSpPr>
            <a:cxnSpLocks/>
          </p:cNvCxnSpPr>
          <p:nvPr/>
        </p:nvCxnSpPr>
        <p:spPr>
          <a:xfrm>
            <a:off x="5760740" y="5572716"/>
            <a:ext cx="32232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Computer Chip Line Drawing – Royalty-Free Vector | VectorStock">
            <a:extLst>
              <a:ext uri="{FF2B5EF4-FFF2-40B4-BE49-F238E27FC236}">
                <a16:creationId xmlns:a16="http://schemas.microsoft.com/office/drawing/2014/main" id="{4C7D284B-E7CB-F609-E1D6-19632FB0108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5171994" y="2577576"/>
            <a:ext cx="435588" cy="42401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7E1EAE8-FB0A-2011-FAD3-5A1BEB859A02}"/>
              </a:ext>
            </a:extLst>
          </p:cNvPr>
          <p:cNvSpPr txBox="1"/>
          <p:nvPr/>
        </p:nvSpPr>
        <p:spPr>
          <a:xfrm rot="16200000">
            <a:off x="4245101" y="4079710"/>
            <a:ext cx="231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Operaciones del CPU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CA668D-04A6-47E4-95AB-FD5A7C03D43F}"/>
              </a:ext>
            </a:extLst>
          </p:cNvPr>
          <p:cNvSpPr txBox="1"/>
          <p:nvPr/>
        </p:nvSpPr>
        <p:spPr>
          <a:xfrm>
            <a:off x="6217100" y="5591475"/>
            <a:ext cx="2310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Tamaño del INPUT (n)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7BE604-7639-5EDB-689F-F11C0E254290}"/>
              </a:ext>
            </a:extLst>
          </p:cNvPr>
          <p:cNvSpPr txBox="1"/>
          <p:nvPr/>
        </p:nvSpPr>
        <p:spPr>
          <a:xfrm>
            <a:off x="8654242" y="3090454"/>
            <a:ext cx="119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noProof="0" dirty="0">
                <a:solidFill>
                  <a:schemeClr val="accent2"/>
                </a:solidFill>
              </a:rPr>
              <a:t>O( n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DCB2CF-315F-6234-B5C5-377BF81EDBC9}"/>
              </a:ext>
            </a:extLst>
          </p:cNvPr>
          <p:cNvSpPr txBox="1"/>
          <p:nvPr/>
        </p:nvSpPr>
        <p:spPr>
          <a:xfrm>
            <a:off x="2157783" y="2353925"/>
            <a:ext cx="24663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2"/>
                </a:solidFill>
              </a:rPr>
              <a:t>¿Enumeración</a:t>
            </a:r>
          </a:p>
          <a:p>
            <a:pPr algn="ctr"/>
            <a:r>
              <a:rPr lang="es-ES" sz="2400" b="1" noProof="0" dirty="0">
                <a:solidFill>
                  <a:schemeClr val="accent2"/>
                </a:solidFill>
              </a:rPr>
              <a:t>exhaustiva (</a:t>
            </a:r>
            <a:r>
              <a:rPr lang="es-ES" sz="2400" b="1" noProof="0" dirty="0" err="1">
                <a:solidFill>
                  <a:schemeClr val="accent2"/>
                </a:solidFill>
              </a:rPr>
              <a:t>int</a:t>
            </a:r>
            <a:r>
              <a:rPr lang="es-ES" sz="2400" b="1" noProof="0" dirty="0">
                <a:solidFill>
                  <a:schemeClr val="accent2"/>
                </a:solidFill>
              </a:rPr>
              <a:t>)?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06D2D-5FC2-9387-532C-81B737996616}"/>
              </a:ext>
            </a:extLst>
          </p:cNvPr>
          <p:cNvSpPr txBox="1"/>
          <p:nvPr/>
        </p:nvSpPr>
        <p:spPr>
          <a:xfrm>
            <a:off x="2246273" y="4706966"/>
            <a:ext cx="22894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3"/>
                </a:solidFill>
              </a:rPr>
              <a:t>¿Búsqueda por</a:t>
            </a:r>
          </a:p>
          <a:p>
            <a:pPr algn="ctr"/>
            <a:r>
              <a:rPr lang="es-ES" sz="2400" b="1" noProof="0" dirty="0">
                <a:solidFill>
                  <a:schemeClr val="accent3"/>
                </a:solidFill>
              </a:rPr>
              <a:t>bisección?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8BF6D5-4505-703B-BE1B-91B3A722AC14}"/>
              </a:ext>
            </a:extLst>
          </p:cNvPr>
          <p:cNvSpPr txBox="1"/>
          <p:nvPr/>
        </p:nvSpPr>
        <p:spPr>
          <a:xfrm>
            <a:off x="8654242" y="4608290"/>
            <a:ext cx="1428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chemeClr val="accent3"/>
                </a:solidFill>
              </a:rPr>
              <a:t>Logarítmica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A1F016-5794-ABAA-9E85-AC0EE78C13D5}"/>
              </a:ext>
            </a:extLst>
          </p:cNvPr>
          <p:cNvSpPr txBox="1"/>
          <p:nvPr/>
        </p:nvSpPr>
        <p:spPr>
          <a:xfrm>
            <a:off x="8654242" y="4223850"/>
            <a:ext cx="2061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noProof="0" dirty="0">
                <a:solidFill>
                  <a:schemeClr val="accent3"/>
                </a:solidFill>
              </a:rPr>
              <a:t>O( Log(n) 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7F49A9-D707-6C28-AA35-3038D1FDF58C}"/>
              </a:ext>
            </a:extLst>
          </p:cNvPr>
          <p:cNvCxnSpPr>
            <a:cxnSpLocks/>
          </p:cNvCxnSpPr>
          <p:nvPr/>
        </p:nvCxnSpPr>
        <p:spPr>
          <a:xfrm flipV="1">
            <a:off x="5769724" y="1742072"/>
            <a:ext cx="2851714" cy="3795891"/>
          </a:xfrm>
          <a:prstGeom prst="line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B876E2-93A4-7A13-1C11-8F6E56F0F538}"/>
              </a:ext>
            </a:extLst>
          </p:cNvPr>
          <p:cNvCxnSpPr>
            <a:cxnSpLocks/>
          </p:cNvCxnSpPr>
          <p:nvPr/>
        </p:nvCxnSpPr>
        <p:spPr>
          <a:xfrm flipV="1">
            <a:off x="5760740" y="3460783"/>
            <a:ext cx="2921233" cy="2077180"/>
          </a:xfrm>
          <a:prstGeom prst="line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Arc 6">
            <a:extLst>
              <a:ext uri="{FF2B5EF4-FFF2-40B4-BE49-F238E27FC236}">
                <a16:creationId xmlns:a16="http://schemas.microsoft.com/office/drawing/2014/main" id="{50EF1B0E-E5C0-8FFB-4F47-8A95EE7EC2B2}"/>
              </a:ext>
            </a:extLst>
          </p:cNvPr>
          <p:cNvSpPr/>
          <p:nvPr/>
        </p:nvSpPr>
        <p:spPr>
          <a:xfrm>
            <a:off x="5782960" y="4820995"/>
            <a:ext cx="5799439" cy="1484555"/>
          </a:xfrm>
          <a:prstGeom prst="arc">
            <a:avLst>
              <a:gd name="adj1" fmla="val 10797732"/>
              <a:gd name="adj2" fmla="val 16076535"/>
            </a:avLst>
          </a:prstGeom>
          <a:ln w="571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AE2FC7-7EFD-D802-DA99-8578A3CE4D91}"/>
              </a:ext>
            </a:extLst>
          </p:cNvPr>
          <p:cNvSpPr txBox="1"/>
          <p:nvPr/>
        </p:nvSpPr>
        <p:spPr>
          <a:xfrm>
            <a:off x="8654242" y="1951514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chemeClr val="accent5"/>
                </a:solidFill>
              </a:rPr>
              <a:t>Lineal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F7050D-5FCE-8B01-A895-C8B2150817B2}"/>
              </a:ext>
            </a:extLst>
          </p:cNvPr>
          <p:cNvSpPr txBox="1"/>
          <p:nvPr/>
        </p:nvSpPr>
        <p:spPr>
          <a:xfrm>
            <a:off x="8654242" y="1567074"/>
            <a:ext cx="119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noProof="0" dirty="0">
                <a:solidFill>
                  <a:schemeClr val="accent5"/>
                </a:solidFill>
              </a:rPr>
              <a:t>O( n 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F78229-6F30-B296-A2EE-5CB7A76F4B36}"/>
              </a:ext>
            </a:extLst>
          </p:cNvPr>
          <p:cNvSpPr txBox="1"/>
          <p:nvPr/>
        </p:nvSpPr>
        <p:spPr>
          <a:xfrm>
            <a:off x="1951029" y="3526740"/>
            <a:ext cx="28798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5"/>
                </a:solidFill>
              </a:rPr>
              <a:t>¿Enumeración</a:t>
            </a:r>
          </a:p>
          <a:p>
            <a:pPr algn="ctr"/>
            <a:r>
              <a:rPr lang="es-ES" sz="2400" b="1" noProof="0" dirty="0">
                <a:solidFill>
                  <a:schemeClr val="accent5"/>
                </a:solidFill>
              </a:rPr>
              <a:t>exhaustiva (</a:t>
            </a:r>
            <a:r>
              <a:rPr lang="es-ES" sz="2400" b="1" noProof="0" dirty="0" err="1">
                <a:solidFill>
                  <a:schemeClr val="accent5"/>
                </a:solidFill>
              </a:rPr>
              <a:t>aprox</a:t>
            </a:r>
            <a:r>
              <a:rPr lang="es-ES" sz="2400" b="1" noProof="0" dirty="0">
                <a:solidFill>
                  <a:schemeClr val="accent5"/>
                </a:solidFill>
              </a:rPr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3214661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4" grpId="0"/>
      <p:bldP spid="3" grpId="0"/>
      <p:bldP spid="4" grpId="0"/>
      <p:bldP spid="9" grpId="0"/>
      <p:bldP spid="13" grpId="0"/>
      <p:bldP spid="7" grpId="0" animBg="1"/>
      <p:bldP spid="26" grpId="0"/>
      <p:bldP spid="27" grpId="0"/>
      <p:bldP spid="2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5284B-6104-7E26-2DDD-5C30043B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6FF3-FE78-FF9B-EEDE-97EAA298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8000" b="1" noProof="0" dirty="0">
                <a:solidFill>
                  <a:srgbClr val="7030A0"/>
                </a:solidFill>
                <a:latin typeface="Consolas" panose="020B0609020204030204" pitchFamily="49" charset="0"/>
              </a:rPr>
              <a:t>break</a:t>
            </a:r>
            <a:br>
              <a:rPr lang="es-ES" b="1" noProof="0" dirty="0"/>
            </a:br>
            <a:br>
              <a:rPr lang="es-ES" b="1" noProof="0" dirty="0"/>
            </a:br>
            <a:r>
              <a:rPr lang="es-ES" sz="40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4000" noProof="0" dirty="0">
                <a:latin typeface="Consolas" panose="020B0609020204030204" pitchFamily="49" charset="0"/>
              </a:rPr>
              <a:t>('volvemos en 10 min')</a:t>
            </a:r>
            <a:endParaRPr lang="es-ES" noProof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5955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24DFF-2BB5-8182-750B-097BDB2E3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37639-23CF-FD36-C15B-9CD62A1B1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noProof="0" dirty="0"/>
              <a:t>Parte II</a:t>
            </a:r>
            <a:br>
              <a:rPr lang="es-ES" noProof="0" dirty="0"/>
            </a:br>
            <a:br>
              <a:rPr lang="es-ES" noProof="0" dirty="0"/>
            </a:br>
            <a:r>
              <a:rPr lang="es-ES" noProof="0" dirty="0"/>
              <a:t>Una aclaración sobre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endParaRPr lang="es-ES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9D269-9DC5-0E01-271D-816484700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i="1" noProof="0" dirty="0" err="1">
                <a:latin typeface="+mj-lt"/>
              </a:rPr>
              <a:t>Floating</a:t>
            </a:r>
            <a:r>
              <a:rPr lang="es-ES" i="1" noProof="0" dirty="0">
                <a:latin typeface="+mj-lt"/>
              </a:rPr>
              <a:t> </a:t>
            </a:r>
            <a:r>
              <a:rPr lang="es-ES" i="1" noProof="0" dirty="0" err="1">
                <a:latin typeface="+mj-lt"/>
              </a:rPr>
              <a:t>point</a:t>
            </a:r>
            <a:r>
              <a:rPr lang="es-ES" i="1" noProof="0" dirty="0">
                <a:latin typeface="+mj-lt"/>
              </a:rPr>
              <a:t> </a:t>
            </a:r>
            <a:r>
              <a:rPr lang="es-ES" i="1" noProof="0" dirty="0" err="1">
                <a:latin typeface="+mj-lt"/>
              </a:rPr>
              <a:t>numbers</a:t>
            </a:r>
            <a:endParaRPr lang="es-ES" i="1" noProof="0" dirty="0">
              <a:latin typeface="+mj-lt"/>
            </a:endParaRPr>
          </a:p>
          <a:p>
            <a:r>
              <a:rPr lang="es-ES" i="1" strike="sngStrike" noProof="0" dirty="0">
                <a:latin typeface="Consolas" panose="020B0609020204030204" pitchFamily="49" charset="0"/>
              </a:rPr>
              <a:t>float_1 == float_2</a:t>
            </a:r>
          </a:p>
        </p:txBody>
      </p:sp>
    </p:spTree>
    <p:extLst>
      <p:ext uri="{BB962C8B-B14F-4D97-AF65-F5344CB8AC3E}">
        <p14:creationId xmlns:p14="http://schemas.microsoft.com/office/powerpoint/2010/main" val="17594587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C58C82-3806-5625-D588-927614341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Recapitulación sobre </a:t>
            </a:r>
            <a:r>
              <a:rPr lang="es-ES" b="1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endParaRPr lang="es-ES" b="1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D59711-B116-1922-20C5-7E3BB9997348}"/>
              </a:ext>
            </a:extLst>
          </p:cNvPr>
          <p:cNvSpPr txBox="1"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u="sng" noProof="0" dirty="0"/>
              <a:t>Escalares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A41728-7B3C-A6EF-A829-2E31D7932827}"/>
              </a:ext>
            </a:extLst>
          </p:cNvPr>
          <p:cNvSpPr txBox="1">
            <a:spLocks/>
          </p:cNvSpPr>
          <p:nvPr/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noProof="0" dirty="0"/>
              <a:t>No pueden subdividirse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noProof="0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s-ES" noProof="0" dirty="0"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 noProof="0" dirty="0" err="1">
                <a:latin typeface="Consolas" panose="020B0609020204030204" pitchFamily="49" charset="0"/>
              </a:rPr>
              <a:t>int</a:t>
            </a:r>
            <a:endParaRPr lang="es-ES" noProof="0" dirty="0"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 b="1" noProof="0" dirty="0" err="1">
                <a:latin typeface="Consolas" panose="020B0609020204030204" pitchFamily="49" charset="0"/>
              </a:rPr>
              <a:t>float</a:t>
            </a:r>
            <a:endParaRPr lang="es-ES" b="1" noProof="0" dirty="0"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 noProof="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bool</a:t>
            </a:r>
            <a:endParaRPr lang="es-ES" noProof="0" dirty="0">
              <a:solidFill>
                <a:schemeClr val="bg2">
                  <a:lumMod val="90000"/>
                </a:schemeClr>
              </a:solidFill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 noProof="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NoneType</a:t>
            </a:r>
            <a:endParaRPr lang="es-ES" noProof="0" dirty="0">
              <a:solidFill>
                <a:schemeClr val="bg2">
                  <a:lumMod val="9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F26E3C-70F5-D242-A846-73171115D8C2}"/>
              </a:ext>
            </a:extLst>
          </p:cNvPr>
          <p:cNvSpPr txBox="1">
            <a:spLocks/>
          </p:cNvSpPr>
          <p:nvPr/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u="sng" noProof="0" dirty="0"/>
              <a:t>NO escalares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B6695A-A6C0-68A2-DEB3-FF06AEAEC985}"/>
              </a:ext>
            </a:extLst>
          </p:cNvPr>
          <p:cNvSpPr txBox="1">
            <a:spLocks/>
          </p:cNvSpPr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noProof="0" dirty="0"/>
              <a:t>Tienen estructura interna</a:t>
            </a:r>
          </a:p>
          <a:p>
            <a:pPr algn="ctr"/>
            <a:r>
              <a:rPr lang="es-ES" noProof="0" dirty="0"/>
              <a:t>Podemos acceder a ella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noProof="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 noProof="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str</a:t>
            </a:r>
            <a:endParaRPr lang="es-ES" noProof="0" dirty="0">
              <a:solidFill>
                <a:schemeClr val="bg2">
                  <a:lumMod val="90000"/>
                </a:schemeClr>
              </a:solidFill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 noProof="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tuple</a:t>
            </a:r>
            <a:endParaRPr lang="es-ES" noProof="0" dirty="0">
              <a:solidFill>
                <a:schemeClr val="bg2">
                  <a:lumMod val="90000"/>
                </a:schemeClr>
              </a:solidFill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 noProof="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list</a:t>
            </a:r>
            <a:endParaRPr lang="es-ES" noProof="0" dirty="0">
              <a:solidFill>
                <a:schemeClr val="bg2">
                  <a:lumMod val="90000"/>
                </a:schemeClr>
              </a:solidFill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 noProof="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dict</a:t>
            </a:r>
            <a:endParaRPr lang="es-ES" noProof="0" dirty="0">
              <a:solidFill>
                <a:schemeClr val="bg2">
                  <a:lumMod val="90000"/>
                </a:schemeClr>
              </a:solidFill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s-ES" noProof="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050E6-C844-AC5E-DFD4-E12B497CF235}"/>
              </a:ext>
            </a:extLst>
          </p:cNvPr>
          <p:cNvSpPr txBox="1"/>
          <p:nvPr/>
        </p:nvSpPr>
        <p:spPr>
          <a:xfrm>
            <a:off x="4872188" y="4597955"/>
            <a:ext cx="2600035" cy="57888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800" b="1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s-ES" sz="2800" b="1" noProof="0" dirty="0">
                <a:latin typeface="Consolas" panose="020B0609020204030204" pitchFamily="49" charset="0"/>
              </a:rPr>
              <a:t>(</a:t>
            </a:r>
            <a:r>
              <a:rPr lang="es-ES" sz="2800" b="1" noProof="0" dirty="0">
                <a:solidFill>
                  <a:srgbClr val="7030A0"/>
                </a:solidFill>
                <a:latin typeface="Consolas" panose="020B0609020204030204" pitchFamily="49" charset="0"/>
              </a:rPr>
              <a:t>OBJETO</a:t>
            </a:r>
            <a:r>
              <a:rPr lang="es-ES" sz="2800" b="1" noProof="0" dirty="0">
                <a:latin typeface="Consolas" panose="020B0609020204030204" pitchFamily="49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BB79CF-A5DF-B0AA-0D3A-A6111988396A}"/>
                  </a:ext>
                </a:extLst>
              </p:cNvPr>
              <p:cNvSpPr txBox="1"/>
              <p:nvPr/>
            </p:nvSpPr>
            <p:spPr>
              <a:xfrm>
                <a:off x="742481" y="4076194"/>
                <a:ext cx="1590500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noProof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s-ES" noProof="0" dirty="0">
                    <a:solidFill>
                      <a:schemeClr val="accent6"/>
                    </a:solidFill>
                    <a:latin typeface="Consolas" panose="020B0609020204030204" pitchFamily="49" charset="0"/>
                  </a:rPr>
                  <a:t> (-1,0,52)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BB79CF-A5DF-B0AA-0D3A-A61119883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81" y="4076194"/>
                <a:ext cx="1590500" cy="369332"/>
              </a:xfrm>
              <a:prstGeom prst="rect">
                <a:avLst/>
              </a:prstGeom>
              <a:blipFill>
                <a:blip r:embed="rId3"/>
                <a:stretch>
                  <a:fillRect t="-10000" r="-229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FFD8E1B-6EF3-BA74-49FE-058538B2C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077211-3638-A486-1807-F41757F3D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85C72B8-721D-8127-49FB-440C95933194}"/>
              </a:ext>
            </a:extLst>
          </p:cNvPr>
          <p:cNvSpPr txBox="1"/>
          <p:nvPr/>
        </p:nvSpPr>
        <p:spPr>
          <a:xfrm>
            <a:off x="742481" y="5066792"/>
            <a:ext cx="145103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s-ES" noProof="0" dirty="0" err="1">
                <a:solidFill>
                  <a:schemeClr val="bg2">
                    <a:lumMod val="90000"/>
                  </a:schemeClr>
                </a:solidFill>
                <a:effectLst/>
                <a:latin typeface="Consolas" panose="020B0609020204030204" pitchFamily="49" charset="0"/>
              </a:rPr>
              <a:t>True|False</a:t>
            </a:r>
            <a:endParaRPr lang="es-ES" noProof="0" dirty="0">
              <a:solidFill>
                <a:schemeClr val="bg2">
                  <a:lumMod val="9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1EB4AA-C827-71AA-44CF-F981BCD5BB82}"/>
              </a:ext>
            </a:extLst>
          </p:cNvPr>
          <p:cNvSpPr txBox="1"/>
          <p:nvPr/>
        </p:nvSpPr>
        <p:spPr>
          <a:xfrm>
            <a:off x="742481" y="5610218"/>
            <a:ext cx="69121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s-ES" noProof="0" dirty="0" err="1">
                <a:solidFill>
                  <a:schemeClr val="bg2">
                    <a:lumMod val="90000"/>
                  </a:schemeClr>
                </a:solidFill>
                <a:effectLst/>
                <a:latin typeface="Consolas" panose="020B0609020204030204" pitchFamily="49" charset="0"/>
              </a:rPr>
              <a:t>None</a:t>
            </a:r>
            <a:endParaRPr lang="es-ES" noProof="0" dirty="0">
              <a:solidFill>
                <a:schemeClr val="bg2">
                  <a:lumMod val="9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C25D58-EEE7-E0EC-E2C5-7393CB1121CC}"/>
                  </a:ext>
                </a:extLst>
              </p:cNvPr>
              <p:cNvSpPr txBox="1"/>
              <p:nvPr/>
            </p:nvSpPr>
            <p:spPr>
              <a:xfrm>
                <a:off x="742481" y="4571493"/>
                <a:ext cx="1242648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noProof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ES" noProof="0" dirty="0">
                    <a:solidFill>
                      <a:schemeClr val="accent6"/>
                    </a:solidFill>
                    <a:latin typeface="Consolas" panose="020B0609020204030204" pitchFamily="49" charset="0"/>
                  </a:rPr>
                  <a:t> (3.52)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C25D58-EEE7-E0EC-E2C5-7393CB112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81" y="4571493"/>
                <a:ext cx="1242648" cy="369332"/>
              </a:xfrm>
              <a:prstGeom prst="rect">
                <a:avLst/>
              </a:prstGeom>
              <a:blipFill>
                <a:blip r:embed="rId5"/>
                <a:stretch>
                  <a:fillRect t="-8197" r="-294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7C7EE12-D935-3813-3375-9C04D7E92391}"/>
              </a:ext>
            </a:extLst>
          </p:cNvPr>
          <p:cNvSpPr txBox="1"/>
          <p:nvPr/>
        </p:nvSpPr>
        <p:spPr>
          <a:xfrm>
            <a:off x="9521262" y="5617299"/>
            <a:ext cx="183095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s-ES" b="1" noProof="0" dirty="0">
                <a:solidFill>
                  <a:schemeClr val="bg2">
                    <a:lumMod val="9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noProof="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"A"</a:t>
            </a:r>
            <a:r>
              <a:rPr lang="es-ES" noProof="0" dirty="0">
                <a:solidFill>
                  <a:schemeClr val="bg2">
                    <a:lumMod val="90000"/>
                  </a:schemeClr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noProof="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5,"B"</a:t>
            </a:r>
            <a:r>
              <a:rPr lang="es-ES" noProof="0" dirty="0">
                <a:solidFill>
                  <a:schemeClr val="bg2">
                    <a:lumMod val="90000"/>
                  </a:schemeClr>
                </a:solidFill>
                <a:effectLst/>
                <a:latin typeface="Consolas" panose="020B0609020204030204" pitchFamily="49" charset="0"/>
              </a:rPr>
              <a:t>:2</a:t>
            </a:r>
            <a:r>
              <a:rPr lang="es-ES" b="1" noProof="0" dirty="0">
                <a:solidFill>
                  <a:schemeClr val="bg2">
                    <a:lumMod val="9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694F11-D570-7942-E79B-91B2EC3508B9}"/>
              </a:ext>
            </a:extLst>
          </p:cNvPr>
          <p:cNvSpPr txBox="1"/>
          <p:nvPr/>
        </p:nvSpPr>
        <p:spPr>
          <a:xfrm>
            <a:off x="10154447" y="5148462"/>
            <a:ext cx="119776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s-ES" noProof="0" dirty="0">
                <a:solidFill>
                  <a:schemeClr val="bg2">
                    <a:lumMod val="90000"/>
                  </a:schemeClr>
                </a:solidFill>
                <a:effectLst/>
                <a:latin typeface="Consolas" panose="020B0609020204030204" pitchFamily="49" charset="0"/>
              </a:rPr>
              <a:t>[1, </a:t>
            </a:r>
            <a:r>
              <a:rPr lang="es-ES" noProof="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s-ES" noProof="0" dirty="0">
                <a:solidFill>
                  <a:schemeClr val="bg2">
                    <a:lumMod val="90000"/>
                  </a:schemeClr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s-ES" noProof="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s-ES" noProof="0" dirty="0">
                <a:solidFill>
                  <a:schemeClr val="bg2">
                    <a:lumMod val="90000"/>
                  </a:schemeClr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D35A7B-7D9B-F1A8-4AB0-AF3F2CF355AD}"/>
              </a:ext>
            </a:extLst>
          </p:cNvPr>
          <p:cNvSpPr txBox="1"/>
          <p:nvPr/>
        </p:nvSpPr>
        <p:spPr>
          <a:xfrm>
            <a:off x="10027810" y="4128587"/>
            <a:ext cx="132440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s-ES" noProof="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s-ES" noProof="0" dirty="0">
                <a:solidFill>
                  <a:schemeClr val="bg2">
                    <a:lumMod val="90000"/>
                  </a:schemeClr>
                </a:solidFill>
                <a:effectLst/>
                <a:latin typeface="Consolas" panose="020B0609020204030204" pitchFamily="49" charset="0"/>
              </a:rPr>
              <a:t>Python!"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EE4251-386C-0544-197B-47BFB2079FC2}"/>
              </a:ext>
            </a:extLst>
          </p:cNvPr>
          <p:cNvSpPr txBox="1"/>
          <p:nvPr/>
        </p:nvSpPr>
        <p:spPr>
          <a:xfrm>
            <a:off x="10154447" y="4607163"/>
            <a:ext cx="119776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s-ES" noProof="0" dirty="0">
                <a:solidFill>
                  <a:schemeClr val="bg2">
                    <a:lumMod val="90000"/>
                  </a:schemeClr>
                </a:solidFill>
                <a:effectLst/>
                <a:latin typeface="Consolas" panose="020B0609020204030204" pitchFamily="49" charset="0"/>
              </a:rPr>
              <a:t>(1, </a:t>
            </a:r>
            <a:r>
              <a:rPr lang="es-ES" noProof="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s-ES" noProof="0" dirty="0">
                <a:solidFill>
                  <a:schemeClr val="bg2">
                    <a:lumMod val="90000"/>
                  </a:schemeClr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s-ES" noProof="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")</a:t>
            </a:r>
            <a:endParaRPr lang="es-ES" noProof="0" dirty="0">
              <a:solidFill>
                <a:schemeClr val="bg2">
                  <a:lumMod val="9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BB313FA-D76A-2318-0D2A-FAB184E5D4D2}"/>
              </a:ext>
            </a:extLst>
          </p:cNvPr>
          <p:cNvSpPr/>
          <p:nvPr/>
        </p:nvSpPr>
        <p:spPr>
          <a:xfrm>
            <a:off x="438150" y="4488394"/>
            <a:ext cx="3933825" cy="568873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03641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D51D4-BE60-4810-CF9C-B6CEFA2C6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B75B25-D315-2B50-D93B-72C6D852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¿Por que se llaman </a:t>
            </a:r>
            <a:r>
              <a:rPr lang="es-ES" b="1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r>
              <a:rPr lang="es-ES" noProof="0" dirty="0"/>
              <a:t> y no </a:t>
            </a:r>
            <a:r>
              <a:rPr lang="es-ES" b="1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real</a:t>
            </a:r>
            <a:r>
              <a:rPr lang="es-ES" noProof="0" dirty="0"/>
              <a:t>?</a:t>
            </a:r>
            <a:endParaRPr lang="es-ES" b="1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7FA0A9-C0A7-3C8C-675B-FD9268E818F0}"/>
              </a:ext>
            </a:extLst>
          </p:cNvPr>
          <p:cNvSpPr txBox="1"/>
          <p:nvPr/>
        </p:nvSpPr>
        <p:spPr>
          <a:xfrm>
            <a:off x="2591497" y="5439846"/>
            <a:ext cx="70090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La mayoría de las veces, los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r>
              <a:rPr lang="es-ES" noProof="0" dirty="0"/>
              <a:t> son </a:t>
            </a:r>
            <a:r>
              <a:rPr lang="es-ES" b="1" noProof="0" dirty="0"/>
              <a:t>aproximaciones a los reales</a:t>
            </a:r>
          </a:p>
          <a:p>
            <a:pPr algn="ctr"/>
            <a:endParaRPr lang="es-ES" b="1" noProof="0" dirty="0"/>
          </a:p>
          <a:p>
            <a:pPr algn="ctr"/>
            <a:r>
              <a:rPr lang="es-ES" b="1" noProof="0" dirty="0"/>
              <a:t>¿POR QUÉ?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D137D0E-5A46-19AC-E0C7-98DDA5EC3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00293" y="2106186"/>
            <a:ext cx="6991414" cy="30647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55CA6DE-F199-0FDE-C129-9DFBACAE2B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22894" y="3619500"/>
            <a:ext cx="6191250" cy="333375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6FF8D45-CD5C-0C71-0F6B-42245D0F1757}"/>
              </a:ext>
            </a:extLst>
          </p:cNvPr>
          <p:cNvSpPr txBox="1"/>
          <p:nvPr/>
        </p:nvSpPr>
        <p:spPr>
          <a:xfrm>
            <a:off x="4684510" y="1544523"/>
            <a:ext cx="282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Veámoslo con un ejemplo: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99A60-27B3-088B-2A3C-D9013EE879E5}"/>
              </a:ext>
            </a:extLst>
          </p:cNvPr>
          <p:cNvSpPr txBox="1"/>
          <p:nvPr/>
        </p:nvSpPr>
        <p:spPr>
          <a:xfrm>
            <a:off x="5053001" y="2011036"/>
            <a:ext cx="5937942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c7_floats_son_aproximaciones_a_los_reales</a:t>
            </a:r>
            <a:r>
              <a:rPr lang="en-US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1815726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F691D-1415-E1C6-8B50-EBB1CB29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AD16B6-93B4-0980-84F1-AC7E85E97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Hay que entender como están representados en la computadora</a:t>
            </a:r>
            <a:endParaRPr lang="es-ES" b="1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3A6D2-C017-2918-7E5C-9860E90106B3}"/>
              </a:ext>
            </a:extLst>
          </p:cNvPr>
          <p:cNvSpPr txBox="1"/>
          <p:nvPr/>
        </p:nvSpPr>
        <p:spPr>
          <a:xfrm>
            <a:off x="5610084" y="1975362"/>
            <a:ext cx="944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302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5CDB6C-5C85-3C9C-DDE9-18F3D67396EF}"/>
              </a:ext>
            </a:extLst>
          </p:cNvPr>
          <p:cNvSpPr txBox="1"/>
          <p:nvPr/>
        </p:nvSpPr>
        <p:spPr>
          <a:xfrm>
            <a:off x="922670" y="1975362"/>
            <a:ext cx="234872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s-ES" noProof="0" dirty="0">
                <a:latin typeface="+mj-lt"/>
              </a:rPr>
              <a:t>Descomposición de Nº</a:t>
            </a:r>
          </a:p>
          <a:p>
            <a:r>
              <a:rPr lang="es-ES" b="1" noProof="0" dirty="0">
                <a:solidFill>
                  <a:schemeClr val="accent2"/>
                </a:solidFill>
                <a:latin typeface="+mj-lt"/>
              </a:rPr>
              <a:t>DECIMAL ENTERO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867D9-B704-C9D0-8F7E-8FDF371BA127}"/>
              </a:ext>
            </a:extLst>
          </p:cNvPr>
          <p:cNvSpPr txBox="1"/>
          <p:nvPr/>
        </p:nvSpPr>
        <p:spPr>
          <a:xfrm>
            <a:off x="3474136" y="2748256"/>
            <a:ext cx="5253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es-ES" sz="3600" noProof="0" dirty="0">
                <a:latin typeface="Consolas" panose="020B0609020204030204" pitchFamily="49" charset="0"/>
              </a:rPr>
              <a:t>×10</a:t>
            </a:r>
            <a:r>
              <a:rPr lang="es-ES" sz="3600" baseline="300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r>
              <a:rPr lang="es-ES" sz="3600" noProof="0" dirty="0">
                <a:latin typeface="Consolas" panose="020B0609020204030204" pitchFamily="49" charset="0"/>
              </a:rPr>
              <a:t> + </a:t>
            </a:r>
            <a:r>
              <a:rPr lang="es-ES" sz="36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es-ES" sz="3600" noProof="0" dirty="0">
                <a:latin typeface="Consolas" panose="020B0609020204030204" pitchFamily="49" charset="0"/>
              </a:rPr>
              <a:t>×10</a:t>
            </a:r>
            <a:r>
              <a:rPr lang="es-ES" sz="3600" baseline="300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r>
              <a:rPr lang="es-ES" sz="3600" noProof="0" dirty="0">
                <a:latin typeface="Consolas" panose="020B0609020204030204" pitchFamily="49" charset="0"/>
              </a:rPr>
              <a:t> + </a:t>
            </a:r>
            <a:r>
              <a:rPr lang="es-ES" sz="36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es-ES" sz="3600" noProof="0" dirty="0">
                <a:latin typeface="Consolas" panose="020B0609020204030204" pitchFamily="49" charset="0"/>
              </a:rPr>
              <a:t>×10</a:t>
            </a:r>
            <a:r>
              <a:rPr lang="es-ES" sz="3600" baseline="300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es-ES" sz="3600" noProof="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DEC3CA-A549-7BC7-75B6-9D293DA56918}"/>
              </a:ext>
            </a:extLst>
          </p:cNvPr>
          <p:cNvCxnSpPr>
            <a:stCxn id="5" idx="3"/>
            <a:endCxn id="3" idx="1"/>
          </p:cNvCxnSpPr>
          <p:nvPr/>
        </p:nvCxnSpPr>
        <p:spPr>
          <a:xfrm>
            <a:off x="3271390" y="2298528"/>
            <a:ext cx="2338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8ACC2D-B9A7-05C4-8DAA-292CB7BBC04D}"/>
              </a:ext>
            </a:extLst>
          </p:cNvPr>
          <p:cNvCxnSpPr>
            <a:cxnSpLocks/>
          </p:cNvCxnSpPr>
          <p:nvPr/>
        </p:nvCxnSpPr>
        <p:spPr>
          <a:xfrm flipH="1">
            <a:off x="3829050" y="2480187"/>
            <a:ext cx="1876425" cy="42862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36F0BD-15CB-534F-28DC-03CF38C94709}"/>
              </a:ext>
            </a:extLst>
          </p:cNvPr>
          <p:cNvCxnSpPr>
            <a:cxnSpLocks/>
          </p:cNvCxnSpPr>
          <p:nvPr/>
        </p:nvCxnSpPr>
        <p:spPr>
          <a:xfrm flipH="1">
            <a:off x="5695950" y="2499237"/>
            <a:ext cx="381000" cy="40957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264BC5-A74A-8E0D-B79C-6425EA77CA1C}"/>
              </a:ext>
            </a:extLst>
          </p:cNvPr>
          <p:cNvCxnSpPr>
            <a:cxnSpLocks/>
          </p:cNvCxnSpPr>
          <p:nvPr/>
        </p:nvCxnSpPr>
        <p:spPr>
          <a:xfrm>
            <a:off x="6486525" y="2480187"/>
            <a:ext cx="962025" cy="42862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B5D1E10-1EB4-3067-F4BA-CD3A20D78B56}"/>
              </a:ext>
            </a:extLst>
          </p:cNvPr>
          <p:cNvSpPr txBox="1"/>
          <p:nvPr/>
        </p:nvSpPr>
        <p:spPr>
          <a:xfrm>
            <a:off x="5610084" y="3546068"/>
            <a:ext cx="944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101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677A8C-6D08-FE8F-CB5F-03D2D967C81A}"/>
              </a:ext>
            </a:extLst>
          </p:cNvPr>
          <p:cNvSpPr txBox="1"/>
          <p:nvPr/>
        </p:nvSpPr>
        <p:spPr>
          <a:xfrm>
            <a:off x="922670" y="3546068"/>
            <a:ext cx="234872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s-ES" noProof="0" dirty="0">
                <a:latin typeface="+mj-lt"/>
              </a:rPr>
              <a:t>Descomposición de Nº</a:t>
            </a:r>
          </a:p>
          <a:p>
            <a:r>
              <a:rPr lang="es-ES" b="1" noProof="0" dirty="0">
                <a:solidFill>
                  <a:schemeClr val="accent5"/>
                </a:solidFill>
                <a:latin typeface="+mj-lt"/>
              </a:rPr>
              <a:t>BINARIO ENTERO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424776-8C4E-D882-26C2-9563DB9E0E94}"/>
              </a:ext>
            </a:extLst>
          </p:cNvPr>
          <p:cNvSpPr txBox="1"/>
          <p:nvPr/>
        </p:nvSpPr>
        <p:spPr>
          <a:xfrm>
            <a:off x="3854047" y="4318962"/>
            <a:ext cx="4493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1</a:t>
            </a:r>
            <a:r>
              <a:rPr lang="es-ES" sz="3600" noProof="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×</a:t>
            </a:r>
            <a:r>
              <a:rPr lang="es-ES" sz="3600" noProof="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s-ES" sz="3600" baseline="300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r>
              <a:rPr lang="es-ES" sz="3600" noProof="0" dirty="0">
                <a:latin typeface="Consolas" panose="020B0609020204030204" pitchFamily="49" charset="0"/>
              </a:rPr>
              <a:t> + </a:t>
            </a:r>
            <a:r>
              <a:rPr lang="es-ES" sz="3600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0</a:t>
            </a:r>
            <a:r>
              <a:rPr lang="es-ES" sz="3600" noProof="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×</a:t>
            </a:r>
            <a:r>
              <a:rPr lang="es-ES" sz="3600" noProof="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s-ES" sz="3600" baseline="300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r>
              <a:rPr lang="es-ES" sz="3600" noProof="0" dirty="0">
                <a:latin typeface="Consolas" panose="020B0609020204030204" pitchFamily="49" charset="0"/>
              </a:rPr>
              <a:t> + </a:t>
            </a:r>
            <a:r>
              <a:rPr lang="es-ES" sz="3600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1</a:t>
            </a:r>
            <a:r>
              <a:rPr lang="es-ES" sz="3600" noProof="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×</a:t>
            </a:r>
            <a:r>
              <a:rPr lang="es-ES" sz="3600" noProof="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s-ES" sz="3600" baseline="300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es-ES" sz="3600" noProof="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4633A0D-0983-5BE8-F804-33F228997632}"/>
              </a:ext>
            </a:extLst>
          </p:cNvPr>
          <p:cNvCxnSpPr>
            <a:stCxn id="30" idx="3"/>
            <a:endCxn id="29" idx="1"/>
          </p:cNvCxnSpPr>
          <p:nvPr/>
        </p:nvCxnSpPr>
        <p:spPr>
          <a:xfrm>
            <a:off x="3271390" y="3869234"/>
            <a:ext cx="2338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12D317E-8D24-E233-2F63-FD93A6F5AB7D}"/>
              </a:ext>
            </a:extLst>
          </p:cNvPr>
          <p:cNvCxnSpPr>
            <a:cxnSpLocks/>
          </p:cNvCxnSpPr>
          <p:nvPr/>
        </p:nvCxnSpPr>
        <p:spPr>
          <a:xfrm flipH="1">
            <a:off x="4181475" y="4050893"/>
            <a:ext cx="1524000" cy="43814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7D3EB5C-803D-30BF-E857-8DC66698A48A}"/>
              </a:ext>
            </a:extLst>
          </p:cNvPr>
          <p:cNvCxnSpPr>
            <a:cxnSpLocks/>
          </p:cNvCxnSpPr>
          <p:nvPr/>
        </p:nvCxnSpPr>
        <p:spPr>
          <a:xfrm flipH="1">
            <a:off x="5772859" y="4069943"/>
            <a:ext cx="304091" cy="40957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FFDE7EC-4B1E-EE17-EC09-68A7921F55EF}"/>
              </a:ext>
            </a:extLst>
          </p:cNvPr>
          <p:cNvCxnSpPr>
            <a:cxnSpLocks/>
          </p:cNvCxnSpPr>
          <p:nvPr/>
        </p:nvCxnSpPr>
        <p:spPr>
          <a:xfrm>
            <a:off x="6486525" y="4050893"/>
            <a:ext cx="828675" cy="40957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57062B-02A9-4224-AA5E-E8702344942F}"/>
              </a:ext>
            </a:extLst>
          </p:cNvPr>
          <p:cNvSpPr txBox="1"/>
          <p:nvPr/>
        </p:nvSpPr>
        <p:spPr>
          <a:xfrm>
            <a:off x="8414969" y="4318962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noProof="0" dirty="0">
                <a:latin typeface="Consolas" panose="020B0609020204030204" pitchFamily="49" charset="0"/>
              </a:rPr>
              <a:t>= </a:t>
            </a:r>
            <a:r>
              <a:rPr lang="es-ES" sz="36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5</a:t>
            </a:r>
            <a:endParaRPr lang="es-ES" sz="3600" noProof="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BA520D-8E0D-F41B-4F49-C48EC7FC3BBC}"/>
              </a:ext>
            </a:extLst>
          </p:cNvPr>
          <p:cNvSpPr txBox="1"/>
          <p:nvPr/>
        </p:nvSpPr>
        <p:spPr>
          <a:xfrm>
            <a:off x="8162618" y="4778215"/>
            <a:ext cx="1905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ES" noProof="0" dirty="0">
                <a:solidFill>
                  <a:schemeClr val="accent2"/>
                </a:solidFill>
                <a:latin typeface="+mj-lt"/>
              </a:rPr>
              <a:t>(en decimal)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0A4AE24-9B74-9D9A-282A-C2F7899F4BAC}"/>
              </a:ext>
            </a:extLst>
          </p:cNvPr>
          <p:cNvSpPr/>
          <p:nvPr/>
        </p:nvSpPr>
        <p:spPr>
          <a:xfrm>
            <a:off x="7268550" y="5052297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352DA00-4919-E7AC-868E-50344B965BF0}"/>
              </a:ext>
            </a:extLst>
          </p:cNvPr>
          <p:cNvSpPr/>
          <p:nvPr/>
        </p:nvSpPr>
        <p:spPr>
          <a:xfrm>
            <a:off x="6908550" y="5052297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DF713BA-F46E-67D9-5DC2-74ABB5DFCDBF}"/>
              </a:ext>
            </a:extLst>
          </p:cNvPr>
          <p:cNvSpPr/>
          <p:nvPr/>
        </p:nvSpPr>
        <p:spPr>
          <a:xfrm>
            <a:off x="6548550" y="5052297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72E83E1-196C-8E8B-140C-DAE056B97DF1}"/>
              </a:ext>
            </a:extLst>
          </p:cNvPr>
          <p:cNvSpPr/>
          <p:nvPr/>
        </p:nvSpPr>
        <p:spPr>
          <a:xfrm>
            <a:off x="6188550" y="5052297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7474BF8-B1A6-A396-CBD4-9A8B8B1D82B5}"/>
              </a:ext>
            </a:extLst>
          </p:cNvPr>
          <p:cNvSpPr/>
          <p:nvPr/>
        </p:nvSpPr>
        <p:spPr>
          <a:xfrm>
            <a:off x="5828550" y="5052297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AD915A5-4020-5A37-5848-6635895C5BFB}"/>
              </a:ext>
            </a:extLst>
          </p:cNvPr>
          <p:cNvSpPr/>
          <p:nvPr/>
        </p:nvSpPr>
        <p:spPr>
          <a:xfrm>
            <a:off x="5468550" y="5052297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6DB9A98-6BC1-AC5F-75ED-A98EAD77B496}"/>
              </a:ext>
            </a:extLst>
          </p:cNvPr>
          <p:cNvSpPr/>
          <p:nvPr/>
        </p:nvSpPr>
        <p:spPr>
          <a:xfrm>
            <a:off x="5108550" y="5052297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DAFACF4-8371-F7A6-8F77-2F5692F40291}"/>
              </a:ext>
            </a:extLst>
          </p:cNvPr>
          <p:cNvSpPr/>
          <p:nvPr/>
        </p:nvSpPr>
        <p:spPr>
          <a:xfrm>
            <a:off x="4748550" y="5052297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7E56CE5-7C4D-13CB-39F7-D85DD4B1DB58}"/>
              </a:ext>
            </a:extLst>
          </p:cNvPr>
          <p:cNvSpPr/>
          <p:nvPr/>
        </p:nvSpPr>
        <p:spPr>
          <a:xfrm>
            <a:off x="7268550" y="5345622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2D1C8E8-94B6-A938-5436-B79883DCF432}"/>
              </a:ext>
            </a:extLst>
          </p:cNvPr>
          <p:cNvSpPr/>
          <p:nvPr/>
        </p:nvSpPr>
        <p:spPr>
          <a:xfrm>
            <a:off x="6908550" y="5345622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22FC9D4-5FFF-E5C7-6663-971CA3108173}"/>
              </a:ext>
            </a:extLst>
          </p:cNvPr>
          <p:cNvSpPr/>
          <p:nvPr/>
        </p:nvSpPr>
        <p:spPr>
          <a:xfrm>
            <a:off x="6548550" y="5345622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079C59D-10F2-0DBA-FF03-B083684ABEEC}"/>
              </a:ext>
            </a:extLst>
          </p:cNvPr>
          <p:cNvSpPr/>
          <p:nvPr/>
        </p:nvSpPr>
        <p:spPr>
          <a:xfrm>
            <a:off x="6188550" y="5345622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0E44053-5224-EC27-2BBA-69C173581E44}"/>
              </a:ext>
            </a:extLst>
          </p:cNvPr>
          <p:cNvSpPr/>
          <p:nvPr/>
        </p:nvSpPr>
        <p:spPr>
          <a:xfrm>
            <a:off x="5828550" y="5345622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92F6351-5382-11C8-969C-3984D850E505}"/>
              </a:ext>
            </a:extLst>
          </p:cNvPr>
          <p:cNvSpPr/>
          <p:nvPr/>
        </p:nvSpPr>
        <p:spPr>
          <a:xfrm>
            <a:off x="5468550" y="5345622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07E07F1-27ED-0176-AC5F-A55160CB58B5}"/>
              </a:ext>
            </a:extLst>
          </p:cNvPr>
          <p:cNvSpPr/>
          <p:nvPr/>
        </p:nvSpPr>
        <p:spPr>
          <a:xfrm>
            <a:off x="5108550" y="5345622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5B9EDD0-199F-BD4E-2642-1E692E65B06D}"/>
              </a:ext>
            </a:extLst>
          </p:cNvPr>
          <p:cNvSpPr/>
          <p:nvPr/>
        </p:nvSpPr>
        <p:spPr>
          <a:xfrm>
            <a:off x="4748550" y="5345622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2710CFF-0355-5F0F-6442-956B0F0E8C59}"/>
              </a:ext>
            </a:extLst>
          </p:cNvPr>
          <p:cNvCxnSpPr>
            <a:cxnSpLocks/>
            <a:endCxn id="71" idx="1"/>
          </p:cNvCxnSpPr>
          <p:nvPr/>
        </p:nvCxnSpPr>
        <p:spPr>
          <a:xfrm flipV="1">
            <a:off x="4352925" y="5525622"/>
            <a:ext cx="395625" cy="1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4E00FD40-238E-0ECE-EC04-E7281F37EAC7}"/>
              </a:ext>
            </a:extLst>
          </p:cNvPr>
          <p:cNvSpPr/>
          <p:nvPr/>
        </p:nvSpPr>
        <p:spPr>
          <a:xfrm>
            <a:off x="3589950" y="5345622"/>
            <a:ext cx="798601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bits</a:t>
            </a:r>
          </a:p>
        </p:txBody>
      </p:sp>
      <p:sp>
        <p:nvSpPr>
          <p:cNvPr id="76" name="Right Brace 75">
            <a:extLst>
              <a:ext uri="{FF2B5EF4-FFF2-40B4-BE49-F238E27FC236}">
                <a16:creationId xmlns:a16="http://schemas.microsoft.com/office/drawing/2014/main" id="{5D2F7D0E-EE3A-1E0A-404A-8CF0367EEA67}"/>
              </a:ext>
            </a:extLst>
          </p:cNvPr>
          <p:cNvSpPr/>
          <p:nvPr/>
        </p:nvSpPr>
        <p:spPr>
          <a:xfrm rot="5400000">
            <a:off x="6110455" y="4326824"/>
            <a:ext cx="174901" cy="286128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B4D6C25-C35A-93D2-58A8-EF50127BC8F4}"/>
              </a:ext>
            </a:extLst>
          </p:cNvPr>
          <p:cNvSpPr/>
          <p:nvPr/>
        </p:nvSpPr>
        <p:spPr>
          <a:xfrm>
            <a:off x="4947260" y="5913743"/>
            <a:ext cx="250129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64 bits == 1 Byte</a:t>
            </a:r>
          </a:p>
          <a:p>
            <a:pPr algn="ctr"/>
            <a:r>
              <a:rPr lang="es-ES" noProof="0" dirty="0">
                <a:solidFill>
                  <a:schemeClr val="tx1"/>
                </a:solidFill>
                <a:latin typeface="+mj-lt"/>
              </a:rPr>
              <a:t>(en Python)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163DB2-3B97-129A-FFE9-903EE4E945F6}"/>
              </a:ext>
            </a:extLst>
          </p:cNvPr>
          <p:cNvSpPr/>
          <p:nvPr/>
        </p:nvSpPr>
        <p:spPr>
          <a:xfrm>
            <a:off x="4385446" y="5052297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┅</a:t>
            </a:r>
          </a:p>
        </p:txBody>
      </p:sp>
    </p:spTree>
    <p:extLst>
      <p:ext uri="{BB962C8B-B14F-4D97-AF65-F5344CB8AC3E}">
        <p14:creationId xmlns:p14="http://schemas.microsoft.com/office/powerpoint/2010/main" val="1499843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9" grpId="0"/>
      <p:bldP spid="41" grpId="0"/>
      <p:bldP spid="42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4" grpId="0"/>
      <p:bldP spid="76" grpId="0" animBg="1"/>
      <p:bldP spid="77" grpId="0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82ADE-695E-8EA9-F1E2-B8575B9F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E72F06-B49C-8EBB-6DEE-605F81F9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 dirty="0"/>
              <a:t>En realidad, se usa el estándar IEEE 754</a:t>
            </a:r>
            <a:br>
              <a:rPr lang="es-ES" noProof="0" dirty="0"/>
            </a:br>
            <a:r>
              <a:rPr lang="es-ES" noProof="0" dirty="0"/>
              <a:t>(</a:t>
            </a:r>
            <a:r>
              <a:rPr lang="es-ES" b="1" i="1" noProof="0" dirty="0" err="1"/>
              <a:t>floating</a:t>
            </a:r>
            <a:r>
              <a:rPr lang="es-ES" b="1" i="1" noProof="0" dirty="0"/>
              <a:t> </a:t>
            </a:r>
            <a:r>
              <a:rPr lang="es-ES" b="1" i="1" noProof="0" dirty="0" err="1"/>
              <a:t>point</a:t>
            </a:r>
            <a:r>
              <a:rPr lang="es-ES" b="1" i="1" noProof="0" dirty="0"/>
              <a:t> </a:t>
            </a:r>
            <a:r>
              <a:rPr lang="es-ES" b="1" i="1" noProof="0" dirty="0" err="1"/>
              <a:t>numbers</a:t>
            </a:r>
            <a:r>
              <a:rPr lang="es-ES" noProof="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7E39A5-95D4-98FF-A30F-C7051BCFF949}"/>
              </a:ext>
            </a:extLst>
          </p:cNvPr>
          <p:cNvSpPr txBox="1"/>
          <p:nvPr/>
        </p:nvSpPr>
        <p:spPr>
          <a:xfrm>
            <a:off x="4930468" y="1975362"/>
            <a:ext cx="4576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1,949 </a:t>
            </a:r>
            <a:r>
              <a:rPr lang="es-ES" sz="3600" noProof="0" dirty="0">
                <a:latin typeface="Consolas" panose="020B0609020204030204" pitchFamily="49" charset="0"/>
              </a:rPr>
              <a:t>= </a:t>
            </a:r>
            <a:r>
              <a:rPr lang="es-ES" sz="36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1949</a:t>
            </a:r>
            <a:r>
              <a:rPr lang="es-ES" sz="3600" noProof="0" dirty="0">
                <a:latin typeface="Consolas" panose="020B0609020204030204" pitchFamily="49" charset="0"/>
              </a:rPr>
              <a:t> ×10</a:t>
            </a:r>
            <a:r>
              <a:rPr lang="es-ES" sz="3600" baseline="300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-3</a:t>
            </a:r>
            <a:endParaRPr lang="es-ES" sz="3600" noProof="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03D85C-8CA5-BEBF-1D7A-3B44E0333BBA}"/>
              </a:ext>
            </a:extLst>
          </p:cNvPr>
          <p:cNvSpPr txBox="1"/>
          <p:nvPr/>
        </p:nvSpPr>
        <p:spPr>
          <a:xfrm>
            <a:off x="421528" y="1975362"/>
            <a:ext cx="3098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noProof="0" dirty="0">
                <a:latin typeface="+mj-lt"/>
              </a:rPr>
              <a:t>ANALOGÍA</a:t>
            </a:r>
            <a:r>
              <a:rPr lang="es-ES" noProof="0" dirty="0">
                <a:latin typeface="+mj-lt"/>
              </a:rPr>
              <a:t>: Representación Nº</a:t>
            </a:r>
          </a:p>
          <a:p>
            <a:r>
              <a:rPr lang="es-ES" b="1" noProof="0" dirty="0">
                <a:solidFill>
                  <a:schemeClr val="accent2"/>
                </a:solidFill>
                <a:latin typeface="+mj-lt"/>
              </a:rPr>
              <a:t>DECIMAL "CON COMA"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A30B07-FB63-B0E8-7472-5F87453B70D3}"/>
              </a:ext>
            </a:extLst>
          </p:cNvPr>
          <p:cNvCxnSpPr>
            <a:stCxn id="5" idx="3"/>
            <a:endCxn id="3" idx="1"/>
          </p:cNvCxnSpPr>
          <p:nvPr/>
        </p:nvCxnSpPr>
        <p:spPr>
          <a:xfrm>
            <a:off x="3519940" y="2298528"/>
            <a:ext cx="14105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B09905-0F56-A556-BFCD-6E1242DCBACE}"/>
              </a:ext>
            </a:extLst>
          </p:cNvPr>
          <p:cNvCxnSpPr>
            <a:cxnSpLocks/>
          </p:cNvCxnSpPr>
          <p:nvPr/>
        </p:nvCxnSpPr>
        <p:spPr>
          <a:xfrm flipH="1">
            <a:off x="6096000" y="2515806"/>
            <a:ext cx="951385" cy="67519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18D38E-395F-6E9A-CD14-3DFE65B98B48}"/>
              </a:ext>
            </a:extLst>
          </p:cNvPr>
          <p:cNvCxnSpPr>
            <a:cxnSpLocks/>
          </p:cNvCxnSpPr>
          <p:nvPr/>
        </p:nvCxnSpPr>
        <p:spPr>
          <a:xfrm>
            <a:off x="9183329" y="2369574"/>
            <a:ext cx="0" cy="79783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887408C-8919-93E7-6047-613C954385F2}"/>
              </a:ext>
            </a:extLst>
          </p:cNvPr>
          <p:cNvSpPr txBox="1"/>
          <p:nvPr/>
        </p:nvSpPr>
        <p:spPr>
          <a:xfrm>
            <a:off x="421528" y="3303645"/>
            <a:ext cx="24602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+mj-lt"/>
              </a:rPr>
              <a:t>Representaciones de Nº</a:t>
            </a:r>
          </a:p>
          <a:p>
            <a:r>
              <a:rPr lang="es-ES" b="1" noProof="0" dirty="0">
                <a:solidFill>
                  <a:schemeClr val="accent5"/>
                </a:solidFill>
                <a:latin typeface="+mj-lt"/>
              </a:rPr>
              <a:t>BINARIO "CON COMA"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7F2EE0-5933-DED0-2480-0D4B981815EA}"/>
              </a:ext>
            </a:extLst>
          </p:cNvPr>
          <p:cNvSpPr/>
          <p:nvPr/>
        </p:nvSpPr>
        <p:spPr>
          <a:xfrm>
            <a:off x="6882573" y="3446811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B3A28E-F66D-66CB-DC3A-EC5A37FF6F92}"/>
              </a:ext>
            </a:extLst>
          </p:cNvPr>
          <p:cNvSpPr/>
          <p:nvPr/>
        </p:nvSpPr>
        <p:spPr>
          <a:xfrm>
            <a:off x="6522573" y="3446811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EB6933-D885-70D0-E49F-9ED3834880F9}"/>
              </a:ext>
            </a:extLst>
          </p:cNvPr>
          <p:cNvSpPr/>
          <p:nvPr/>
        </p:nvSpPr>
        <p:spPr>
          <a:xfrm>
            <a:off x="6162573" y="3446811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E3C0B7-DE27-5620-1CF2-F5B008BB8646}"/>
              </a:ext>
            </a:extLst>
          </p:cNvPr>
          <p:cNvSpPr/>
          <p:nvPr/>
        </p:nvSpPr>
        <p:spPr>
          <a:xfrm>
            <a:off x="5802573" y="3446811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B91317-66DF-C207-C537-7B2010E79B11}"/>
              </a:ext>
            </a:extLst>
          </p:cNvPr>
          <p:cNvSpPr/>
          <p:nvPr/>
        </p:nvSpPr>
        <p:spPr>
          <a:xfrm>
            <a:off x="5442573" y="3446811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C08BCA-904B-D074-BA54-C6E232351969}"/>
              </a:ext>
            </a:extLst>
          </p:cNvPr>
          <p:cNvSpPr/>
          <p:nvPr/>
        </p:nvSpPr>
        <p:spPr>
          <a:xfrm>
            <a:off x="5082573" y="3446811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282BB7-F4F4-7A25-390D-FFB307D48089}"/>
              </a:ext>
            </a:extLst>
          </p:cNvPr>
          <p:cNvSpPr/>
          <p:nvPr/>
        </p:nvSpPr>
        <p:spPr>
          <a:xfrm>
            <a:off x="4722573" y="3446811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9DF0FE-8CC6-8736-0F0D-0DC8175CFABD}"/>
              </a:ext>
            </a:extLst>
          </p:cNvPr>
          <p:cNvSpPr/>
          <p:nvPr/>
        </p:nvSpPr>
        <p:spPr>
          <a:xfrm>
            <a:off x="4362573" y="3446811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A13B0D-54D9-0A45-EE78-10429E88B066}"/>
              </a:ext>
            </a:extLst>
          </p:cNvPr>
          <p:cNvSpPr/>
          <p:nvPr/>
        </p:nvSpPr>
        <p:spPr>
          <a:xfrm>
            <a:off x="3999469" y="3446811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┅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26E813-86C8-1ACC-D542-D38A5030CB2D}"/>
              </a:ext>
            </a:extLst>
          </p:cNvPr>
          <p:cNvSpPr/>
          <p:nvPr/>
        </p:nvSpPr>
        <p:spPr>
          <a:xfrm>
            <a:off x="10302658" y="3446811"/>
            <a:ext cx="36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┅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D82DA9-59E0-3E43-C17D-B87283488B94}"/>
              </a:ext>
            </a:extLst>
          </p:cNvPr>
          <p:cNvSpPr/>
          <p:nvPr/>
        </p:nvSpPr>
        <p:spPr>
          <a:xfrm>
            <a:off x="9942658" y="3446811"/>
            <a:ext cx="36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82B461-F17D-7F31-41DC-2B7D557C3848}"/>
              </a:ext>
            </a:extLst>
          </p:cNvPr>
          <p:cNvSpPr/>
          <p:nvPr/>
        </p:nvSpPr>
        <p:spPr>
          <a:xfrm>
            <a:off x="9582658" y="3446811"/>
            <a:ext cx="36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6128C0-4E80-EF9D-6CC0-BDAC2B28C673}"/>
              </a:ext>
            </a:extLst>
          </p:cNvPr>
          <p:cNvSpPr/>
          <p:nvPr/>
        </p:nvSpPr>
        <p:spPr>
          <a:xfrm>
            <a:off x="9222658" y="3446811"/>
            <a:ext cx="36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9AD58C-A9A8-8003-E86F-6BD5B25EDE08}"/>
              </a:ext>
            </a:extLst>
          </p:cNvPr>
          <p:cNvSpPr/>
          <p:nvPr/>
        </p:nvSpPr>
        <p:spPr>
          <a:xfrm>
            <a:off x="8862658" y="3446811"/>
            <a:ext cx="36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8589DE-4C96-3152-22BE-5DCF06D85B6E}"/>
              </a:ext>
            </a:extLst>
          </p:cNvPr>
          <p:cNvSpPr/>
          <p:nvPr/>
        </p:nvSpPr>
        <p:spPr>
          <a:xfrm>
            <a:off x="8502658" y="3446811"/>
            <a:ext cx="36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CF6579-C447-6F1B-FD41-68026B32F168}"/>
              </a:ext>
            </a:extLst>
          </p:cNvPr>
          <p:cNvSpPr/>
          <p:nvPr/>
        </p:nvSpPr>
        <p:spPr>
          <a:xfrm>
            <a:off x="8142658" y="3446811"/>
            <a:ext cx="36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8671FF-D589-FBF2-B9F4-5E49B51ED1FD}"/>
              </a:ext>
            </a:extLst>
          </p:cNvPr>
          <p:cNvSpPr/>
          <p:nvPr/>
        </p:nvSpPr>
        <p:spPr>
          <a:xfrm>
            <a:off x="7782658" y="3446811"/>
            <a:ext cx="36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5FFFD3-5C19-ECB3-B6E3-175D30007FF2}"/>
              </a:ext>
            </a:extLst>
          </p:cNvPr>
          <p:cNvSpPr/>
          <p:nvPr/>
        </p:nvSpPr>
        <p:spPr>
          <a:xfrm>
            <a:off x="7419554" y="3446811"/>
            <a:ext cx="36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45D33D-4F52-D6FB-EDC2-48CBDA2DBB83}"/>
              </a:ext>
            </a:extLst>
          </p:cNvPr>
          <p:cNvSpPr/>
          <p:nvPr/>
        </p:nvSpPr>
        <p:spPr>
          <a:xfrm>
            <a:off x="3459469" y="3446811"/>
            <a:ext cx="360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79B36DE-3EEB-0DC7-1F90-732904490010}"/>
              </a:ext>
            </a:extLst>
          </p:cNvPr>
          <p:cNvSpPr txBox="1"/>
          <p:nvPr/>
        </p:nvSpPr>
        <p:spPr>
          <a:xfrm>
            <a:off x="6123245" y="4289023"/>
            <a:ext cx="2210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101 | 11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D201587-0CCA-86F3-43C6-53A8EE66A185}"/>
              </a:ext>
            </a:extLst>
          </p:cNvPr>
          <p:cNvCxnSpPr>
            <a:cxnSpLocks/>
          </p:cNvCxnSpPr>
          <p:nvPr/>
        </p:nvCxnSpPr>
        <p:spPr>
          <a:xfrm>
            <a:off x="6604986" y="4878207"/>
            <a:ext cx="0" cy="32446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E59D95D-1F75-D4DE-23B4-A07F3CEBD66D}"/>
              </a:ext>
            </a:extLst>
          </p:cNvPr>
          <p:cNvCxnSpPr>
            <a:cxnSpLocks/>
          </p:cNvCxnSpPr>
          <p:nvPr/>
        </p:nvCxnSpPr>
        <p:spPr>
          <a:xfrm>
            <a:off x="7973962" y="4860607"/>
            <a:ext cx="0" cy="34206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D00258B-7BC0-43A6-8E11-18B5982D95C5}"/>
              </a:ext>
            </a:extLst>
          </p:cNvPr>
          <p:cNvSpPr txBox="1"/>
          <p:nvPr/>
        </p:nvSpPr>
        <p:spPr>
          <a:xfrm>
            <a:off x="2823667" y="5110324"/>
            <a:ext cx="53367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3600" noProof="0" dirty="0">
                <a:solidFill>
                  <a:srgbClr val="00B050"/>
                </a:solidFill>
                <a:latin typeface="Consolas" panose="020B0609020204030204" pitchFamily="49" charset="0"/>
              </a:rPr>
              <a:t>0.625</a:t>
            </a:r>
            <a:r>
              <a:rPr lang="es-ES" sz="3600" noProof="0" dirty="0">
                <a:latin typeface="Consolas" panose="020B0609020204030204" pitchFamily="49" charset="0"/>
              </a:rPr>
              <a:t> = 5/8</a:t>
            </a:r>
            <a:r>
              <a:rPr lang="es-ES" sz="3600" i="1" noProof="0" dirty="0">
                <a:latin typeface="Consolas" panose="020B0609020204030204" pitchFamily="49" charset="0"/>
              </a:rPr>
              <a:t> =</a:t>
            </a:r>
            <a:r>
              <a:rPr lang="es-ES" sz="3600" i="1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ES" sz="36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5 </a:t>
            </a:r>
            <a:r>
              <a:rPr lang="es-ES" sz="3600" noProof="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× 2</a:t>
            </a:r>
            <a:r>
              <a:rPr lang="es-ES" sz="3600" baseline="30000" noProof="0" dirty="0">
                <a:solidFill>
                  <a:srgbClr val="AEAEAE"/>
                </a:solidFill>
                <a:latin typeface="Consolas" panose="020B0609020204030204" pitchFamily="49" charset="0"/>
              </a:rPr>
              <a:t>-</a:t>
            </a:r>
            <a:r>
              <a:rPr lang="es-ES" sz="3600" baseline="300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endParaRPr lang="es-ES" sz="3600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6AE51A4-7DC1-B010-A478-8F53D38FD360}"/>
              </a:ext>
            </a:extLst>
          </p:cNvPr>
          <p:cNvSpPr txBox="1"/>
          <p:nvPr/>
        </p:nvSpPr>
        <p:spPr>
          <a:xfrm>
            <a:off x="5133999" y="3094573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rgbClr val="AEAEAE"/>
                </a:solidFill>
              </a:rPr>
              <a:t>Mantisa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B0D703B-78A2-3FBB-8D58-73152183810D}"/>
              </a:ext>
            </a:extLst>
          </p:cNvPr>
          <p:cNvSpPr txBox="1"/>
          <p:nvPr/>
        </p:nvSpPr>
        <p:spPr>
          <a:xfrm>
            <a:off x="8529046" y="3094573"/>
            <a:ext cx="1302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Exponente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5AE70BC-C626-966E-7BFB-B8B6C08D4465}"/>
              </a:ext>
            </a:extLst>
          </p:cNvPr>
          <p:cNvSpPr txBox="1"/>
          <p:nvPr/>
        </p:nvSpPr>
        <p:spPr>
          <a:xfrm>
            <a:off x="3251329" y="3094573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>
                <a:solidFill>
                  <a:srgbClr val="F2CFEE"/>
                </a:solidFill>
              </a:rPr>
              <a:t>Signo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C7F2B7B-6362-E296-9385-6BD2194BE26A}"/>
              </a:ext>
            </a:extLst>
          </p:cNvPr>
          <p:cNvCxnSpPr>
            <a:cxnSpLocks/>
          </p:cNvCxnSpPr>
          <p:nvPr/>
        </p:nvCxnSpPr>
        <p:spPr>
          <a:xfrm flipH="1">
            <a:off x="6625385" y="3844844"/>
            <a:ext cx="77188" cy="52592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9CEB254-0234-256F-00C9-77063361C69E}"/>
              </a:ext>
            </a:extLst>
          </p:cNvPr>
          <p:cNvCxnSpPr>
            <a:cxnSpLocks/>
          </p:cNvCxnSpPr>
          <p:nvPr/>
        </p:nvCxnSpPr>
        <p:spPr>
          <a:xfrm>
            <a:off x="7802556" y="3844844"/>
            <a:ext cx="160102" cy="54545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B31DE88-12B4-97D6-7FFA-AC2E1D59022A}"/>
              </a:ext>
            </a:extLst>
          </p:cNvPr>
          <p:cNvSpPr txBox="1"/>
          <p:nvPr/>
        </p:nvSpPr>
        <p:spPr>
          <a:xfrm>
            <a:off x="9222658" y="3889394"/>
            <a:ext cx="1985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noProof="0" dirty="0"/>
              <a:t>Estándar IEEE 754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BA1B53-8AE6-A02F-7F84-46531AD3F574}"/>
              </a:ext>
            </a:extLst>
          </p:cNvPr>
          <p:cNvSpPr txBox="1"/>
          <p:nvPr/>
        </p:nvSpPr>
        <p:spPr>
          <a:xfrm>
            <a:off x="822493" y="4971824"/>
            <a:ext cx="154012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float</a:t>
            </a:r>
            <a:r>
              <a:rPr lang="es-ES" dirty="0"/>
              <a:t> que vemos en la pantalla</a:t>
            </a:r>
            <a:endParaRPr lang="es-ES" b="1" noProof="0" dirty="0">
              <a:solidFill>
                <a:schemeClr val="accent5"/>
              </a:solidFill>
              <a:latin typeface="+mj-lt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463E8C0-F43F-944B-736A-62820E072B59}"/>
              </a:ext>
            </a:extLst>
          </p:cNvPr>
          <p:cNvCxnSpPr>
            <a:stCxn id="32" idx="3"/>
            <a:endCxn id="75" idx="1"/>
          </p:cNvCxnSpPr>
          <p:nvPr/>
        </p:nvCxnSpPr>
        <p:spPr>
          <a:xfrm>
            <a:off x="2362621" y="5433489"/>
            <a:ext cx="461046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853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5" grpId="0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D6AFD-868D-676B-EB45-339180FB8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FCEA39-901E-E73B-58BA-BF9575162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¿Y para 0.1?</a:t>
            </a:r>
            <a:endParaRPr lang="es-ES" b="1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4ECEA6-E53D-5802-9601-0C7E3C00BAB5}"/>
              </a:ext>
            </a:extLst>
          </p:cNvPr>
          <p:cNvSpPr txBox="1"/>
          <p:nvPr/>
        </p:nvSpPr>
        <p:spPr>
          <a:xfrm>
            <a:off x="3062471" y="1934298"/>
            <a:ext cx="606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Para </a:t>
            </a:r>
            <a:r>
              <a:rPr lang="es-ES" b="1" noProof="0" dirty="0"/>
              <a:t>0.1</a:t>
            </a:r>
            <a:r>
              <a:rPr lang="es-ES" noProof="0" dirty="0"/>
              <a:t> y</a:t>
            </a:r>
            <a:r>
              <a:rPr lang="es-ES" b="1" noProof="0" dirty="0"/>
              <a:t> </a:t>
            </a:r>
            <a:r>
              <a:rPr lang="es-ES" noProof="0" dirty="0"/>
              <a:t>usando 4 dígitos binarios significativos (Mantisa):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F5566F-5F5C-A299-5D55-5156B564AAB6}"/>
              </a:ext>
            </a:extLst>
          </p:cNvPr>
          <p:cNvSpPr txBox="1"/>
          <p:nvPr/>
        </p:nvSpPr>
        <p:spPr>
          <a:xfrm>
            <a:off x="5483138" y="2330930"/>
            <a:ext cx="2717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0011 | 101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E27656D-D85B-0950-6AF4-35F7D8ADF8BC}"/>
              </a:ext>
            </a:extLst>
          </p:cNvPr>
          <p:cNvCxnSpPr>
            <a:cxnSpLocks/>
          </p:cNvCxnSpPr>
          <p:nvPr/>
        </p:nvCxnSpPr>
        <p:spPr>
          <a:xfrm>
            <a:off x="6292648" y="2873103"/>
            <a:ext cx="0" cy="36577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32DB83E-FE9D-7429-5E8B-52D837A9A767}"/>
              </a:ext>
            </a:extLst>
          </p:cNvPr>
          <p:cNvCxnSpPr>
            <a:cxnSpLocks/>
          </p:cNvCxnSpPr>
          <p:nvPr/>
        </p:nvCxnSpPr>
        <p:spPr>
          <a:xfrm>
            <a:off x="7678994" y="2873103"/>
            <a:ext cx="0" cy="339587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A802FFA-CA36-661C-A148-F224E9EE8E4D}"/>
              </a:ext>
            </a:extLst>
          </p:cNvPr>
          <p:cNvSpPr txBox="1"/>
          <p:nvPr/>
        </p:nvSpPr>
        <p:spPr>
          <a:xfrm>
            <a:off x="1759879" y="3113656"/>
            <a:ext cx="6096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3600" noProof="0" dirty="0">
                <a:latin typeface="Consolas" panose="020B0609020204030204" pitchFamily="49" charset="0"/>
              </a:rPr>
              <a:t>0.09375 = 3/32 =</a:t>
            </a:r>
            <a:r>
              <a:rPr lang="es-ES" sz="36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 3 </a:t>
            </a:r>
            <a:r>
              <a:rPr lang="es-ES" sz="3600" noProof="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× 2</a:t>
            </a:r>
            <a:r>
              <a:rPr lang="es-ES" sz="3600" baseline="300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-5</a:t>
            </a:r>
            <a:endParaRPr lang="es-ES" sz="3600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893D14-3815-86B4-6981-5F125716D8FA}"/>
              </a:ext>
            </a:extLst>
          </p:cNvPr>
          <p:cNvSpPr txBox="1"/>
          <p:nvPr/>
        </p:nvSpPr>
        <p:spPr>
          <a:xfrm>
            <a:off x="751323" y="4053698"/>
            <a:ext cx="10689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Lo mejor que podemos hacer con el valor </a:t>
            </a:r>
            <a:r>
              <a:rPr lang="es-ES" b="1" noProof="0" dirty="0"/>
              <a:t>0.1 </a:t>
            </a:r>
            <a:r>
              <a:rPr lang="es-ES" noProof="0" dirty="0"/>
              <a:t>usando 53 dígitos binarios significativos (Lo que usa Python):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4E0618-D08E-445C-771D-920ED26F0DA2}"/>
              </a:ext>
            </a:extLst>
          </p:cNvPr>
          <p:cNvSpPr txBox="1"/>
          <p:nvPr/>
        </p:nvSpPr>
        <p:spPr>
          <a:xfrm>
            <a:off x="1064825" y="4705107"/>
            <a:ext cx="10062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noProof="0" dirty="0">
                <a:latin typeface="Consolas" panose="020B0609020204030204" pitchFamily="49" charset="0"/>
              </a:rPr>
              <a:t>0.1000000000000000055511151231257827...</a:t>
            </a:r>
            <a:endParaRPr lang="es-ES" sz="3600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64E935-2734-CD19-6195-72B66C42E449}"/>
              </a:ext>
            </a:extLst>
          </p:cNvPr>
          <p:cNvSpPr txBox="1"/>
          <p:nvPr/>
        </p:nvSpPr>
        <p:spPr>
          <a:xfrm>
            <a:off x="2493539" y="5599249"/>
            <a:ext cx="7204986" cy="71508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¡¡¡NO EXISTE COMBINACIÓN DE MANTISA Y EXPONENTE QUE DE 0.1!!!</a:t>
            </a:r>
          </a:p>
          <a:p>
            <a:pPr algn="ctr"/>
            <a:r>
              <a:rPr lang="es-ES" noProof="0" dirty="0"/>
              <a:t>(pensarlo como un "irracional" pero del binario)</a:t>
            </a:r>
          </a:p>
        </p:txBody>
      </p:sp>
    </p:spTree>
    <p:extLst>
      <p:ext uri="{BB962C8B-B14F-4D97-AF65-F5344CB8AC3E}">
        <p14:creationId xmlns:p14="http://schemas.microsoft.com/office/powerpoint/2010/main" val="879744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04E43-092B-07E9-F919-E0F21FFD0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CC5E9E-A91C-DC3E-FF54-E23EB7CB8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Moraleja: como comparar dos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endParaRPr lang="es-ES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21D06F-8057-1A81-6133-2C95CE16A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u="sng" noProof="0" dirty="0"/>
              <a:t>Redondear</a:t>
            </a:r>
            <a:r>
              <a:rPr lang="es-ES" u="sng" noProof="0" dirty="0"/>
              <a:t>:</a:t>
            </a:r>
            <a:endParaRPr lang="es-ES" u="sng" noProof="0" dirty="0">
              <a:latin typeface="Consolas" panose="020B0609020204030204" pitchFamily="49" charset="0"/>
            </a:endParaRPr>
          </a:p>
          <a:p>
            <a:endParaRPr lang="es-ES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s-ES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round</a:t>
            </a:r>
            <a:r>
              <a:rPr lang="es-ES" noProof="0" dirty="0">
                <a:latin typeface="Consolas" panose="020B0609020204030204" pitchFamily="49" charset="0"/>
              </a:rPr>
              <a:t>(0.9999, 3) == </a:t>
            </a:r>
            <a:r>
              <a:rPr lang="es-ES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round</a:t>
            </a:r>
            <a:r>
              <a:rPr lang="es-ES" noProof="0" dirty="0">
                <a:latin typeface="Consolas" panose="020B0609020204030204" pitchFamily="49" charset="0"/>
              </a:rPr>
              <a:t>(1.0000, 3) </a:t>
            </a:r>
            <a:r>
              <a:rPr lang="es-ES" noProof="0" dirty="0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s-ES" noProof="0" dirty="0">
                <a:solidFill>
                  <a:srgbClr val="7030A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True</a:t>
            </a:r>
            <a:endParaRPr lang="es-ES" noProof="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endParaRPr lang="es-ES" noProof="0" dirty="0">
              <a:latin typeface="Consolas" panose="020B0609020204030204" pitchFamily="49" charset="0"/>
            </a:endParaRPr>
          </a:p>
          <a:p>
            <a:r>
              <a:rPr lang="es-ES" b="1" u="sng" noProof="0" dirty="0">
                <a:latin typeface="+mj-lt"/>
              </a:rPr>
              <a:t>Ver si la diferencia entre los números es poca</a:t>
            </a:r>
            <a:r>
              <a:rPr lang="es-ES" u="sng" noProof="0" dirty="0">
                <a:latin typeface="+mj-lt"/>
              </a:rPr>
              <a:t>:</a:t>
            </a:r>
          </a:p>
          <a:p>
            <a:endParaRPr lang="es-ES" u="sng" noProof="0" dirty="0">
              <a:latin typeface="+mj-lt"/>
            </a:endParaRPr>
          </a:p>
          <a:p>
            <a:pPr marL="0" indent="0" algn="ctr">
              <a:buNone/>
            </a:pP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abs</a:t>
            </a:r>
            <a:r>
              <a:rPr lang="es-ES" noProof="0" dirty="0">
                <a:latin typeface="Consolas" panose="020B0609020204030204" pitchFamily="49" charset="0"/>
              </a:rPr>
              <a:t>(1.00000 - 0.99999) &lt; 0.001 </a:t>
            </a:r>
            <a:r>
              <a:rPr lang="es-ES" noProof="0" dirty="0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s-ES" noProof="0" dirty="0">
                <a:solidFill>
                  <a:srgbClr val="7030A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True</a:t>
            </a:r>
            <a:endParaRPr lang="es-ES" noProof="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endParaRPr lang="es-ES" noProof="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81DB1-BF06-EDAC-62ED-80F737E08020}"/>
              </a:ext>
            </a:extLst>
          </p:cNvPr>
          <p:cNvSpPr txBox="1"/>
          <p:nvPr/>
        </p:nvSpPr>
        <p:spPr>
          <a:xfrm>
            <a:off x="4008774" y="1825625"/>
            <a:ext cx="4174451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round</a:t>
            </a:r>
            <a:r>
              <a:rPr lang="es-ES" sz="2000" noProof="0" dirty="0">
                <a:latin typeface="Consolas" panose="020B0609020204030204" pitchFamily="49" charset="0"/>
              </a:rPr>
              <a:t>(</a:t>
            </a:r>
            <a:r>
              <a:rPr lang="es-ES" sz="2000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x, </a:t>
            </a:r>
            <a:r>
              <a:rPr lang="es-ES" sz="2000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num_significativos</a:t>
            </a:r>
            <a:r>
              <a:rPr lang="es-ES" sz="2000" noProof="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5360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1EDD3-6D14-AC2E-72B6-7C67BB5CB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CBD7B4-33AE-9118-DC63-2F33299C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Código: como comparar dos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endParaRPr lang="es-ES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EA45A3-7AED-C2F1-D057-7CB64DDE4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285" y="2022657"/>
            <a:ext cx="6487430" cy="39439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4E748A1-736D-C319-4A23-8E58DD1E3127}"/>
              </a:ext>
            </a:extLst>
          </p:cNvPr>
          <p:cNvCxnSpPr>
            <a:cxnSpLocks/>
          </p:cNvCxnSpPr>
          <p:nvPr/>
        </p:nvCxnSpPr>
        <p:spPr>
          <a:xfrm>
            <a:off x="2630078" y="3664501"/>
            <a:ext cx="731826" cy="45686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Left Brace 11">
            <a:extLst>
              <a:ext uri="{FF2B5EF4-FFF2-40B4-BE49-F238E27FC236}">
                <a16:creationId xmlns:a16="http://schemas.microsoft.com/office/drawing/2014/main" id="{DC6C9ACC-8F66-8101-B26A-F1A690F38630}"/>
              </a:ext>
            </a:extLst>
          </p:cNvPr>
          <p:cNvSpPr/>
          <p:nvPr/>
        </p:nvSpPr>
        <p:spPr>
          <a:xfrm>
            <a:off x="3254900" y="4260422"/>
            <a:ext cx="107004" cy="659605"/>
          </a:xfrm>
          <a:prstGeom prst="leftBrac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>
              <a:solidFill>
                <a:schemeClr val="accent4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A891EB-FF5A-9B7E-0871-4BC5454E8F35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488711" y="4590224"/>
            <a:ext cx="785239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8906A95-B54E-5FAD-B515-8F5DC9CAEF77}"/>
              </a:ext>
            </a:extLst>
          </p:cNvPr>
          <p:cNvSpPr txBox="1"/>
          <p:nvPr/>
        </p:nvSpPr>
        <p:spPr>
          <a:xfrm>
            <a:off x="744718" y="4328614"/>
            <a:ext cx="1743993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noProof="0" dirty="0">
                <a:solidFill>
                  <a:schemeClr val="accent4"/>
                </a:solidFill>
              </a:rPr>
              <a:t>Comparación</a:t>
            </a:r>
          </a:p>
          <a:p>
            <a:pPr algn="r"/>
            <a:r>
              <a:rPr lang="es-ES" sz="1400" b="1" noProof="0" dirty="0">
                <a:solidFill>
                  <a:schemeClr val="accent4"/>
                </a:solidFill>
              </a:rPr>
              <a:t>usando redondeo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DF7692-4BD9-7A06-3217-B3CF613AE502}"/>
              </a:ext>
            </a:extLst>
          </p:cNvPr>
          <p:cNvSpPr txBox="1"/>
          <p:nvPr/>
        </p:nvSpPr>
        <p:spPr>
          <a:xfrm>
            <a:off x="509047" y="5293023"/>
            <a:ext cx="197966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dirty="0">
                <a:solidFill>
                  <a:schemeClr val="accent2"/>
                </a:solidFill>
              </a:rPr>
              <a:t>Comparación</a:t>
            </a:r>
          </a:p>
          <a:p>
            <a:pPr algn="r"/>
            <a:r>
              <a:rPr lang="es-ES" sz="1400" b="1" dirty="0">
                <a:solidFill>
                  <a:schemeClr val="accent2"/>
                </a:solidFill>
              </a:rPr>
              <a:t>u</a:t>
            </a:r>
            <a:r>
              <a:rPr lang="es-ES" sz="1400" b="1" noProof="0" dirty="0" err="1">
                <a:solidFill>
                  <a:schemeClr val="accent2"/>
                </a:solidFill>
              </a:rPr>
              <a:t>sando</a:t>
            </a:r>
            <a:r>
              <a:rPr lang="es-ES" sz="1400" b="1" noProof="0" dirty="0">
                <a:solidFill>
                  <a:schemeClr val="accent2"/>
                </a:solidFill>
              </a:rPr>
              <a:t> la diferencia</a:t>
            </a:r>
            <a:endParaRPr lang="es-ES" sz="1400" b="1" noProof="0" dirty="0">
              <a:latin typeface="Consolas" panose="020B0609020204030204" pitchFamily="49" charset="0"/>
            </a:endParaRP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C129BA10-B8E1-7E13-3642-EB9F63B20A4C}"/>
              </a:ext>
            </a:extLst>
          </p:cNvPr>
          <p:cNvSpPr/>
          <p:nvPr/>
        </p:nvSpPr>
        <p:spPr>
          <a:xfrm>
            <a:off x="3254900" y="5110529"/>
            <a:ext cx="107004" cy="888208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3870D2-4AF0-649A-AA33-760FE9E99994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2488711" y="5554633"/>
            <a:ext cx="80401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9DCEDCC-C6B5-15B7-52A6-F4A85E02C632}"/>
              </a:ext>
            </a:extLst>
          </p:cNvPr>
          <p:cNvSpPr txBox="1"/>
          <p:nvPr/>
        </p:nvSpPr>
        <p:spPr>
          <a:xfrm>
            <a:off x="584427" y="3178828"/>
            <a:ext cx="2045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noProof="0" dirty="0">
                <a:solidFill>
                  <a:schemeClr val="accent6"/>
                </a:solidFill>
              </a:rPr>
              <a:t>¿A partir de cuantos dígitos significativos </a:t>
            </a:r>
            <a:r>
              <a:rPr lang="es-ES" sz="16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x != 0</a:t>
            </a:r>
            <a:r>
              <a:rPr lang="es-ES" sz="1600" noProof="0" dirty="0">
                <a:solidFill>
                  <a:schemeClr val="accent6"/>
                </a:solidFill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FB1F4F-351C-DDC6-AFEB-5371F1AD2A43}"/>
              </a:ext>
            </a:extLst>
          </p:cNvPr>
          <p:cNvSpPr txBox="1"/>
          <p:nvPr/>
        </p:nvSpPr>
        <p:spPr>
          <a:xfrm>
            <a:off x="4034971" y="1604537"/>
            <a:ext cx="4122058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c8_comparación_entre_floats</a:t>
            </a:r>
            <a:r>
              <a:rPr lang="en-US" dirty="0">
                <a:latin typeface="Consolas" panose="020B0609020204030204" pitchFamily="49" charset="0"/>
              </a:rPr>
              <a:t>.py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571D227A-8704-1202-1672-313C93BA9DD4}"/>
              </a:ext>
            </a:extLst>
          </p:cNvPr>
          <p:cNvSpPr/>
          <p:nvPr/>
        </p:nvSpPr>
        <p:spPr>
          <a:xfrm>
            <a:off x="6850381" y="2041526"/>
            <a:ext cx="106679" cy="1665786"/>
          </a:xfrm>
          <a:prstGeom prst="righ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A3A63-AAEE-0D42-1F8A-89CC1B888625}"/>
              </a:ext>
            </a:extLst>
          </p:cNvPr>
          <p:cNvSpPr txBox="1"/>
          <p:nvPr/>
        </p:nvSpPr>
        <p:spPr>
          <a:xfrm>
            <a:off x="6664472" y="2705140"/>
            <a:ext cx="204565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600" noProof="0" dirty="0">
                <a:solidFill>
                  <a:schemeClr val="accent5"/>
                </a:solidFill>
              </a:rPr>
              <a:t>Código anterior</a:t>
            </a:r>
          </a:p>
        </p:txBody>
      </p:sp>
    </p:spTree>
    <p:extLst>
      <p:ext uri="{BB962C8B-B14F-4D97-AF65-F5344CB8AC3E}">
        <p14:creationId xmlns:p14="http://schemas.microsoft.com/office/powerpoint/2010/main" val="4083052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/>
      <p:bldP spid="16" grpId="0"/>
      <p:bldP spid="17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191B-606F-DCEA-0F2D-49D98B2EF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6780A-CA74-750A-B1CB-8F7D35795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noProof="0" dirty="0"/>
              <a:t>Parte III </a:t>
            </a:r>
            <a:br>
              <a:rPr lang="es-ES" noProof="0" dirty="0"/>
            </a:br>
            <a:br>
              <a:rPr lang="es-ES" noProof="0" dirty="0"/>
            </a:br>
            <a:r>
              <a:rPr lang="es-ES" noProof="0" dirty="0"/>
              <a:t>Funciones, alcance y abstracción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5A750-380F-8DE2-60D1-C63E6E63F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def</a:t>
            </a:r>
            <a:r>
              <a:rPr lang="es-ES" noProof="0" dirty="0">
                <a:latin typeface="Consolas" panose="020B0609020204030204" pitchFamily="49" charset="0"/>
              </a:rPr>
              <a:t> </a:t>
            </a:r>
            <a:r>
              <a:rPr lang="es-ES" noProof="0" dirty="0" err="1">
                <a:latin typeface="Consolas" panose="020B0609020204030204" pitchFamily="49" charset="0"/>
              </a:rPr>
              <a:t>nombre_de_la_funcion</a:t>
            </a:r>
            <a:r>
              <a:rPr lang="es-ES" noProof="0" dirty="0">
                <a:latin typeface="Consolas" panose="020B0609020204030204" pitchFamily="49" charset="0"/>
              </a:rPr>
              <a:t>(arg_1, arg_2, ...)</a:t>
            </a:r>
          </a:p>
        </p:txBody>
      </p:sp>
    </p:spTree>
    <p:extLst>
      <p:ext uri="{BB962C8B-B14F-4D97-AF65-F5344CB8AC3E}">
        <p14:creationId xmlns:p14="http://schemas.microsoft.com/office/powerpoint/2010/main" val="554744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474CCA-32D6-AA63-02F4-35E8E6256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Reutilización de código </a:t>
            </a:r>
            <a:r>
              <a:rPr lang="es-ES" b="1" noProof="0" dirty="0"/>
              <a:t>ineficiente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41B3F-4076-A8D4-5EFE-EE2943EEDB1A}"/>
              </a:ext>
            </a:extLst>
          </p:cNvPr>
          <p:cNvSpPr txBox="1"/>
          <p:nvPr/>
        </p:nvSpPr>
        <p:spPr>
          <a:xfrm>
            <a:off x="1056565" y="1366447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noProof="0" dirty="0">
                <a:latin typeface="Consolas" panose="020B0609020204030204" pitchFamily="49" charset="0"/>
              </a:rPr>
              <a:t>becario_3</a:t>
            </a:r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AC35589-B3CF-CBB6-969F-117D6D451E0E}"/>
              </a:ext>
            </a:extLst>
          </p:cNvPr>
          <p:cNvGrpSpPr/>
          <p:nvPr/>
        </p:nvGrpSpPr>
        <p:grpSpPr>
          <a:xfrm>
            <a:off x="838200" y="2184572"/>
            <a:ext cx="1890973" cy="628500"/>
            <a:chOff x="1261803" y="2253575"/>
            <a:chExt cx="1890973" cy="6285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209E5C5-FBF5-92FF-7245-591CF800D848}"/>
                </a:ext>
              </a:extLst>
            </p:cNvPr>
            <p:cNvGrpSpPr/>
            <p:nvPr/>
          </p:nvGrpSpPr>
          <p:grpSpPr>
            <a:xfrm>
              <a:off x="2623771" y="2253575"/>
              <a:ext cx="229165" cy="115827"/>
              <a:chOff x="7702717" y="2138490"/>
              <a:chExt cx="674286" cy="340804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08EC34E-BD94-5FA4-5878-185D358977DE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57274BD-5A42-CDDC-DAC2-30DFD322A5B0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67D2367-D971-0ABF-5240-5110B6D93A65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0031E67-F53F-0868-9970-5DA5D3FD834F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44ABAF6-773B-EC0B-B540-12D2B8CA04B6}"/>
                </a:ext>
              </a:extLst>
            </p:cNvPr>
            <p:cNvGrpSpPr/>
            <p:nvPr/>
          </p:nvGrpSpPr>
          <p:grpSpPr>
            <a:xfrm>
              <a:off x="2466526" y="2460348"/>
              <a:ext cx="147437" cy="113074"/>
              <a:chOff x="7839715" y="2553300"/>
              <a:chExt cx="433812" cy="332704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8EB2031-207F-4CD5-9E93-25174E064A62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83443A3-6C26-19FB-E4C0-D625D35AC9BF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830943F-A4E2-AF73-914E-82FBAE56A991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410E2B5-8027-86FD-C91E-83AD30613F78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7FD723B-4EE2-B85D-256F-AF9050584BA3}"/>
                </a:ext>
              </a:extLst>
            </p:cNvPr>
            <p:cNvGrpSpPr/>
            <p:nvPr/>
          </p:nvGrpSpPr>
          <p:grpSpPr>
            <a:xfrm>
              <a:off x="2620320" y="2415876"/>
              <a:ext cx="147437" cy="113074"/>
              <a:chOff x="8292233" y="2422448"/>
              <a:chExt cx="433812" cy="33270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13695EC-5C61-C62A-CB53-A37D182BD65D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28EF17A-9381-EF80-93D5-B7484A210349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A25689A-EA0B-A205-20EA-1D6F118C32DE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715C735-C8CC-4D99-91CB-4BFEBCEF9A27}"/>
                </a:ext>
              </a:extLst>
            </p:cNvPr>
            <p:cNvSpPr/>
            <p:nvPr/>
          </p:nvSpPr>
          <p:spPr>
            <a:xfrm>
              <a:off x="2651853" y="2494389"/>
              <a:ext cx="147437" cy="11307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D21033-9720-8F45-4BBB-5871220E0FDA}"/>
                </a:ext>
              </a:extLst>
            </p:cNvPr>
            <p:cNvSpPr/>
            <p:nvPr/>
          </p:nvSpPr>
          <p:spPr>
            <a:xfrm>
              <a:off x="2742540" y="2562206"/>
              <a:ext cx="24321" cy="2432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1DE13AD-BEA8-EA0B-D403-4BB4386431BA}"/>
                </a:ext>
              </a:extLst>
            </p:cNvPr>
            <p:cNvGrpSpPr/>
            <p:nvPr/>
          </p:nvGrpSpPr>
          <p:grpSpPr>
            <a:xfrm>
              <a:off x="1393442" y="2432680"/>
              <a:ext cx="185998" cy="113074"/>
              <a:chOff x="2616513" y="2273732"/>
              <a:chExt cx="547272" cy="332704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A494258-AE6A-AB0E-AAB2-24EA2EDBFE4E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4ACB7AC-A71F-26A6-B861-1CAA12CDADB0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EFE5738-5403-5BBB-E34F-208866AB8EFE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F13C7DE-FD2F-42FC-5164-A63BA3D2502A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9C8ABD0-9C56-050D-4027-C9BCF0EDE310}"/>
                </a:ext>
              </a:extLst>
            </p:cNvPr>
            <p:cNvSpPr/>
            <p:nvPr/>
          </p:nvSpPr>
          <p:spPr>
            <a:xfrm>
              <a:off x="2771992" y="2552345"/>
              <a:ext cx="15538" cy="1553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85FE033-ED1E-272F-4E82-E78ECA63F609}"/>
                </a:ext>
              </a:extLst>
            </p:cNvPr>
            <p:cNvGrpSpPr/>
            <p:nvPr/>
          </p:nvGrpSpPr>
          <p:grpSpPr>
            <a:xfrm>
              <a:off x="2674092" y="2347516"/>
              <a:ext cx="147437" cy="113074"/>
              <a:chOff x="8450452" y="2221310"/>
              <a:chExt cx="433812" cy="332704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1F8B6-8C0F-E7DA-1CEA-67F16C737F5C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DD3A7C0E-A4AF-CB29-8E51-81FB1E4121F5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A41781B-AEC6-D20E-6517-CB6A8B5801EB}"/>
                </a:ext>
              </a:extLst>
            </p:cNvPr>
            <p:cNvGrpSpPr/>
            <p:nvPr/>
          </p:nvGrpSpPr>
          <p:grpSpPr>
            <a:xfrm>
              <a:off x="2377182" y="2393265"/>
              <a:ext cx="147437" cy="113074"/>
              <a:chOff x="7576832" y="2355919"/>
              <a:chExt cx="433812" cy="332704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4F03DA66-B162-F6A3-9C66-501B5D00CB57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6BA082F2-E6AF-B18B-815E-6B227D6D730C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49CE91E0-08D1-0FF2-77AC-B9BDB0CD2329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DF920B-C6F3-5412-E0B9-497BCAA8A2A4}"/>
                </a:ext>
              </a:extLst>
            </p:cNvPr>
            <p:cNvGrpSpPr/>
            <p:nvPr/>
          </p:nvGrpSpPr>
          <p:grpSpPr>
            <a:xfrm>
              <a:off x="2828915" y="2331801"/>
              <a:ext cx="147437" cy="113074"/>
              <a:chOff x="8905992" y="2175071"/>
              <a:chExt cx="433812" cy="33270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3603FC0-5B01-AECB-2FCF-1AEF50EAA95A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927828E3-D8E5-E6E7-43D4-2F9BA236FCD1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DD1BA411-8A2B-B646-8C90-11D937AB6986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F0E10DD-787E-9311-FF9F-5B5FDA32AC2C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AC75122-5814-302B-1374-FDB33EB04D95}"/>
                </a:ext>
              </a:extLst>
            </p:cNvPr>
            <p:cNvGrpSpPr/>
            <p:nvPr/>
          </p:nvGrpSpPr>
          <p:grpSpPr>
            <a:xfrm>
              <a:off x="2915098" y="2454663"/>
              <a:ext cx="147437" cy="113074"/>
              <a:chOff x="9309655" y="2557406"/>
              <a:chExt cx="433812" cy="33270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B5B916A6-D976-3228-E55F-13F649F9993E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1BE8324-E6EE-9374-2579-1F6CE04B09CC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D45302A-757E-970D-D325-AAD0BA5DAADA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4EAE0E3-EA8F-4F39-2CFC-5B7B37DE396D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6EB9041-A69C-2D55-39EE-D157C07CE75B}"/>
                </a:ext>
              </a:extLst>
            </p:cNvPr>
            <p:cNvGrpSpPr/>
            <p:nvPr/>
          </p:nvGrpSpPr>
          <p:grpSpPr>
            <a:xfrm>
              <a:off x="2788272" y="2448988"/>
              <a:ext cx="163375" cy="114008"/>
              <a:chOff x="8786411" y="2519876"/>
              <a:chExt cx="480707" cy="335455"/>
            </a:xfrm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5C9E864-AB1E-ACAF-1798-26A26F9E817C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96E2FEB3-E5E3-C10C-D537-BC11B323597B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8D004D43-7F34-DE06-36CB-4C8A55AF62EF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670BEF5-FF21-1D0F-53FB-467C5A3B3D3F}"/>
                </a:ext>
              </a:extLst>
            </p:cNvPr>
            <p:cNvGrpSpPr/>
            <p:nvPr/>
          </p:nvGrpSpPr>
          <p:grpSpPr>
            <a:xfrm rot="13449155">
              <a:off x="2419965" y="2319368"/>
              <a:ext cx="229165" cy="115827"/>
              <a:chOff x="7702717" y="2138490"/>
              <a:chExt cx="674286" cy="340804"/>
            </a:xfrm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465AAC9A-E4AE-6ECB-93BE-B8BF91AE2C7A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05E29834-3042-0DE0-C0EB-2CED3D99596A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341686A-143B-161E-394B-07ACD0E95922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37230EA-D96C-095A-D662-6C64050B9F3B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79ABEAC-4160-96EC-0E6E-495D8B4F740C}"/>
                </a:ext>
              </a:extLst>
            </p:cNvPr>
            <p:cNvGrpSpPr/>
            <p:nvPr/>
          </p:nvGrpSpPr>
          <p:grpSpPr>
            <a:xfrm>
              <a:off x="1261803" y="2532928"/>
              <a:ext cx="147437" cy="113074"/>
              <a:chOff x="8292233" y="2422448"/>
              <a:chExt cx="433812" cy="332704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486A2C8D-F123-48B9-D39E-C60369AF1D22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2F42943-CA26-2400-7F2B-F5D6373F8F8D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DC9F8AA-00AF-BD23-8AAE-B5014B9FBE3D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CD19605-7EB4-3F3F-2507-F7CAE1EB4D49}"/>
                </a:ext>
              </a:extLst>
            </p:cNvPr>
            <p:cNvGrpSpPr/>
            <p:nvPr/>
          </p:nvGrpSpPr>
          <p:grpSpPr>
            <a:xfrm>
              <a:off x="2318290" y="2565348"/>
              <a:ext cx="147437" cy="113074"/>
              <a:chOff x="7839715" y="2553300"/>
              <a:chExt cx="433812" cy="332704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047ABE1C-969E-8868-8588-400D366CA3CA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66C36D87-3E74-3C05-CCF9-9D556C961DF1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881F9D37-DCA4-966A-6983-BD8E9FC8F29A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264340B0-660C-8FAB-9488-C281EC9BCEE2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28CDEFD-3A1A-6D25-F502-1AC8B52B42C8}"/>
                </a:ext>
              </a:extLst>
            </p:cNvPr>
            <p:cNvGrpSpPr/>
            <p:nvPr/>
          </p:nvGrpSpPr>
          <p:grpSpPr>
            <a:xfrm>
              <a:off x="2472084" y="2520877"/>
              <a:ext cx="147437" cy="113074"/>
              <a:chOff x="8292233" y="2422448"/>
              <a:chExt cx="433812" cy="332704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9433A63B-18D9-6C32-6028-7950137ED3E6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DA281567-E188-4009-D2DC-CA0E84199065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C46B7C6E-555D-B66A-CCED-7378A9B14193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6AD748F-36D3-330F-A9F3-5F3038019177}"/>
                </a:ext>
              </a:extLst>
            </p:cNvPr>
            <p:cNvSpPr/>
            <p:nvPr/>
          </p:nvSpPr>
          <p:spPr>
            <a:xfrm>
              <a:off x="2503618" y="2599391"/>
              <a:ext cx="147437" cy="11307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8E36451-1537-94C9-FB9A-D4E63E0DC40E}"/>
                </a:ext>
              </a:extLst>
            </p:cNvPr>
            <p:cNvSpPr/>
            <p:nvPr/>
          </p:nvSpPr>
          <p:spPr>
            <a:xfrm>
              <a:off x="2594304" y="2667208"/>
              <a:ext cx="24321" cy="2432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1C01CBD-88A7-29F2-5881-DC060235D339}"/>
                </a:ext>
              </a:extLst>
            </p:cNvPr>
            <p:cNvSpPr/>
            <p:nvPr/>
          </p:nvSpPr>
          <p:spPr>
            <a:xfrm>
              <a:off x="2623756" y="2657346"/>
              <a:ext cx="15538" cy="1553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BCD7D729-BDFE-E26D-CF85-AF004BB82B74}"/>
                </a:ext>
              </a:extLst>
            </p:cNvPr>
            <p:cNvGrpSpPr/>
            <p:nvPr/>
          </p:nvGrpSpPr>
          <p:grpSpPr>
            <a:xfrm>
              <a:off x="2523066" y="2465533"/>
              <a:ext cx="147437" cy="113074"/>
              <a:chOff x="8450452" y="2221310"/>
              <a:chExt cx="433812" cy="332704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C594428-3A96-F43E-A622-EAFAD68EB607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10268615-263B-1AF6-C8E1-9055C1EA60A6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ACACF634-36E4-E06A-1386-7CE9E971458E}"/>
                </a:ext>
              </a:extLst>
            </p:cNvPr>
            <p:cNvGrpSpPr/>
            <p:nvPr/>
          </p:nvGrpSpPr>
          <p:grpSpPr>
            <a:xfrm>
              <a:off x="2228946" y="2498267"/>
              <a:ext cx="147437" cy="113074"/>
              <a:chOff x="7576832" y="2355919"/>
              <a:chExt cx="433812" cy="332704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701EB8C8-0FFD-A83C-0011-E63A18016487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C24C2285-2052-1630-A619-BF9977639C40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3C95E822-9797-A25A-29B4-F05943CA4C23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C08B32B7-76D4-8154-C3C5-F1A1A027F572}"/>
                </a:ext>
              </a:extLst>
            </p:cNvPr>
            <p:cNvGrpSpPr/>
            <p:nvPr/>
          </p:nvGrpSpPr>
          <p:grpSpPr>
            <a:xfrm>
              <a:off x="2680677" y="2436802"/>
              <a:ext cx="147437" cy="113074"/>
              <a:chOff x="8905992" y="2175071"/>
              <a:chExt cx="433812" cy="332704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ADA178F4-F500-63EF-CE4D-DFC824170D63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B6D3C001-2E9D-A615-A082-47F76412080C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148D77B4-7495-B91A-04EC-17392C8F7D0B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F122F439-4CEA-2D35-DED6-A47C1E2E0E58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044EA34-E510-21F5-3FCB-BC73C53A1CFB}"/>
                </a:ext>
              </a:extLst>
            </p:cNvPr>
            <p:cNvGrpSpPr/>
            <p:nvPr/>
          </p:nvGrpSpPr>
          <p:grpSpPr>
            <a:xfrm>
              <a:off x="2766861" y="2559664"/>
              <a:ext cx="147437" cy="113074"/>
              <a:chOff x="9309655" y="2557406"/>
              <a:chExt cx="433812" cy="332704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265BB51-69F3-C1DE-B19F-15B685BE0837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36FCA6B9-087D-1A6F-EF79-4D079481FED4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5D763B02-4115-A022-4504-BE3D723829EF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04CD9347-5163-4960-AC52-49647552D1A2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CDB701AB-E4E0-1CFA-1C8C-59F37711C1DF}"/>
                </a:ext>
              </a:extLst>
            </p:cNvPr>
            <p:cNvGrpSpPr/>
            <p:nvPr/>
          </p:nvGrpSpPr>
          <p:grpSpPr>
            <a:xfrm>
              <a:off x="2640036" y="2553989"/>
              <a:ext cx="163375" cy="114008"/>
              <a:chOff x="8786411" y="2519876"/>
              <a:chExt cx="480707" cy="335455"/>
            </a:xfrm>
          </p:grpSpPr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DEB400F9-65C9-55C8-E533-FB59A03B24A6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2DD164B8-E237-800A-B465-838B5FE9EED2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BA7C2D8F-7DDF-3F70-F122-54ADD5D3303B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6BA987FE-39CB-03DA-8B45-CA4A8871ED51}"/>
                </a:ext>
              </a:extLst>
            </p:cNvPr>
            <p:cNvGrpSpPr/>
            <p:nvPr/>
          </p:nvGrpSpPr>
          <p:grpSpPr>
            <a:xfrm rot="8866267">
              <a:off x="2243167" y="2392104"/>
              <a:ext cx="229165" cy="115827"/>
              <a:chOff x="7702717" y="2138490"/>
              <a:chExt cx="674286" cy="340804"/>
            </a:xfrm>
          </p:grpSpPr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EE9FD894-BFD6-BAE5-72E0-5784B566279E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81AA4B70-BC49-7A15-381E-E19638A58041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3F92A94A-299C-5EE7-62A8-8A4348855710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F4C4664C-6CB0-786B-CC55-AEC3405AF641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930631DA-A2C3-47AF-E4B1-953C67BCA3FE}"/>
                </a:ext>
              </a:extLst>
            </p:cNvPr>
            <p:cNvGrpSpPr/>
            <p:nvPr/>
          </p:nvGrpSpPr>
          <p:grpSpPr>
            <a:xfrm rot="10800000">
              <a:off x="2530822" y="2302144"/>
              <a:ext cx="185998" cy="113074"/>
              <a:chOff x="2616513" y="2273732"/>
              <a:chExt cx="547272" cy="332704"/>
            </a:xfrm>
          </p:grpSpPr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578EF3FF-B0C1-AA1E-23FF-C4CABA953417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ECFB6754-53B9-7BDA-68C8-F6E13B5018DB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F1DAC59E-43FE-23AC-073A-3B9EEECA7D95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135D94D2-E7E3-1F81-73A0-FAD9A20FF87C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6AA90556-CA65-0E0E-4FB7-D9FC79385782}"/>
                </a:ext>
              </a:extLst>
            </p:cNvPr>
            <p:cNvGrpSpPr/>
            <p:nvPr/>
          </p:nvGrpSpPr>
          <p:grpSpPr>
            <a:xfrm>
              <a:off x="2351451" y="2321525"/>
              <a:ext cx="147437" cy="113074"/>
              <a:chOff x="8292233" y="2422448"/>
              <a:chExt cx="433812" cy="332704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8C33366A-D435-A82E-B7EC-269A51D1BA3C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735C176E-0E8A-863F-681B-77D64B0D0CD6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CED87531-F680-0F04-EAD4-D3B164104064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52C220E0-37BE-81D6-FF74-FFAF6A006482}"/>
                </a:ext>
              </a:extLst>
            </p:cNvPr>
            <p:cNvGrpSpPr/>
            <p:nvPr/>
          </p:nvGrpSpPr>
          <p:grpSpPr>
            <a:xfrm>
              <a:off x="2697344" y="2383859"/>
              <a:ext cx="147437" cy="113074"/>
              <a:chOff x="7839715" y="2553300"/>
              <a:chExt cx="433812" cy="332704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C269BA58-3F54-0859-7C3D-C0A0FC5A0598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0DACC4FD-4482-7516-935A-DB0F235E2093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8DEC364A-C227-999B-1AB5-681A4EC8F971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345EF4F7-C504-72C0-64B5-006BB18F8DD4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677B81AF-B6D4-90F6-6EEA-01DE7310B252}"/>
                </a:ext>
              </a:extLst>
            </p:cNvPr>
            <p:cNvGrpSpPr/>
            <p:nvPr/>
          </p:nvGrpSpPr>
          <p:grpSpPr>
            <a:xfrm>
              <a:off x="2919654" y="2566295"/>
              <a:ext cx="147437" cy="113074"/>
              <a:chOff x="8905992" y="2175071"/>
              <a:chExt cx="433812" cy="332704"/>
            </a:xfrm>
          </p:grpSpPr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53AA3AE8-E1F6-E38D-1259-745221D35937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12D840A9-5913-3F9D-F39A-6C74975EE212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D1CB341F-5A64-FFBA-305A-E8853AB72B29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43255BC8-DB8E-A8F3-7EAC-D189588CCD33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589207B3-90F6-357F-865F-7979A4E0722B}"/>
                </a:ext>
              </a:extLst>
            </p:cNvPr>
            <p:cNvGrpSpPr/>
            <p:nvPr/>
          </p:nvGrpSpPr>
          <p:grpSpPr>
            <a:xfrm>
              <a:off x="2397871" y="2622831"/>
              <a:ext cx="147437" cy="113074"/>
              <a:chOff x="8905992" y="2175071"/>
              <a:chExt cx="433812" cy="332704"/>
            </a:xfrm>
          </p:grpSpPr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0A5F697B-F7A2-1F0F-F204-C477920E06D8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747BF2F4-BF29-75E0-0C38-4406295421C1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C8F35E57-E06F-4DBB-21B2-B69837436154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DFB719C3-0C93-06D9-E2D4-42B3BDE8B9D8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660132E1-5695-9FC2-6B37-31E638A30629}"/>
                </a:ext>
              </a:extLst>
            </p:cNvPr>
            <p:cNvGrpSpPr/>
            <p:nvPr/>
          </p:nvGrpSpPr>
          <p:grpSpPr>
            <a:xfrm>
              <a:off x="2350549" y="2566295"/>
              <a:ext cx="185998" cy="113074"/>
              <a:chOff x="2616513" y="2273732"/>
              <a:chExt cx="547272" cy="332704"/>
            </a:xfrm>
          </p:grpSpPr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D72A0C7B-AA44-FF7B-545D-E338E93E548E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2A6F3BAC-4CCC-CC24-5DA4-0EA054D83ED8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F4F9594A-E91F-1562-1DB6-1DC4A888FF80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E942B3A0-938B-7A08-DF5A-CB138ED431AF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A3E2216F-3AC3-3F15-547F-3A81F26E0779}"/>
                </a:ext>
              </a:extLst>
            </p:cNvPr>
            <p:cNvGrpSpPr/>
            <p:nvPr/>
          </p:nvGrpSpPr>
          <p:grpSpPr>
            <a:xfrm>
              <a:off x="2606010" y="2606518"/>
              <a:ext cx="147437" cy="113074"/>
              <a:chOff x="7839715" y="2553300"/>
              <a:chExt cx="433812" cy="332704"/>
            </a:xfrm>
          </p:grpSpPr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FCD2D5A1-F81C-0AFA-B94A-C64523DF45E4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D1BB21F7-FCF6-0A3F-9DDC-472480672032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68B0807A-4BD5-230C-6463-89A0A807BBE9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B845889A-F597-4C81-0FBC-2E1F3A41031F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14A61015-9DF1-0D66-FB67-F7B8794DF821}"/>
                </a:ext>
              </a:extLst>
            </p:cNvPr>
            <p:cNvGrpSpPr/>
            <p:nvPr/>
          </p:nvGrpSpPr>
          <p:grpSpPr>
            <a:xfrm>
              <a:off x="2759805" y="2562046"/>
              <a:ext cx="147437" cy="113074"/>
              <a:chOff x="8292233" y="2422448"/>
              <a:chExt cx="433812" cy="332704"/>
            </a:xfrm>
          </p:grpSpPr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91F99F7F-605A-4D68-5CED-C0FBB08B4ACB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C155D9E0-8D94-04DC-E0B5-0471304AB6E6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FDF3C9E6-9531-9F6D-C130-872E98E628D4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0FC36DEC-154B-A6B9-583C-DDEE7825EFD9}"/>
                </a:ext>
              </a:extLst>
            </p:cNvPr>
            <p:cNvSpPr/>
            <p:nvPr/>
          </p:nvSpPr>
          <p:spPr>
            <a:xfrm>
              <a:off x="2791338" y="2640561"/>
              <a:ext cx="147437" cy="11307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87C930F8-0F4A-6EC7-4110-F3BC44E70353}"/>
                </a:ext>
              </a:extLst>
            </p:cNvPr>
            <p:cNvSpPr/>
            <p:nvPr/>
          </p:nvSpPr>
          <p:spPr>
            <a:xfrm>
              <a:off x="2882024" y="2708376"/>
              <a:ext cx="24321" cy="2432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9CFC1B57-660B-10E8-5820-EBF0DE7D2BC5}"/>
                </a:ext>
              </a:extLst>
            </p:cNvPr>
            <p:cNvSpPr/>
            <p:nvPr/>
          </p:nvSpPr>
          <p:spPr>
            <a:xfrm>
              <a:off x="2911476" y="2698517"/>
              <a:ext cx="15538" cy="1553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ADBFCC1C-08BC-ED8A-1BA3-70216B3AF05C}"/>
                </a:ext>
              </a:extLst>
            </p:cNvPr>
            <p:cNvGrpSpPr/>
            <p:nvPr/>
          </p:nvGrpSpPr>
          <p:grpSpPr>
            <a:xfrm>
              <a:off x="2813576" y="2493688"/>
              <a:ext cx="147437" cy="113074"/>
              <a:chOff x="8450452" y="2221310"/>
              <a:chExt cx="433812" cy="332704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8E50A503-A22F-1906-447F-DF7758A6019A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6CC76508-5868-1841-B7D3-ADB4B1B4D9AF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7AAE1E5A-6012-4051-D7FC-2CD015CDB8EA}"/>
                </a:ext>
              </a:extLst>
            </p:cNvPr>
            <p:cNvGrpSpPr/>
            <p:nvPr/>
          </p:nvGrpSpPr>
          <p:grpSpPr>
            <a:xfrm>
              <a:off x="2516666" y="2539435"/>
              <a:ext cx="147437" cy="113074"/>
              <a:chOff x="7576832" y="2355919"/>
              <a:chExt cx="433812" cy="332704"/>
            </a:xfrm>
          </p:grpSpPr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5072F3F7-DA1B-3FFF-0FE1-BBC8D7D729B3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58FB8FF2-C049-D667-7499-8A0D9CB2156F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ACE261FE-7C3A-42BC-3088-6E2FB146BF2D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690A47B2-18F7-709C-E17C-854E0A833133}"/>
                </a:ext>
              </a:extLst>
            </p:cNvPr>
            <p:cNvGrpSpPr/>
            <p:nvPr/>
          </p:nvGrpSpPr>
          <p:grpSpPr>
            <a:xfrm>
              <a:off x="2968399" y="2477972"/>
              <a:ext cx="147437" cy="113074"/>
              <a:chOff x="8905992" y="2175071"/>
              <a:chExt cx="433812" cy="332704"/>
            </a:xfrm>
          </p:grpSpPr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F9201300-9EAB-AE70-D6CC-87CDECC8D070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6AF759C2-F148-3F7D-A61C-18BBA6187557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AD85400A-C74F-DA9E-241B-674DCEE34965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DF03C26F-9AF9-808F-AAF9-3EF13A362CE9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50997C0C-8DB3-590B-4C5B-3457F37B6E4F}"/>
                </a:ext>
              </a:extLst>
            </p:cNvPr>
            <p:cNvGrpSpPr/>
            <p:nvPr/>
          </p:nvGrpSpPr>
          <p:grpSpPr>
            <a:xfrm>
              <a:off x="2286039" y="2705982"/>
              <a:ext cx="147437" cy="113074"/>
              <a:chOff x="9309655" y="2557406"/>
              <a:chExt cx="433812" cy="332704"/>
            </a:xfrm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CAD699A5-D515-1B84-3A91-C7DDB83106E2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0856AEFE-E78B-BD91-30F6-CABFBEE1ED8B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22EFB580-9290-3EBF-3059-43CF3AB888F1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DE6F63AF-9F44-269D-0988-94F7EAC14AB3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39FFAC66-B5BF-926C-03D1-F27AA16C9583}"/>
                </a:ext>
              </a:extLst>
            </p:cNvPr>
            <p:cNvGrpSpPr/>
            <p:nvPr/>
          </p:nvGrpSpPr>
          <p:grpSpPr>
            <a:xfrm>
              <a:off x="2927757" y="2595158"/>
              <a:ext cx="163375" cy="114008"/>
              <a:chOff x="8786411" y="2519876"/>
              <a:chExt cx="480707" cy="335455"/>
            </a:xfrm>
          </p:grpSpPr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A3838833-C47B-EB82-C084-B40B1B71E8FD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D1D251A2-7060-0760-E530-2AE015C7B24B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0C510CC1-29D4-EE9F-51D3-E4CE677C0808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6B84632E-7139-0A14-6517-277209311AB7}"/>
                </a:ext>
              </a:extLst>
            </p:cNvPr>
            <p:cNvGrpSpPr/>
            <p:nvPr/>
          </p:nvGrpSpPr>
          <p:grpSpPr>
            <a:xfrm>
              <a:off x="2457774" y="2711519"/>
              <a:ext cx="147437" cy="113074"/>
              <a:chOff x="7839715" y="2553300"/>
              <a:chExt cx="433812" cy="332704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F9C486EF-7BC9-56D8-103C-CAC28AD75FE0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25A18196-3580-3AF7-630C-21EB342482EA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63464C2C-45DC-C051-9A20-310B9E16A0F7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C1AF437D-6C74-7FD4-94C3-FA1E654F919C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39A605AF-FCFC-8F13-C161-43EA1FE8E19C}"/>
                </a:ext>
              </a:extLst>
            </p:cNvPr>
            <p:cNvGrpSpPr/>
            <p:nvPr/>
          </p:nvGrpSpPr>
          <p:grpSpPr>
            <a:xfrm>
              <a:off x="2611569" y="2667047"/>
              <a:ext cx="147437" cy="113074"/>
              <a:chOff x="8292233" y="2422448"/>
              <a:chExt cx="433812" cy="332704"/>
            </a:xfrm>
          </p:grpSpPr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765D3113-8403-C2D4-0036-0E189FF6C099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86D93FF2-A48B-2D21-339D-AC7C17B8C23E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45505157-63AD-9690-2C34-6DC2432628CB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2F5B846F-9E84-BB94-F615-931AE2E82B42}"/>
                </a:ext>
              </a:extLst>
            </p:cNvPr>
            <p:cNvSpPr/>
            <p:nvPr/>
          </p:nvSpPr>
          <p:spPr>
            <a:xfrm>
              <a:off x="2643102" y="2745560"/>
              <a:ext cx="147437" cy="11307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96FCA12D-2545-0A15-6434-E19470AF6E42}"/>
                </a:ext>
              </a:extLst>
            </p:cNvPr>
            <p:cNvSpPr/>
            <p:nvPr/>
          </p:nvSpPr>
          <p:spPr>
            <a:xfrm>
              <a:off x="2733788" y="2813377"/>
              <a:ext cx="24321" cy="2432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8BF79051-842B-E897-AB2B-F353DBEA74AE}"/>
                </a:ext>
              </a:extLst>
            </p:cNvPr>
            <p:cNvSpPr/>
            <p:nvPr/>
          </p:nvSpPr>
          <p:spPr>
            <a:xfrm>
              <a:off x="2763240" y="2803516"/>
              <a:ext cx="15538" cy="1553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C05BE42E-2BAE-18E1-18B6-30BD6300C805}"/>
                </a:ext>
              </a:extLst>
            </p:cNvPr>
            <p:cNvGrpSpPr/>
            <p:nvPr/>
          </p:nvGrpSpPr>
          <p:grpSpPr>
            <a:xfrm rot="19612653">
              <a:off x="2665340" y="2598687"/>
              <a:ext cx="147437" cy="113074"/>
              <a:chOff x="8450452" y="2221310"/>
              <a:chExt cx="433812" cy="332704"/>
            </a:xfrm>
          </p:grpSpPr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4717214D-00F0-4047-70FE-95233F321A8A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92073614-C446-81CD-D636-7839A36C2CF9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2C558BB5-86DA-C060-D0B7-01559AEA7C59}"/>
                </a:ext>
              </a:extLst>
            </p:cNvPr>
            <p:cNvGrpSpPr/>
            <p:nvPr/>
          </p:nvGrpSpPr>
          <p:grpSpPr>
            <a:xfrm>
              <a:off x="2368430" y="2644436"/>
              <a:ext cx="147437" cy="113074"/>
              <a:chOff x="7576832" y="2355919"/>
              <a:chExt cx="433812" cy="332704"/>
            </a:xfrm>
          </p:grpSpPr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38D75937-35D4-123B-78CF-DE64C6831A00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B7337EB5-6392-0E74-98FD-49BCEB61055E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9AB36B94-6F27-92F0-CA1D-0EAF47E0C592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5DD23ABF-B9EF-5C14-E461-0521D3231C56}"/>
                </a:ext>
              </a:extLst>
            </p:cNvPr>
            <p:cNvGrpSpPr/>
            <p:nvPr/>
          </p:nvGrpSpPr>
          <p:grpSpPr>
            <a:xfrm>
              <a:off x="2820163" y="2582972"/>
              <a:ext cx="147437" cy="113074"/>
              <a:chOff x="8905992" y="2175071"/>
              <a:chExt cx="433812" cy="332704"/>
            </a:xfrm>
          </p:grpSpPr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DCCD2115-BE04-E419-B556-1F66D7748EAC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744FB6E0-5ED1-1362-D7C6-F2427BDC91A7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C5A3180D-7955-C38C-6C49-4C40452654D9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181C94BA-0F50-B603-521C-0E2E5AA8B679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AB964637-B486-2422-B17B-6A15202956F9}"/>
                </a:ext>
              </a:extLst>
            </p:cNvPr>
            <p:cNvGrpSpPr/>
            <p:nvPr/>
          </p:nvGrpSpPr>
          <p:grpSpPr>
            <a:xfrm>
              <a:off x="2906346" y="2705834"/>
              <a:ext cx="147437" cy="113074"/>
              <a:chOff x="9309655" y="2557406"/>
              <a:chExt cx="433812" cy="332704"/>
            </a:xfrm>
          </p:grpSpPr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16DAECB5-D35B-5E63-7D05-37023FE22978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EE3099C3-24E5-006E-FC50-D466A8FA682C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479918B9-1EAA-8EED-DCE2-BFDF4ED48E73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20632F5A-3D06-C713-732A-21E505010658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D70F9E43-A6ED-448B-D138-AD021F724DB4}"/>
                </a:ext>
              </a:extLst>
            </p:cNvPr>
            <p:cNvGrpSpPr/>
            <p:nvPr/>
          </p:nvGrpSpPr>
          <p:grpSpPr>
            <a:xfrm rot="9713598">
              <a:off x="2753775" y="2728849"/>
              <a:ext cx="163375" cy="114008"/>
              <a:chOff x="8786411" y="2519876"/>
              <a:chExt cx="480707" cy="335455"/>
            </a:xfrm>
          </p:grpSpPr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E35973F9-2BB4-5484-8B22-70F9F3E53F96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936290AF-55F6-902B-F2A6-A65C65969948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D7A94F4F-05C6-AD6A-0F88-37EC037F4AA1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819224BA-D42B-1CAA-20F9-1FA7861DA618}"/>
                </a:ext>
              </a:extLst>
            </p:cNvPr>
            <p:cNvGrpSpPr/>
            <p:nvPr/>
          </p:nvGrpSpPr>
          <p:grpSpPr>
            <a:xfrm>
              <a:off x="2352547" y="2549290"/>
              <a:ext cx="229165" cy="115827"/>
              <a:chOff x="7702717" y="2138490"/>
              <a:chExt cx="674286" cy="340804"/>
            </a:xfrm>
          </p:grpSpPr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666BB625-0E2E-EB73-A5B5-209FEB52F6A5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41AB89EC-E186-0ED7-0FEE-E1C19292C8A0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198A4597-A125-F8C4-DFD5-1B50D0D955E6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E0B22D9C-1988-DFF1-3BF9-214C0623A5A1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D93848B9-1681-7798-1304-90D390A80FE2}"/>
                </a:ext>
              </a:extLst>
            </p:cNvPr>
            <p:cNvGrpSpPr/>
            <p:nvPr/>
          </p:nvGrpSpPr>
          <p:grpSpPr>
            <a:xfrm>
              <a:off x="2874146" y="2399409"/>
              <a:ext cx="185998" cy="113074"/>
              <a:chOff x="2616513" y="2273732"/>
              <a:chExt cx="547272" cy="332704"/>
            </a:xfrm>
          </p:grpSpPr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A8D4DF7A-5B6F-5787-9402-0A0F8D5827E0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B9DEE7D4-00E7-72EF-8F6B-FF5679BB7394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8CE777C6-D625-C5C6-CC3C-8312ED4AF242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6F2B1175-30CF-91FA-5AC5-F5074BFFF261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23181B24-C2FB-3844-0288-93D960B550C2}"/>
                </a:ext>
              </a:extLst>
            </p:cNvPr>
            <p:cNvGrpSpPr/>
            <p:nvPr/>
          </p:nvGrpSpPr>
          <p:grpSpPr>
            <a:xfrm>
              <a:off x="2428133" y="2446462"/>
              <a:ext cx="147437" cy="113074"/>
              <a:chOff x="8292233" y="2422448"/>
              <a:chExt cx="433812" cy="332704"/>
            </a:xfrm>
          </p:grpSpPr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C2C4FB3C-0A7E-53A5-DBE1-B5F909339B8E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419F3D25-E887-9D7C-A90B-A2CF9E0ECA77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AC02DF94-E9F2-7C5C-5B09-20CCC14ECFEE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4646FA63-133C-0514-5344-AF1572EA51A6}"/>
                </a:ext>
              </a:extLst>
            </p:cNvPr>
            <p:cNvGrpSpPr/>
            <p:nvPr/>
          </p:nvGrpSpPr>
          <p:grpSpPr>
            <a:xfrm>
              <a:off x="2836828" y="2530029"/>
              <a:ext cx="147437" cy="113074"/>
              <a:chOff x="7839715" y="2553300"/>
              <a:chExt cx="433812" cy="332704"/>
            </a:xfrm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8E70DC32-3ABB-ED06-DED7-1CE69E1BC23E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251FBCBD-2E03-D259-9A71-4094921A3D61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39DB6FE7-189D-E5E7-3837-508A64B40E83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A5763394-8886-7857-3E33-F9C6B6942933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1D5F7314-B1F8-AED7-CC41-CB3B9F89E2AF}"/>
                </a:ext>
              </a:extLst>
            </p:cNvPr>
            <p:cNvGrpSpPr/>
            <p:nvPr/>
          </p:nvGrpSpPr>
          <p:grpSpPr>
            <a:xfrm>
              <a:off x="3005339" y="2697097"/>
              <a:ext cx="147437" cy="113074"/>
              <a:chOff x="8905992" y="2175071"/>
              <a:chExt cx="433812" cy="332704"/>
            </a:xfrm>
          </p:grpSpPr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EB61C132-3435-F3D1-6182-5DCC2DFC9CDA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F90861B9-6467-07B9-F6C7-C5C5B6D0C209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6A6EDE3B-1677-A760-534D-33B598F44DFC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7AED2102-CC66-865E-C127-96B9F29146B0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874DE19C-71E2-9EE5-DD2D-3D75DB535B33}"/>
                </a:ext>
              </a:extLst>
            </p:cNvPr>
            <p:cNvGrpSpPr/>
            <p:nvPr/>
          </p:nvGrpSpPr>
          <p:grpSpPr>
            <a:xfrm>
              <a:off x="2537355" y="2769001"/>
              <a:ext cx="147437" cy="113074"/>
              <a:chOff x="8905992" y="2175071"/>
              <a:chExt cx="433812" cy="332704"/>
            </a:xfrm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4C75375C-D842-21E1-BCD9-11B20366979D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FFCE5755-C887-8BF7-31A6-34FE40356FC1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304DFF0D-B864-8FB6-F6E1-2A28FDE9BDB6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BEBEC0EA-7CF1-E8A4-4C98-C8BFFFD3327B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0C8BFE17-A938-48B8-DFD4-B4495DAC752B}"/>
                </a:ext>
              </a:extLst>
            </p:cNvPr>
            <p:cNvGrpSpPr/>
            <p:nvPr/>
          </p:nvGrpSpPr>
          <p:grpSpPr>
            <a:xfrm>
              <a:off x="2490033" y="2712465"/>
              <a:ext cx="185998" cy="113074"/>
              <a:chOff x="2616513" y="2273732"/>
              <a:chExt cx="547272" cy="332704"/>
            </a:xfrm>
          </p:grpSpPr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0C4FE76F-2930-D4CD-5FE0-DABA33F844C3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solidFill>
                <a:srgbClr val="82828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AE47CEB7-A2C8-0B6E-D030-291E7F674BFD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8F5ABD97-0540-87B3-B5D1-CFE7BF2EF87B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2F2CAC69-2F56-2855-2559-15AF9C26DE8D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E9298A16-1CBE-CD31-2E2D-DDFB2913BAD3}"/>
                </a:ext>
              </a:extLst>
            </p:cNvPr>
            <p:cNvCxnSpPr>
              <a:cxnSpLocks/>
            </p:cNvCxnSpPr>
            <p:nvPr/>
          </p:nvCxnSpPr>
          <p:spPr>
            <a:xfrm>
              <a:off x="1685925" y="2509747"/>
              <a:ext cx="447770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241" name="Picture 240">
            <a:extLst>
              <a:ext uri="{FF2B5EF4-FFF2-40B4-BE49-F238E27FC236}">
                <a16:creationId xmlns:a16="http://schemas.microsoft.com/office/drawing/2014/main" id="{31A81CAD-B50A-8B44-4ADB-EF97253AC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4" y="3315013"/>
            <a:ext cx="2631886" cy="2800746"/>
          </a:xfrm>
          <a:prstGeom prst="rect">
            <a:avLst/>
          </a:prstGeom>
          <a:ln w="28575">
            <a:solidFill>
              <a:srgbClr val="828282"/>
            </a:solidFill>
          </a:ln>
        </p:spPr>
      </p:pic>
      <p:sp>
        <p:nvSpPr>
          <p:cNvPr id="244" name="TextBox 243">
            <a:extLst>
              <a:ext uri="{FF2B5EF4-FFF2-40B4-BE49-F238E27FC236}">
                <a16:creationId xmlns:a16="http://schemas.microsoft.com/office/drawing/2014/main" id="{CD5E7259-EA57-5AB1-E309-AA895CB1D3FD}"/>
              </a:ext>
            </a:extLst>
          </p:cNvPr>
          <p:cNvSpPr txBox="1"/>
          <p:nvPr/>
        </p:nvSpPr>
        <p:spPr>
          <a:xfrm>
            <a:off x="399333" y="3024262"/>
            <a:ext cx="276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noProof="0" dirty="0">
                <a:solidFill>
                  <a:srgbClr val="828282"/>
                </a:solidFill>
                <a:latin typeface="Consolas" panose="020B0609020204030204" pitchFamily="49" charset="0"/>
              </a:rPr>
              <a:t>levaduras_por_biseccion.py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74025D9A-1BB2-615A-3AB6-D03A31C4DE4D}"/>
              </a:ext>
            </a:extLst>
          </p:cNvPr>
          <p:cNvSpPr txBox="1"/>
          <p:nvPr/>
        </p:nvSpPr>
        <p:spPr>
          <a:xfrm>
            <a:off x="1180281" y="1835203"/>
            <a:ext cx="122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noProof="0" dirty="0"/>
              <a:t>Miércoles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8E5434AA-274C-32FD-A892-5B7029F111D6}"/>
              </a:ext>
            </a:extLst>
          </p:cNvPr>
          <p:cNvSpPr txBox="1"/>
          <p:nvPr/>
        </p:nvSpPr>
        <p:spPr>
          <a:xfrm>
            <a:off x="4451771" y="1835203"/>
            <a:ext cx="890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Jueves</a:t>
            </a:r>
          </a:p>
        </p:txBody>
      </p:sp>
      <p:pic>
        <p:nvPicPr>
          <p:cNvPr id="468" name="Picture 467">
            <a:extLst>
              <a:ext uri="{FF2B5EF4-FFF2-40B4-BE49-F238E27FC236}">
                <a16:creationId xmlns:a16="http://schemas.microsoft.com/office/drawing/2014/main" id="{48BC99BC-63B8-B689-0669-CFF6A7F8B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944" y="3315013"/>
            <a:ext cx="2631886" cy="2800746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469" name="TextBox 468">
            <a:extLst>
              <a:ext uri="{FF2B5EF4-FFF2-40B4-BE49-F238E27FC236}">
                <a16:creationId xmlns:a16="http://schemas.microsoft.com/office/drawing/2014/main" id="{0D5B40D9-DD7B-5747-BA0D-B401E92436A9}"/>
              </a:ext>
            </a:extLst>
          </p:cNvPr>
          <p:cNvSpPr txBox="1"/>
          <p:nvPr/>
        </p:nvSpPr>
        <p:spPr>
          <a:xfrm>
            <a:off x="3551148" y="3024262"/>
            <a:ext cx="2967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levaduras_por_bisección_2.py</a:t>
            </a:r>
          </a:p>
        </p:txBody>
      </p: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F8D0B8AC-37B8-C80F-3A93-AD8BDB969FE1}"/>
              </a:ext>
            </a:extLst>
          </p:cNvPr>
          <p:cNvGrpSpPr/>
          <p:nvPr/>
        </p:nvGrpSpPr>
        <p:grpSpPr>
          <a:xfrm>
            <a:off x="6978405" y="2290906"/>
            <a:ext cx="1890973" cy="628500"/>
            <a:chOff x="1261803" y="2253575"/>
            <a:chExt cx="1890973" cy="628500"/>
          </a:xfrm>
          <a:solidFill>
            <a:schemeClr val="accent4"/>
          </a:solidFill>
        </p:grpSpPr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8233A62C-0B57-90DA-7E5F-C52D15B5943A}"/>
                </a:ext>
              </a:extLst>
            </p:cNvPr>
            <p:cNvGrpSpPr/>
            <p:nvPr/>
          </p:nvGrpSpPr>
          <p:grpSpPr>
            <a:xfrm>
              <a:off x="2623771" y="2253575"/>
              <a:ext cx="229165" cy="115827"/>
              <a:chOff x="7702717" y="2138490"/>
              <a:chExt cx="674286" cy="340804"/>
            </a:xfrm>
            <a:grpFill/>
          </p:grpSpPr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B0A2C6CE-1545-405D-38B0-014C59F30D70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88" name="Oval 687">
                <a:extLst>
                  <a:ext uri="{FF2B5EF4-FFF2-40B4-BE49-F238E27FC236}">
                    <a16:creationId xmlns:a16="http://schemas.microsoft.com/office/drawing/2014/main" id="{17C7D61B-250B-1BF9-3303-957283313344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89" name="Oval 688">
                <a:extLst>
                  <a:ext uri="{FF2B5EF4-FFF2-40B4-BE49-F238E27FC236}">
                    <a16:creationId xmlns:a16="http://schemas.microsoft.com/office/drawing/2014/main" id="{59B8C223-1B85-AC35-5157-182C5559B546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90" name="Oval 689">
                <a:extLst>
                  <a:ext uri="{FF2B5EF4-FFF2-40B4-BE49-F238E27FC236}">
                    <a16:creationId xmlns:a16="http://schemas.microsoft.com/office/drawing/2014/main" id="{F788DA77-F4EB-ACCB-1E4F-44C18332D527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72" name="Group 471">
              <a:extLst>
                <a:ext uri="{FF2B5EF4-FFF2-40B4-BE49-F238E27FC236}">
                  <a16:creationId xmlns:a16="http://schemas.microsoft.com/office/drawing/2014/main" id="{AD61C43D-6FDB-D834-0449-147753B1A0B0}"/>
                </a:ext>
              </a:extLst>
            </p:cNvPr>
            <p:cNvGrpSpPr/>
            <p:nvPr/>
          </p:nvGrpSpPr>
          <p:grpSpPr>
            <a:xfrm>
              <a:off x="2466526" y="2460348"/>
              <a:ext cx="147437" cy="113074"/>
              <a:chOff x="7839715" y="2553300"/>
              <a:chExt cx="433812" cy="332704"/>
            </a:xfrm>
            <a:grpFill/>
          </p:grpSpPr>
          <p:sp>
            <p:nvSpPr>
              <p:cNvPr id="683" name="Oval 682">
                <a:extLst>
                  <a:ext uri="{FF2B5EF4-FFF2-40B4-BE49-F238E27FC236}">
                    <a16:creationId xmlns:a16="http://schemas.microsoft.com/office/drawing/2014/main" id="{17C4402A-74AF-F56A-A002-B18C0DC85115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84" name="Oval 683">
                <a:extLst>
                  <a:ext uri="{FF2B5EF4-FFF2-40B4-BE49-F238E27FC236}">
                    <a16:creationId xmlns:a16="http://schemas.microsoft.com/office/drawing/2014/main" id="{FC959229-2274-E2E2-D996-59DA577C331F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85" name="Oval 684">
                <a:extLst>
                  <a:ext uri="{FF2B5EF4-FFF2-40B4-BE49-F238E27FC236}">
                    <a16:creationId xmlns:a16="http://schemas.microsoft.com/office/drawing/2014/main" id="{D1DA1D55-E3CD-D2DD-B69C-813DF101684E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86" name="Oval 685">
                <a:extLst>
                  <a:ext uri="{FF2B5EF4-FFF2-40B4-BE49-F238E27FC236}">
                    <a16:creationId xmlns:a16="http://schemas.microsoft.com/office/drawing/2014/main" id="{9E1A2D11-EC4C-0C33-C5E1-68E008A9B502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BCC3F713-686D-EDE3-4079-9C80591E0322}"/>
                </a:ext>
              </a:extLst>
            </p:cNvPr>
            <p:cNvGrpSpPr/>
            <p:nvPr/>
          </p:nvGrpSpPr>
          <p:grpSpPr>
            <a:xfrm>
              <a:off x="2620320" y="2415876"/>
              <a:ext cx="147437" cy="113074"/>
              <a:chOff x="8292233" y="2422448"/>
              <a:chExt cx="433812" cy="332704"/>
            </a:xfrm>
            <a:grpFill/>
          </p:grpSpPr>
          <p:sp>
            <p:nvSpPr>
              <p:cNvPr id="680" name="Oval 679">
                <a:extLst>
                  <a:ext uri="{FF2B5EF4-FFF2-40B4-BE49-F238E27FC236}">
                    <a16:creationId xmlns:a16="http://schemas.microsoft.com/office/drawing/2014/main" id="{942B41DA-B364-CF5E-FFD5-737CF8772A68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81" name="Oval 680">
                <a:extLst>
                  <a:ext uri="{FF2B5EF4-FFF2-40B4-BE49-F238E27FC236}">
                    <a16:creationId xmlns:a16="http://schemas.microsoft.com/office/drawing/2014/main" id="{06191C55-B9C6-CBD0-6DF8-CC1B7699BFAF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82" name="Oval 681">
                <a:extLst>
                  <a:ext uri="{FF2B5EF4-FFF2-40B4-BE49-F238E27FC236}">
                    <a16:creationId xmlns:a16="http://schemas.microsoft.com/office/drawing/2014/main" id="{23F8EF4D-2F61-FA76-ACFF-65D7C53DF19C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474" name="Oval 473">
              <a:extLst>
                <a:ext uri="{FF2B5EF4-FFF2-40B4-BE49-F238E27FC236}">
                  <a16:creationId xmlns:a16="http://schemas.microsoft.com/office/drawing/2014/main" id="{892AA88A-2E2F-E51B-EED3-E5C835C18148}"/>
                </a:ext>
              </a:extLst>
            </p:cNvPr>
            <p:cNvSpPr/>
            <p:nvPr/>
          </p:nvSpPr>
          <p:spPr>
            <a:xfrm>
              <a:off x="2651853" y="2494389"/>
              <a:ext cx="147437" cy="113074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75" name="Oval 474">
              <a:extLst>
                <a:ext uri="{FF2B5EF4-FFF2-40B4-BE49-F238E27FC236}">
                  <a16:creationId xmlns:a16="http://schemas.microsoft.com/office/drawing/2014/main" id="{279AAEA2-42F3-D80E-C890-995AA0A4132E}"/>
                </a:ext>
              </a:extLst>
            </p:cNvPr>
            <p:cNvSpPr/>
            <p:nvPr/>
          </p:nvSpPr>
          <p:spPr>
            <a:xfrm>
              <a:off x="2742540" y="2562206"/>
              <a:ext cx="24321" cy="243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B0953CEB-C71C-0AC1-7D75-38D771C24B36}"/>
                </a:ext>
              </a:extLst>
            </p:cNvPr>
            <p:cNvGrpSpPr/>
            <p:nvPr/>
          </p:nvGrpSpPr>
          <p:grpSpPr>
            <a:xfrm>
              <a:off x="1393442" y="2432680"/>
              <a:ext cx="185998" cy="113074"/>
              <a:chOff x="2616513" y="2273732"/>
              <a:chExt cx="547272" cy="332704"/>
            </a:xfrm>
            <a:grpFill/>
          </p:grpSpPr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79553593-BFEF-5CEC-4E76-1279125C9953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77" name="Oval 676">
                <a:extLst>
                  <a:ext uri="{FF2B5EF4-FFF2-40B4-BE49-F238E27FC236}">
                    <a16:creationId xmlns:a16="http://schemas.microsoft.com/office/drawing/2014/main" id="{E1DB6DA8-85F0-9297-6D50-280BAD7A26A4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78" name="Oval 677">
                <a:extLst>
                  <a:ext uri="{FF2B5EF4-FFF2-40B4-BE49-F238E27FC236}">
                    <a16:creationId xmlns:a16="http://schemas.microsoft.com/office/drawing/2014/main" id="{D3DE3DF1-78DC-F2BB-F820-C0EF52362827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79" name="Oval 678">
                <a:extLst>
                  <a:ext uri="{FF2B5EF4-FFF2-40B4-BE49-F238E27FC236}">
                    <a16:creationId xmlns:a16="http://schemas.microsoft.com/office/drawing/2014/main" id="{C86828C7-5424-F3D9-97C1-5A7CB955ADF3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477" name="Oval 476">
              <a:extLst>
                <a:ext uri="{FF2B5EF4-FFF2-40B4-BE49-F238E27FC236}">
                  <a16:creationId xmlns:a16="http://schemas.microsoft.com/office/drawing/2014/main" id="{3A7F442D-9411-82B7-803D-760E5BCA454F}"/>
                </a:ext>
              </a:extLst>
            </p:cNvPr>
            <p:cNvSpPr/>
            <p:nvPr/>
          </p:nvSpPr>
          <p:spPr>
            <a:xfrm>
              <a:off x="2771992" y="2552345"/>
              <a:ext cx="15538" cy="155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3F0BB659-BF30-83E9-0F4E-A09EC18A72F8}"/>
                </a:ext>
              </a:extLst>
            </p:cNvPr>
            <p:cNvGrpSpPr/>
            <p:nvPr/>
          </p:nvGrpSpPr>
          <p:grpSpPr>
            <a:xfrm>
              <a:off x="2674092" y="2347516"/>
              <a:ext cx="147437" cy="113074"/>
              <a:chOff x="8450452" y="2221310"/>
              <a:chExt cx="433812" cy="332704"/>
            </a:xfrm>
            <a:grpFill/>
          </p:grpSpPr>
          <p:sp>
            <p:nvSpPr>
              <p:cNvPr id="674" name="Oval 673">
                <a:extLst>
                  <a:ext uri="{FF2B5EF4-FFF2-40B4-BE49-F238E27FC236}">
                    <a16:creationId xmlns:a16="http://schemas.microsoft.com/office/drawing/2014/main" id="{82F9735F-03D1-A28E-949A-A2CE0E8ADE43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75" name="Oval 674">
                <a:extLst>
                  <a:ext uri="{FF2B5EF4-FFF2-40B4-BE49-F238E27FC236}">
                    <a16:creationId xmlns:a16="http://schemas.microsoft.com/office/drawing/2014/main" id="{65E93F1F-E367-27F7-0FD4-FFFBE66E8716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E35DCA78-1BDC-4F18-CE50-C648035AD21C}"/>
                </a:ext>
              </a:extLst>
            </p:cNvPr>
            <p:cNvGrpSpPr/>
            <p:nvPr/>
          </p:nvGrpSpPr>
          <p:grpSpPr>
            <a:xfrm>
              <a:off x="2377182" y="2393265"/>
              <a:ext cx="147437" cy="113074"/>
              <a:chOff x="7576832" y="2355919"/>
              <a:chExt cx="433812" cy="332704"/>
            </a:xfrm>
            <a:grpFill/>
          </p:grpSpPr>
          <p:sp>
            <p:nvSpPr>
              <p:cNvPr id="671" name="Oval 670">
                <a:extLst>
                  <a:ext uri="{FF2B5EF4-FFF2-40B4-BE49-F238E27FC236}">
                    <a16:creationId xmlns:a16="http://schemas.microsoft.com/office/drawing/2014/main" id="{0DEDA3C8-75A2-D037-9DB3-C04974835184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72" name="Oval 671">
                <a:extLst>
                  <a:ext uri="{FF2B5EF4-FFF2-40B4-BE49-F238E27FC236}">
                    <a16:creationId xmlns:a16="http://schemas.microsoft.com/office/drawing/2014/main" id="{AEAC6DA0-27C5-15E6-4C40-8ECACA896502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73" name="Oval 672">
                <a:extLst>
                  <a:ext uri="{FF2B5EF4-FFF2-40B4-BE49-F238E27FC236}">
                    <a16:creationId xmlns:a16="http://schemas.microsoft.com/office/drawing/2014/main" id="{FA53DBF1-338D-E510-976E-0BD3F828FE8A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80" name="Group 479">
              <a:extLst>
                <a:ext uri="{FF2B5EF4-FFF2-40B4-BE49-F238E27FC236}">
                  <a16:creationId xmlns:a16="http://schemas.microsoft.com/office/drawing/2014/main" id="{8A9C436C-000E-A31A-F114-1F648A0935EE}"/>
                </a:ext>
              </a:extLst>
            </p:cNvPr>
            <p:cNvGrpSpPr/>
            <p:nvPr/>
          </p:nvGrpSpPr>
          <p:grpSpPr>
            <a:xfrm>
              <a:off x="2828915" y="2331801"/>
              <a:ext cx="147437" cy="113074"/>
              <a:chOff x="8905992" y="2175071"/>
              <a:chExt cx="433812" cy="332704"/>
            </a:xfrm>
            <a:grpFill/>
          </p:grpSpPr>
          <p:sp>
            <p:nvSpPr>
              <p:cNvPr id="667" name="Oval 666">
                <a:extLst>
                  <a:ext uri="{FF2B5EF4-FFF2-40B4-BE49-F238E27FC236}">
                    <a16:creationId xmlns:a16="http://schemas.microsoft.com/office/drawing/2014/main" id="{78E7ABC8-5FEF-0BA8-2F6F-4E7F9958E044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68" name="Oval 667">
                <a:extLst>
                  <a:ext uri="{FF2B5EF4-FFF2-40B4-BE49-F238E27FC236}">
                    <a16:creationId xmlns:a16="http://schemas.microsoft.com/office/drawing/2014/main" id="{5D3A0244-0CF2-0A0D-088D-BC1AC3279128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69" name="Oval 668">
                <a:extLst>
                  <a:ext uri="{FF2B5EF4-FFF2-40B4-BE49-F238E27FC236}">
                    <a16:creationId xmlns:a16="http://schemas.microsoft.com/office/drawing/2014/main" id="{C29EB248-D956-4172-BCB7-B2ED3819AF59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70" name="Oval 669">
                <a:extLst>
                  <a:ext uri="{FF2B5EF4-FFF2-40B4-BE49-F238E27FC236}">
                    <a16:creationId xmlns:a16="http://schemas.microsoft.com/office/drawing/2014/main" id="{CE0315DA-9BF7-77EE-E03B-5C52E1473A28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81" name="Group 480">
              <a:extLst>
                <a:ext uri="{FF2B5EF4-FFF2-40B4-BE49-F238E27FC236}">
                  <a16:creationId xmlns:a16="http://schemas.microsoft.com/office/drawing/2014/main" id="{3FD9DC54-4A01-9C34-4B0A-A630E3AACE1B}"/>
                </a:ext>
              </a:extLst>
            </p:cNvPr>
            <p:cNvGrpSpPr/>
            <p:nvPr/>
          </p:nvGrpSpPr>
          <p:grpSpPr>
            <a:xfrm>
              <a:off x="2915098" y="2454663"/>
              <a:ext cx="147437" cy="113074"/>
              <a:chOff x="9309655" y="2557406"/>
              <a:chExt cx="433812" cy="332704"/>
            </a:xfrm>
            <a:grpFill/>
          </p:grpSpPr>
          <p:sp>
            <p:nvSpPr>
              <p:cNvPr id="663" name="Oval 662">
                <a:extLst>
                  <a:ext uri="{FF2B5EF4-FFF2-40B4-BE49-F238E27FC236}">
                    <a16:creationId xmlns:a16="http://schemas.microsoft.com/office/drawing/2014/main" id="{152EA011-7744-2DF0-94CB-08FA249B7FF4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64" name="Oval 663">
                <a:extLst>
                  <a:ext uri="{FF2B5EF4-FFF2-40B4-BE49-F238E27FC236}">
                    <a16:creationId xmlns:a16="http://schemas.microsoft.com/office/drawing/2014/main" id="{1BBD3415-991B-D39F-A288-ACDDB5DB3E36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65" name="Oval 664">
                <a:extLst>
                  <a:ext uri="{FF2B5EF4-FFF2-40B4-BE49-F238E27FC236}">
                    <a16:creationId xmlns:a16="http://schemas.microsoft.com/office/drawing/2014/main" id="{9BA520AD-4D7F-ECA7-11CB-E8DC15741BDA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66" name="Oval 665">
                <a:extLst>
                  <a:ext uri="{FF2B5EF4-FFF2-40B4-BE49-F238E27FC236}">
                    <a16:creationId xmlns:a16="http://schemas.microsoft.com/office/drawing/2014/main" id="{2D41CA03-7500-4E8B-FB90-EC736636D371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35E88295-3801-D5B8-7B6F-02801981DFE6}"/>
                </a:ext>
              </a:extLst>
            </p:cNvPr>
            <p:cNvGrpSpPr/>
            <p:nvPr/>
          </p:nvGrpSpPr>
          <p:grpSpPr>
            <a:xfrm>
              <a:off x="2788272" y="2448988"/>
              <a:ext cx="163375" cy="114008"/>
              <a:chOff x="8786411" y="2519876"/>
              <a:chExt cx="480707" cy="335455"/>
            </a:xfrm>
            <a:grpFill/>
          </p:grpSpPr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3920BAD0-26EE-588A-FE07-4FE6A425BF78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61" name="Oval 660">
                <a:extLst>
                  <a:ext uri="{FF2B5EF4-FFF2-40B4-BE49-F238E27FC236}">
                    <a16:creationId xmlns:a16="http://schemas.microsoft.com/office/drawing/2014/main" id="{5DAF64F3-FACB-F259-464E-1D1C87510AE7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62" name="Oval 661">
                <a:extLst>
                  <a:ext uri="{FF2B5EF4-FFF2-40B4-BE49-F238E27FC236}">
                    <a16:creationId xmlns:a16="http://schemas.microsoft.com/office/drawing/2014/main" id="{5DB0F3A2-EDC9-922D-4EDA-5FDA2274EAFB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8204936B-7639-5A98-276B-22874DB1953F}"/>
                </a:ext>
              </a:extLst>
            </p:cNvPr>
            <p:cNvGrpSpPr/>
            <p:nvPr/>
          </p:nvGrpSpPr>
          <p:grpSpPr>
            <a:xfrm rot="13449155">
              <a:off x="2419965" y="2319368"/>
              <a:ext cx="229165" cy="115827"/>
              <a:chOff x="7702717" y="2138490"/>
              <a:chExt cx="674286" cy="340804"/>
            </a:xfrm>
            <a:grpFill/>
          </p:grpSpPr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A476CD9A-8659-CD65-39BA-45D47EB7FE14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57" name="Oval 656">
                <a:extLst>
                  <a:ext uri="{FF2B5EF4-FFF2-40B4-BE49-F238E27FC236}">
                    <a16:creationId xmlns:a16="http://schemas.microsoft.com/office/drawing/2014/main" id="{2A1FE67B-30E5-DA52-FBCB-0D5988280069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58" name="Oval 657">
                <a:extLst>
                  <a:ext uri="{FF2B5EF4-FFF2-40B4-BE49-F238E27FC236}">
                    <a16:creationId xmlns:a16="http://schemas.microsoft.com/office/drawing/2014/main" id="{F0813134-05F8-F10E-BA7A-2E3D32E684AD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59" name="Oval 658">
                <a:extLst>
                  <a:ext uri="{FF2B5EF4-FFF2-40B4-BE49-F238E27FC236}">
                    <a16:creationId xmlns:a16="http://schemas.microsoft.com/office/drawing/2014/main" id="{A581414E-1882-B130-9FFC-950237BE14D8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84" name="Group 483">
              <a:extLst>
                <a:ext uri="{FF2B5EF4-FFF2-40B4-BE49-F238E27FC236}">
                  <a16:creationId xmlns:a16="http://schemas.microsoft.com/office/drawing/2014/main" id="{2A121AFC-A20C-6DE3-202F-66AD6AC50FD4}"/>
                </a:ext>
              </a:extLst>
            </p:cNvPr>
            <p:cNvGrpSpPr/>
            <p:nvPr/>
          </p:nvGrpSpPr>
          <p:grpSpPr>
            <a:xfrm>
              <a:off x="1261803" y="2532928"/>
              <a:ext cx="147437" cy="113074"/>
              <a:chOff x="8292233" y="2422448"/>
              <a:chExt cx="433812" cy="332704"/>
            </a:xfrm>
            <a:grpFill/>
          </p:grpSpPr>
          <p:sp>
            <p:nvSpPr>
              <p:cNvPr id="653" name="Oval 652">
                <a:extLst>
                  <a:ext uri="{FF2B5EF4-FFF2-40B4-BE49-F238E27FC236}">
                    <a16:creationId xmlns:a16="http://schemas.microsoft.com/office/drawing/2014/main" id="{F416E0E7-04D2-A625-4859-363F573E3638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54" name="Oval 653">
                <a:extLst>
                  <a:ext uri="{FF2B5EF4-FFF2-40B4-BE49-F238E27FC236}">
                    <a16:creationId xmlns:a16="http://schemas.microsoft.com/office/drawing/2014/main" id="{FC17435C-4795-5FFC-E31B-834A6D180232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55" name="Oval 654">
                <a:extLst>
                  <a:ext uri="{FF2B5EF4-FFF2-40B4-BE49-F238E27FC236}">
                    <a16:creationId xmlns:a16="http://schemas.microsoft.com/office/drawing/2014/main" id="{259D5C4B-04C5-FC7A-A846-E7A894A5A26F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6831999B-162D-CFFF-0BAA-09C328D649FE}"/>
                </a:ext>
              </a:extLst>
            </p:cNvPr>
            <p:cNvGrpSpPr/>
            <p:nvPr/>
          </p:nvGrpSpPr>
          <p:grpSpPr>
            <a:xfrm>
              <a:off x="2318290" y="2565348"/>
              <a:ext cx="147437" cy="113074"/>
              <a:chOff x="7839715" y="2553300"/>
              <a:chExt cx="433812" cy="332704"/>
            </a:xfrm>
            <a:grpFill/>
          </p:grpSpPr>
          <p:sp>
            <p:nvSpPr>
              <p:cNvPr id="649" name="Oval 648">
                <a:extLst>
                  <a:ext uri="{FF2B5EF4-FFF2-40B4-BE49-F238E27FC236}">
                    <a16:creationId xmlns:a16="http://schemas.microsoft.com/office/drawing/2014/main" id="{8B576531-ADBB-6B9C-43E3-D71F8DC507EA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50" name="Oval 649">
                <a:extLst>
                  <a:ext uri="{FF2B5EF4-FFF2-40B4-BE49-F238E27FC236}">
                    <a16:creationId xmlns:a16="http://schemas.microsoft.com/office/drawing/2014/main" id="{A2A62952-B474-CB26-3B85-CDF4E04F7294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51" name="Oval 650">
                <a:extLst>
                  <a:ext uri="{FF2B5EF4-FFF2-40B4-BE49-F238E27FC236}">
                    <a16:creationId xmlns:a16="http://schemas.microsoft.com/office/drawing/2014/main" id="{D01C2C39-E75E-7F8A-8B19-F5967AF58538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52" name="Oval 651">
                <a:extLst>
                  <a:ext uri="{FF2B5EF4-FFF2-40B4-BE49-F238E27FC236}">
                    <a16:creationId xmlns:a16="http://schemas.microsoft.com/office/drawing/2014/main" id="{42F58447-804A-2507-8E4A-9171231F6B37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86" name="Group 485">
              <a:extLst>
                <a:ext uri="{FF2B5EF4-FFF2-40B4-BE49-F238E27FC236}">
                  <a16:creationId xmlns:a16="http://schemas.microsoft.com/office/drawing/2014/main" id="{7BE30171-5A2A-7E09-BB4A-375162537DD1}"/>
                </a:ext>
              </a:extLst>
            </p:cNvPr>
            <p:cNvGrpSpPr/>
            <p:nvPr/>
          </p:nvGrpSpPr>
          <p:grpSpPr>
            <a:xfrm>
              <a:off x="2472084" y="2520877"/>
              <a:ext cx="147437" cy="113074"/>
              <a:chOff x="8292233" y="2422448"/>
              <a:chExt cx="433812" cy="332704"/>
            </a:xfrm>
            <a:grpFill/>
          </p:grpSpPr>
          <p:sp>
            <p:nvSpPr>
              <p:cNvPr id="646" name="Oval 645">
                <a:extLst>
                  <a:ext uri="{FF2B5EF4-FFF2-40B4-BE49-F238E27FC236}">
                    <a16:creationId xmlns:a16="http://schemas.microsoft.com/office/drawing/2014/main" id="{498040D2-E332-8A06-0331-36229B828FD4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47" name="Oval 646">
                <a:extLst>
                  <a:ext uri="{FF2B5EF4-FFF2-40B4-BE49-F238E27FC236}">
                    <a16:creationId xmlns:a16="http://schemas.microsoft.com/office/drawing/2014/main" id="{411B9822-C925-DAAC-FE8A-6E0E27FC0EFA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48" name="Oval 647">
                <a:extLst>
                  <a:ext uri="{FF2B5EF4-FFF2-40B4-BE49-F238E27FC236}">
                    <a16:creationId xmlns:a16="http://schemas.microsoft.com/office/drawing/2014/main" id="{16AFB7D5-E1F6-E665-8376-B606FCF13D8C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487" name="Oval 486">
              <a:extLst>
                <a:ext uri="{FF2B5EF4-FFF2-40B4-BE49-F238E27FC236}">
                  <a16:creationId xmlns:a16="http://schemas.microsoft.com/office/drawing/2014/main" id="{F3C11FFD-DC3E-024A-76F6-7FFC6D310770}"/>
                </a:ext>
              </a:extLst>
            </p:cNvPr>
            <p:cNvSpPr/>
            <p:nvPr/>
          </p:nvSpPr>
          <p:spPr>
            <a:xfrm>
              <a:off x="2503618" y="2599391"/>
              <a:ext cx="147437" cy="113074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88" name="Oval 487">
              <a:extLst>
                <a:ext uri="{FF2B5EF4-FFF2-40B4-BE49-F238E27FC236}">
                  <a16:creationId xmlns:a16="http://schemas.microsoft.com/office/drawing/2014/main" id="{EDD2D59E-0161-2E4B-0EB4-DCB050DFA657}"/>
                </a:ext>
              </a:extLst>
            </p:cNvPr>
            <p:cNvSpPr/>
            <p:nvPr/>
          </p:nvSpPr>
          <p:spPr>
            <a:xfrm>
              <a:off x="2594304" y="2667208"/>
              <a:ext cx="24321" cy="243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89" name="Oval 488">
              <a:extLst>
                <a:ext uri="{FF2B5EF4-FFF2-40B4-BE49-F238E27FC236}">
                  <a16:creationId xmlns:a16="http://schemas.microsoft.com/office/drawing/2014/main" id="{87577782-14EE-CB91-2990-3F387F04E203}"/>
                </a:ext>
              </a:extLst>
            </p:cNvPr>
            <p:cNvSpPr/>
            <p:nvPr/>
          </p:nvSpPr>
          <p:spPr>
            <a:xfrm>
              <a:off x="2623756" y="2657346"/>
              <a:ext cx="15538" cy="155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490" name="Group 489">
              <a:extLst>
                <a:ext uri="{FF2B5EF4-FFF2-40B4-BE49-F238E27FC236}">
                  <a16:creationId xmlns:a16="http://schemas.microsoft.com/office/drawing/2014/main" id="{D0B822F9-845A-D4CD-8CC5-C8EA0A0340EC}"/>
                </a:ext>
              </a:extLst>
            </p:cNvPr>
            <p:cNvGrpSpPr/>
            <p:nvPr/>
          </p:nvGrpSpPr>
          <p:grpSpPr>
            <a:xfrm>
              <a:off x="2523066" y="2465533"/>
              <a:ext cx="147437" cy="113074"/>
              <a:chOff x="8450452" y="2221310"/>
              <a:chExt cx="433812" cy="332704"/>
            </a:xfrm>
            <a:grpFill/>
          </p:grpSpPr>
          <p:sp>
            <p:nvSpPr>
              <p:cNvPr id="644" name="Oval 643">
                <a:extLst>
                  <a:ext uri="{FF2B5EF4-FFF2-40B4-BE49-F238E27FC236}">
                    <a16:creationId xmlns:a16="http://schemas.microsoft.com/office/drawing/2014/main" id="{153FEA2C-5A67-96AB-0233-B324F02C91D9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45" name="Oval 644">
                <a:extLst>
                  <a:ext uri="{FF2B5EF4-FFF2-40B4-BE49-F238E27FC236}">
                    <a16:creationId xmlns:a16="http://schemas.microsoft.com/office/drawing/2014/main" id="{1D793DD1-788C-FF06-7516-5D4187967761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91" name="Group 490">
              <a:extLst>
                <a:ext uri="{FF2B5EF4-FFF2-40B4-BE49-F238E27FC236}">
                  <a16:creationId xmlns:a16="http://schemas.microsoft.com/office/drawing/2014/main" id="{24D9C3CE-3405-E33F-430E-6178E22FE29A}"/>
                </a:ext>
              </a:extLst>
            </p:cNvPr>
            <p:cNvGrpSpPr/>
            <p:nvPr/>
          </p:nvGrpSpPr>
          <p:grpSpPr>
            <a:xfrm>
              <a:off x="2228946" y="2498267"/>
              <a:ext cx="147437" cy="113074"/>
              <a:chOff x="7576832" y="2355919"/>
              <a:chExt cx="433812" cy="332704"/>
            </a:xfrm>
            <a:grpFill/>
          </p:grpSpPr>
          <p:sp>
            <p:nvSpPr>
              <p:cNvPr id="641" name="Oval 640">
                <a:extLst>
                  <a:ext uri="{FF2B5EF4-FFF2-40B4-BE49-F238E27FC236}">
                    <a16:creationId xmlns:a16="http://schemas.microsoft.com/office/drawing/2014/main" id="{74B0D30E-8A86-F3FB-1481-8CAC54586A98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42" name="Oval 641">
                <a:extLst>
                  <a:ext uri="{FF2B5EF4-FFF2-40B4-BE49-F238E27FC236}">
                    <a16:creationId xmlns:a16="http://schemas.microsoft.com/office/drawing/2014/main" id="{F7DBC842-3BD1-4D45-2FAB-C3202B01D38A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43" name="Oval 642">
                <a:extLst>
                  <a:ext uri="{FF2B5EF4-FFF2-40B4-BE49-F238E27FC236}">
                    <a16:creationId xmlns:a16="http://schemas.microsoft.com/office/drawing/2014/main" id="{9EA56F11-636A-4B5C-6388-E4BB7A981AF1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92" name="Group 491">
              <a:extLst>
                <a:ext uri="{FF2B5EF4-FFF2-40B4-BE49-F238E27FC236}">
                  <a16:creationId xmlns:a16="http://schemas.microsoft.com/office/drawing/2014/main" id="{1E181F38-4377-A4B9-0296-2170CA7238D7}"/>
                </a:ext>
              </a:extLst>
            </p:cNvPr>
            <p:cNvGrpSpPr/>
            <p:nvPr/>
          </p:nvGrpSpPr>
          <p:grpSpPr>
            <a:xfrm>
              <a:off x="2680677" y="2436802"/>
              <a:ext cx="147437" cy="113074"/>
              <a:chOff x="8905992" y="2175071"/>
              <a:chExt cx="433812" cy="332704"/>
            </a:xfrm>
            <a:grpFill/>
          </p:grpSpPr>
          <p:sp>
            <p:nvSpPr>
              <p:cNvPr id="637" name="Oval 636">
                <a:extLst>
                  <a:ext uri="{FF2B5EF4-FFF2-40B4-BE49-F238E27FC236}">
                    <a16:creationId xmlns:a16="http://schemas.microsoft.com/office/drawing/2014/main" id="{86778863-B8A9-5DDC-8D7E-171731185A0F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38" name="Oval 637">
                <a:extLst>
                  <a:ext uri="{FF2B5EF4-FFF2-40B4-BE49-F238E27FC236}">
                    <a16:creationId xmlns:a16="http://schemas.microsoft.com/office/drawing/2014/main" id="{EE7D3077-5FD2-DF38-8FD3-7FB20AC47FA2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39" name="Oval 638">
                <a:extLst>
                  <a:ext uri="{FF2B5EF4-FFF2-40B4-BE49-F238E27FC236}">
                    <a16:creationId xmlns:a16="http://schemas.microsoft.com/office/drawing/2014/main" id="{E89B6EB8-47BB-E2BB-4EC0-E58377A53D02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40" name="Oval 639">
                <a:extLst>
                  <a:ext uri="{FF2B5EF4-FFF2-40B4-BE49-F238E27FC236}">
                    <a16:creationId xmlns:a16="http://schemas.microsoft.com/office/drawing/2014/main" id="{108A956A-19C2-695E-DAC2-BA76329E3DE7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93" name="Group 492">
              <a:extLst>
                <a:ext uri="{FF2B5EF4-FFF2-40B4-BE49-F238E27FC236}">
                  <a16:creationId xmlns:a16="http://schemas.microsoft.com/office/drawing/2014/main" id="{46038E5B-D6B7-D3C0-031F-1DDA6D65240B}"/>
                </a:ext>
              </a:extLst>
            </p:cNvPr>
            <p:cNvGrpSpPr/>
            <p:nvPr/>
          </p:nvGrpSpPr>
          <p:grpSpPr>
            <a:xfrm>
              <a:off x="2766861" y="2559664"/>
              <a:ext cx="147437" cy="113074"/>
              <a:chOff x="9309655" y="2557406"/>
              <a:chExt cx="433812" cy="332704"/>
            </a:xfrm>
            <a:grpFill/>
          </p:grpSpPr>
          <p:sp>
            <p:nvSpPr>
              <p:cNvPr id="633" name="Oval 632">
                <a:extLst>
                  <a:ext uri="{FF2B5EF4-FFF2-40B4-BE49-F238E27FC236}">
                    <a16:creationId xmlns:a16="http://schemas.microsoft.com/office/drawing/2014/main" id="{61320F16-C2C5-F61A-0525-CDE8BC27E04D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34" name="Oval 633">
                <a:extLst>
                  <a:ext uri="{FF2B5EF4-FFF2-40B4-BE49-F238E27FC236}">
                    <a16:creationId xmlns:a16="http://schemas.microsoft.com/office/drawing/2014/main" id="{C14FBD31-1755-2EF4-AE5A-26B56AC6C1EA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35" name="Oval 634">
                <a:extLst>
                  <a:ext uri="{FF2B5EF4-FFF2-40B4-BE49-F238E27FC236}">
                    <a16:creationId xmlns:a16="http://schemas.microsoft.com/office/drawing/2014/main" id="{F39F98D7-F43A-C7CB-E28C-CDD870AFE607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36" name="Oval 635">
                <a:extLst>
                  <a:ext uri="{FF2B5EF4-FFF2-40B4-BE49-F238E27FC236}">
                    <a16:creationId xmlns:a16="http://schemas.microsoft.com/office/drawing/2014/main" id="{2704DD77-5284-105A-9B12-47C7354EF881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94" name="Group 493">
              <a:extLst>
                <a:ext uri="{FF2B5EF4-FFF2-40B4-BE49-F238E27FC236}">
                  <a16:creationId xmlns:a16="http://schemas.microsoft.com/office/drawing/2014/main" id="{CA403706-B9E1-D9B9-FD9D-9982FDCF6ED0}"/>
                </a:ext>
              </a:extLst>
            </p:cNvPr>
            <p:cNvGrpSpPr/>
            <p:nvPr/>
          </p:nvGrpSpPr>
          <p:grpSpPr>
            <a:xfrm>
              <a:off x="2640036" y="2553989"/>
              <a:ext cx="163375" cy="114008"/>
              <a:chOff x="8786411" y="2519876"/>
              <a:chExt cx="480707" cy="335455"/>
            </a:xfrm>
            <a:grpFill/>
          </p:grpSpPr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FCA3FA7A-6B80-02E2-7C65-90E310E8E802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3F6B4D42-D3DA-178C-C772-203DEFB256D2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58288D13-7BF0-D689-2473-D886C5245994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95" name="Group 494">
              <a:extLst>
                <a:ext uri="{FF2B5EF4-FFF2-40B4-BE49-F238E27FC236}">
                  <a16:creationId xmlns:a16="http://schemas.microsoft.com/office/drawing/2014/main" id="{60C3681A-3EA4-5467-1637-30CEDA97D602}"/>
                </a:ext>
              </a:extLst>
            </p:cNvPr>
            <p:cNvGrpSpPr/>
            <p:nvPr/>
          </p:nvGrpSpPr>
          <p:grpSpPr>
            <a:xfrm rot="8866267">
              <a:off x="2243167" y="2392104"/>
              <a:ext cx="229165" cy="115827"/>
              <a:chOff x="7702717" y="2138490"/>
              <a:chExt cx="674286" cy="340804"/>
            </a:xfrm>
            <a:grpFill/>
          </p:grpSpPr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FADF1C0E-5B52-08CF-E6D6-4B865FBE1C0C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27" name="Oval 626">
                <a:extLst>
                  <a:ext uri="{FF2B5EF4-FFF2-40B4-BE49-F238E27FC236}">
                    <a16:creationId xmlns:a16="http://schemas.microsoft.com/office/drawing/2014/main" id="{30520F8E-B4C9-1A8A-1675-7E3D97B09D01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28" name="Oval 627">
                <a:extLst>
                  <a:ext uri="{FF2B5EF4-FFF2-40B4-BE49-F238E27FC236}">
                    <a16:creationId xmlns:a16="http://schemas.microsoft.com/office/drawing/2014/main" id="{7C551F20-0FF4-873C-10A1-318B8C4C939C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D6A93233-E7C4-1ECD-5CCD-7C447351D91D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96" name="Group 495">
              <a:extLst>
                <a:ext uri="{FF2B5EF4-FFF2-40B4-BE49-F238E27FC236}">
                  <a16:creationId xmlns:a16="http://schemas.microsoft.com/office/drawing/2014/main" id="{267D862A-A244-1758-4972-8AB005479B71}"/>
                </a:ext>
              </a:extLst>
            </p:cNvPr>
            <p:cNvGrpSpPr/>
            <p:nvPr/>
          </p:nvGrpSpPr>
          <p:grpSpPr>
            <a:xfrm rot="10800000">
              <a:off x="2530822" y="2302144"/>
              <a:ext cx="185998" cy="113074"/>
              <a:chOff x="2616513" y="2273732"/>
              <a:chExt cx="547272" cy="332704"/>
            </a:xfrm>
            <a:grpFill/>
          </p:grpSpPr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69C6A6E9-F398-77EF-29DD-19A20915DB40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23" name="Oval 622">
                <a:extLst>
                  <a:ext uri="{FF2B5EF4-FFF2-40B4-BE49-F238E27FC236}">
                    <a16:creationId xmlns:a16="http://schemas.microsoft.com/office/drawing/2014/main" id="{937DD3DF-6673-B9D4-4AB5-488405EE4296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24" name="Oval 623">
                <a:extLst>
                  <a:ext uri="{FF2B5EF4-FFF2-40B4-BE49-F238E27FC236}">
                    <a16:creationId xmlns:a16="http://schemas.microsoft.com/office/drawing/2014/main" id="{79F4ED6D-931F-DD69-9E04-D690ACEB8AEC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5DF4AEE1-A613-E91E-D8FE-CD0C87FC9662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0F32344A-7130-13C1-D883-C31DA4C216A8}"/>
                </a:ext>
              </a:extLst>
            </p:cNvPr>
            <p:cNvGrpSpPr/>
            <p:nvPr/>
          </p:nvGrpSpPr>
          <p:grpSpPr>
            <a:xfrm>
              <a:off x="2351451" y="2321525"/>
              <a:ext cx="147437" cy="113074"/>
              <a:chOff x="8292233" y="2422448"/>
              <a:chExt cx="433812" cy="332704"/>
            </a:xfrm>
            <a:grpFill/>
          </p:grpSpPr>
          <p:sp>
            <p:nvSpPr>
              <p:cNvPr id="619" name="Oval 618">
                <a:extLst>
                  <a:ext uri="{FF2B5EF4-FFF2-40B4-BE49-F238E27FC236}">
                    <a16:creationId xmlns:a16="http://schemas.microsoft.com/office/drawing/2014/main" id="{D086E355-4124-338F-5282-A33C9B109C11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20" name="Oval 619">
                <a:extLst>
                  <a:ext uri="{FF2B5EF4-FFF2-40B4-BE49-F238E27FC236}">
                    <a16:creationId xmlns:a16="http://schemas.microsoft.com/office/drawing/2014/main" id="{B3376233-643E-353F-935B-D5D15820DD8B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21" name="Oval 620">
                <a:extLst>
                  <a:ext uri="{FF2B5EF4-FFF2-40B4-BE49-F238E27FC236}">
                    <a16:creationId xmlns:a16="http://schemas.microsoft.com/office/drawing/2014/main" id="{7FA92FED-77D9-4065-331C-2C5ABA7F9181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663B26E4-FDE7-201E-1A45-49732317F281}"/>
                </a:ext>
              </a:extLst>
            </p:cNvPr>
            <p:cNvGrpSpPr/>
            <p:nvPr/>
          </p:nvGrpSpPr>
          <p:grpSpPr>
            <a:xfrm>
              <a:off x="2697344" y="2383859"/>
              <a:ext cx="147437" cy="113074"/>
              <a:chOff x="7839715" y="2553300"/>
              <a:chExt cx="433812" cy="332704"/>
            </a:xfrm>
            <a:grpFill/>
          </p:grpSpPr>
          <p:sp>
            <p:nvSpPr>
              <p:cNvPr id="615" name="Oval 614">
                <a:extLst>
                  <a:ext uri="{FF2B5EF4-FFF2-40B4-BE49-F238E27FC236}">
                    <a16:creationId xmlns:a16="http://schemas.microsoft.com/office/drawing/2014/main" id="{70D51B4D-C547-F586-01D4-B4F6EA1117CD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16" name="Oval 615">
                <a:extLst>
                  <a:ext uri="{FF2B5EF4-FFF2-40B4-BE49-F238E27FC236}">
                    <a16:creationId xmlns:a16="http://schemas.microsoft.com/office/drawing/2014/main" id="{0B8C9D73-4E1E-1FC0-7B42-6EC3A8C3BC2B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17" name="Oval 616">
                <a:extLst>
                  <a:ext uri="{FF2B5EF4-FFF2-40B4-BE49-F238E27FC236}">
                    <a16:creationId xmlns:a16="http://schemas.microsoft.com/office/drawing/2014/main" id="{D933B47A-2E75-F021-1F33-CBD283DF0F7D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18" name="Oval 617">
                <a:extLst>
                  <a:ext uri="{FF2B5EF4-FFF2-40B4-BE49-F238E27FC236}">
                    <a16:creationId xmlns:a16="http://schemas.microsoft.com/office/drawing/2014/main" id="{E10F96ED-D7F3-DC75-6198-B36E687A83EA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499" name="Group 498">
              <a:extLst>
                <a:ext uri="{FF2B5EF4-FFF2-40B4-BE49-F238E27FC236}">
                  <a16:creationId xmlns:a16="http://schemas.microsoft.com/office/drawing/2014/main" id="{68DFB0AE-5BFB-A889-DBA4-72B27FDDC50E}"/>
                </a:ext>
              </a:extLst>
            </p:cNvPr>
            <p:cNvGrpSpPr/>
            <p:nvPr/>
          </p:nvGrpSpPr>
          <p:grpSpPr>
            <a:xfrm>
              <a:off x="2919654" y="2566295"/>
              <a:ext cx="147437" cy="113074"/>
              <a:chOff x="8905992" y="2175071"/>
              <a:chExt cx="433812" cy="332704"/>
            </a:xfrm>
            <a:grpFill/>
          </p:grpSpPr>
          <p:sp>
            <p:nvSpPr>
              <p:cNvPr id="611" name="Oval 610">
                <a:extLst>
                  <a:ext uri="{FF2B5EF4-FFF2-40B4-BE49-F238E27FC236}">
                    <a16:creationId xmlns:a16="http://schemas.microsoft.com/office/drawing/2014/main" id="{1D451362-DA1A-5C17-D3BF-E4A9702EDF12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12" name="Oval 611">
                <a:extLst>
                  <a:ext uri="{FF2B5EF4-FFF2-40B4-BE49-F238E27FC236}">
                    <a16:creationId xmlns:a16="http://schemas.microsoft.com/office/drawing/2014/main" id="{E291003C-E415-54CE-5D3E-17113286DEC6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13" name="Oval 612">
                <a:extLst>
                  <a:ext uri="{FF2B5EF4-FFF2-40B4-BE49-F238E27FC236}">
                    <a16:creationId xmlns:a16="http://schemas.microsoft.com/office/drawing/2014/main" id="{42780EBB-E7C9-3E50-2CA5-3E97845AA2EE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14" name="Oval 613">
                <a:extLst>
                  <a:ext uri="{FF2B5EF4-FFF2-40B4-BE49-F238E27FC236}">
                    <a16:creationId xmlns:a16="http://schemas.microsoft.com/office/drawing/2014/main" id="{0D28548D-7D66-BD62-F949-1DC2D79D948B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992EE9E6-8EC1-E6FD-EAD1-61EBE7AAD7F4}"/>
                </a:ext>
              </a:extLst>
            </p:cNvPr>
            <p:cNvGrpSpPr/>
            <p:nvPr/>
          </p:nvGrpSpPr>
          <p:grpSpPr>
            <a:xfrm>
              <a:off x="2397871" y="2622831"/>
              <a:ext cx="147437" cy="113074"/>
              <a:chOff x="8905992" y="2175071"/>
              <a:chExt cx="433812" cy="332704"/>
            </a:xfrm>
            <a:grpFill/>
          </p:grpSpPr>
          <p:sp>
            <p:nvSpPr>
              <p:cNvPr id="607" name="Oval 606">
                <a:extLst>
                  <a:ext uri="{FF2B5EF4-FFF2-40B4-BE49-F238E27FC236}">
                    <a16:creationId xmlns:a16="http://schemas.microsoft.com/office/drawing/2014/main" id="{86F9A445-A49A-DCE2-FD72-5CFA993838AC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08" name="Oval 607">
                <a:extLst>
                  <a:ext uri="{FF2B5EF4-FFF2-40B4-BE49-F238E27FC236}">
                    <a16:creationId xmlns:a16="http://schemas.microsoft.com/office/drawing/2014/main" id="{D0624554-037B-6C2A-9230-9BF4F106F59A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09" name="Oval 608">
                <a:extLst>
                  <a:ext uri="{FF2B5EF4-FFF2-40B4-BE49-F238E27FC236}">
                    <a16:creationId xmlns:a16="http://schemas.microsoft.com/office/drawing/2014/main" id="{CFEBA538-1C43-2269-D3EF-CEAA1B94EAC6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10" name="Oval 609">
                <a:extLst>
                  <a:ext uri="{FF2B5EF4-FFF2-40B4-BE49-F238E27FC236}">
                    <a16:creationId xmlns:a16="http://schemas.microsoft.com/office/drawing/2014/main" id="{5558E0B5-6D7D-60C8-0FD8-BC17E693E404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01" name="Group 500">
              <a:extLst>
                <a:ext uri="{FF2B5EF4-FFF2-40B4-BE49-F238E27FC236}">
                  <a16:creationId xmlns:a16="http://schemas.microsoft.com/office/drawing/2014/main" id="{357568D7-3D3C-CD57-155E-5E9CBB556AF6}"/>
                </a:ext>
              </a:extLst>
            </p:cNvPr>
            <p:cNvGrpSpPr/>
            <p:nvPr/>
          </p:nvGrpSpPr>
          <p:grpSpPr>
            <a:xfrm>
              <a:off x="2350549" y="2566295"/>
              <a:ext cx="185998" cy="113074"/>
              <a:chOff x="2616513" y="2273732"/>
              <a:chExt cx="547272" cy="332704"/>
            </a:xfrm>
            <a:grpFill/>
          </p:grpSpPr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F1F46299-3925-79A1-E594-B2D2F94ACFF5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04" name="Oval 603">
                <a:extLst>
                  <a:ext uri="{FF2B5EF4-FFF2-40B4-BE49-F238E27FC236}">
                    <a16:creationId xmlns:a16="http://schemas.microsoft.com/office/drawing/2014/main" id="{F6665ADF-1EEF-5110-C5F5-2AC80DA7869A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05" name="Oval 604">
                <a:extLst>
                  <a:ext uri="{FF2B5EF4-FFF2-40B4-BE49-F238E27FC236}">
                    <a16:creationId xmlns:a16="http://schemas.microsoft.com/office/drawing/2014/main" id="{B1FB430A-3497-42D2-6E66-5D909F6CB1D5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06" name="Oval 605">
                <a:extLst>
                  <a:ext uri="{FF2B5EF4-FFF2-40B4-BE49-F238E27FC236}">
                    <a16:creationId xmlns:a16="http://schemas.microsoft.com/office/drawing/2014/main" id="{D5CB45E8-3BF8-72C9-0013-52805F5663DE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02" name="Group 501">
              <a:extLst>
                <a:ext uri="{FF2B5EF4-FFF2-40B4-BE49-F238E27FC236}">
                  <a16:creationId xmlns:a16="http://schemas.microsoft.com/office/drawing/2014/main" id="{ADCD2C8D-46B0-AC95-011D-25972102A9FD}"/>
                </a:ext>
              </a:extLst>
            </p:cNvPr>
            <p:cNvGrpSpPr/>
            <p:nvPr/>
          </p:nvGrpSpPr>
          <p:grpSpPr>
            <a:xfrm>
              <a:off x="2606010" y="2606518"/>
              <a:ext cx="147437" cy="113074"/>
              <a:chOff x="7839715" y="2553300"/>
              <a:chExt cx="433812" cy="332704"/>
            </a:xfrm>
            <a:grpFill/>
          </p:grpSpPr>
          <p:sp>
            <p:nvSpPr>
              <p:cNvPr id="599" name="Oval 598">
                <a:extLst>
                  <a:ext uri="{FF2B5EF4-FFF2-40B4-BE49-F238E27FC236}">
                    <a16:creationId xmlns:a16="http://schemas.microsoft.com/office/drawing/2014/main" id="{1E78FE69-3488-2895-B00A-29DF41EB9E0E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00" name="Oval 599">
                <a:extLst>
                  <a:ext uri="{FF2B5EF4-FFF2-40B4-BE49-F238E27FC236}">
                    <a16:creationId xmlns:a16="http://schemas.microsoft.com/office/drawing/2014/main" id="{743A124E-8F71-E059-624E-3592E148B811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01" name="Oval 600">
                <a:extLst>
                  <a:ext uri="{FF2B5EF4-FFF2-40B4-BE49-F238E27FC236}">
                    <a16:creationId xmlns:a16="http://schemas.microsoft.com/office/drawing/2014/main" id="{E3642E80-FF6B-580F-BEC9-109C200E08FD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602" name="Oval 601">
                <a:extLst>
                  <a:ext uri="{FF2B5EF4-FFF2-40B4-BE49-F238E27FC236}">
                    <a16:creationId xmlns:a16="http://schemas.microsoft.com/office/drawing/2014/main" id="{5F94138C-B4EC-9ED3-E97E-BE4F97EA8031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03" name="Group 502">
              <a:extLst>
                <a:ext uri="{FF2B5EF4-FFF2-40B4-BE49-F238E27FC236}">
                  <a16:creationId xmlns:a16="http://schemas.microsoft.com/office/drawing/2014/main" id="{834FE998-BA77-E5F1-6440-5ADFDBADFF42}"/>
                </a:ext>
              </a:extLst>
            </p:cNvPr>
            <p:cNvGrpSpPr/>
            <p:nvPr/>
          </p:nvGrpSpPr>
          <p:grpSpPr>
            <a:xfrm>
              <a:off x="2759805" y="2562046"/>
              <a:ext cx="147437" cy="113074"/>
              <a:chOff x="8292233" y="2422448"/>
              <a:chExt cx="433812" cy="332704"/>
            </a:xfrm>
            <a:grpFill/>
          </p:grpSpPr>
          <p:sp>
            <p:nvSpPr>
              <p:cNvPr id="596" name="Oval 595">
                <a:extLst>
                  <a:ext uri="{FF2B5EF4-FFF2-40B4-BE49-F238E27FC236}">
                    <a16:creationId xmlns:a16="http://schemas.microsoft.com/office/drawing/2014/main" id="{ECC6C3FE-33DB-DF6B-291E-A04F9D3906FE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97" name="Oval 596">
                <a:extLst>
                  <a:ext uri="{FF2B5EF4-FFF2-40B4-BE49-F238E27FC236}">
                    <a16:creationId xmlns:a16="http://schemas.microsoft.com/office/drawing/2014/main" id="{E2C7B77A-3126-9B77-DAA6-63989C9F3A77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98" name="Oval 597">
                <a:extLst>
                  <a:ext uri="{FF2B5EF4-FFF2-40B4-BE49-F238E27FC236}">
                    <a16:creationId xmlns:a16="http://schemas.microsoft.com/office/drawing/2014/main" id="{ABEAA07B-6EA9-5BED-7A32-847DB63BAC5E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504" name="Oval 503">
              <a:extLst>
                <a:ext uri="{FF2B5EF4-FFF2-40B4-BE49-F238E27FC236}">
                  <a16:creationId xmlns:a16="http://schemas.microsoft.com/office/drawing/2014/main" id="{84324633-964B-7356-9C36-A474439735E6}"/>
                </a:ext>
              </a:extLst>
            </p:cNvPr>
            <p:cNvSpPr/>
            <p:nvPr/>
          </p:nvSpPr>
          <p:spPr>
            <a:xfrm>
              <a:off x="2791338" y="2640561"/>
              <a:ext cx="147437" cy="113074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05" name="Oval 504">
              <a:extLst>
                <a:ext uri="{FF2B5EF4-FFF2-40B4-BE49-F238E27FC236}">
                  <a16:creationId xmlns:a16="http://schemas.microsoft.com/office/drawing/2014/main" id="{9A3DA760-A52E-DAFE-62A0-6FCBF49D5992}"/>
                </a:ext>
              </a:extLst>
            </p:cNvPr>
            <p:cNvSpPr/>
            <p:nvPr/>
          </p:nvSpPr>
          <p:spPr>
            <a:xfrm>
              <a:off x="2882024" y="2708376"/>
              <a:ext cx="24321" cy="243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62C4206D-FE8B-5521-6D7A-263E84E09321}"/>
                </a:ext>
              </a:extLst>
            </p:cNvPr>
            <p:cNvSpPr/>
            <p:nvPr/>
          </p:nvSpPr>
          <p:spPr>
            <a:xfrm>
              <a:off x="2911476" y="2698517"/>
              <a:ext cx="15538" cy="155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507" name="Group 506">
              <a:extLst>
                <a:ext uri="{FF2B5EF4-FFF2-40B4-BE49-F238E27FC236}">
                  <a16:creationId xmlns:a16="http://schemas.microsoft.com/office/drawing/2014/main" id="{162E916B-9B62-E898-A937-267A1DF97222}"/>
                </a:ext>
              </a:extLst>
            </p:cNvPr>
            <p:cNvGrpSpPr/>
            <p:nvPr/>
          </p:nvGrpSpPr>
          <p:grpSpPr>
            <a:xfrm>
              <a:off x="2813576" y="2493688"/>
              <a:ext cx="147437" cy="113074"/>
              <a:chOff x="8450452" y="2221310"/>
              <a:chExt cx="433812" cy="332704"/>
            </a:xfrm>
            <a:grpFill/>
          </p:grpSpPr>
          <p:sp>
            <p:nvSpPr>
              <p:cNvPr id="594" name="Oval 593">
                <a:extLst>
                  <a:ext uri="{FF2B5EF4-FFF2-40B4-BE49-F238E27FC236}">
                    <a16:creationId xmlns:a16="http://schemas.microsoft.com/office/drawing/2014/main" id="{DD3B22D9-57FD-5B9C-58D7-8A4016CF63FC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95" name="Oval 594">
                <a:extLst>
                  <a:ext uri="{FF2B5EF4-FFF2-40B4-BE49-F238E27FC236}">
                    <a16:creationId xmlns:a16="http://schemas.microsoft.com/office/drawing/2014/main" id="{B761151F-2009-2D64-78D6-A84E7FE14395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08" name="Group 507">
              <a:extLst>
                <a:ext uri="{FF2B5EF4-FFF2-40B4-BE49-F238E27FC236}">
                  <a16:creationId xmlns:a16="http://schemas.microsoft.com/office/drawing/2014/main" id="{C735ADE7-EE5E-B629-3BD6-AEBA2E909299}"/>
                </a:ext>
              </a:extLst>
            </p:cNvPr>
            <p:cNvGrpSpPr/>
            <p:nvPr/>
          </p:nvGrpSpPr>
          <p:grpSpPr>
            <a:xfrm>
              <a:off x="2516666" y="2539435"/>
              <a:ext cx="147437" cy="113074"/>
              <a:chOff x="7576832" y="2355919"/>
              <a:chExt cx="433812" cy="332704"/>
            </a:xfrm>
            <a:grpFill/>
          </p:grpSpPr>
          <p:sp>
            <p:nvSpPr>
              <p:cNvPr id="591" name="Oval 590">
                <a:extLst>
                  <a:ext uri="{FF2B5EF4-FFF2-40B4-BE49-F238E27FC236}">
                    <a16:creationId xmlns:a16="http://schemas.microsoft.com/office/drawing/2014/main" id="{1D50D743-31D3-C3B5-1161-EEBB5782C420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92" name="Oval 591">
                <a:extLst>
                  <a:ext uri="{FF2B5EF4-FFF2-40B4-BE49-F238E27FC236}">
                    <a16:creationId xmlns:a16="http://schemas.microsoft.com/office/drawing/2014/main" id="{FC6B5590-47CA-2650-4D2E-B98760590A24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93" name="Oval 592">
                <a:extLst>
                  <a:ext uri="{FF2B5EF4-FFF2-40B4-BE49-F238E27FC236}">
                    <a16:creationId xmlns:a16="http://schemas.microsoft.com/office/drawing/2014/main" id="{CBACA2E3-BAA4-7197-EB85-AB08ABD42F5F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09" name="Group 508">
              <a:extLst>
                <a:ext uri="{FF2B5EF4-FFF2-40B4-BE49-F238E27FC236}">
                  <a16:creationId xmlns:a16="http://schemas.microsoft.com/office/drawing/2014/main" id="{99169A81-8F7E-3B04-2AB8-7EC8E1FCB0A7}"/>
                </a:ext>
              </a:extLst>
            </p:cNvPr>
            <p:cNvGrpSpPr/>
            <p:nvPr/>
          </p:nvGrpSpPr>
          <p:grpSpPr>
            <a:xfrm>
              <a:off x="2968399" y="2477972"/>
              <a:ext cx="147437" cy="113074"/>
              <a:chOff x="8905992" y="2175071"/>
              <a:chExt cx="433812" cy="332704"/>
            </a:xfrm>
            <a:grpFill/>
          </p:grpSpPr>
          <p:sp>
            <p:nvSpPr>
              <p:cNvPr id="587" name="Oval 586">
                <a:extLst>
                  <a:ext uri="{FF2B5EF4-FFF2-40B4-BE49-F238E27FC236}">
                    <a16:creationId xmlns:a16="http://schemas.microsoft.com/office/drawing/2014/main" id="{913403F1-EE13-427E-B5C1-15FA1CB9AD83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88" name="Oval 587">
                <a:extLst>
                  <a:ext uri="{FF2B5EF4-FFF2-40B4-BE49-F238E27FC236}">
                    <a16:creationId xmlns:a16="http://schemas.microsoft.com/office/drawing/2014/main" id="{F1652145-18C0-2F22-6118-C1F2E6850720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89" name="Oval 588">
                <a:extLst>
                  <a:ext uri="{FF2B5EF4-FFF2-40B4-BE49-F238E27FC236}">
                    <a16:creationId xmlns:a16="http://schemas.microsoft.com/office/drawing/2014/main" id="{21BF29A6-5718-6282-322B-F7675ACC742D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90" name="Oval 589">
                <a:extLst>
                  <a:ext uri="{FF2B5EF4-FFF2-40B4-BE49-F238E27FC236}">
                    <a16:creationId xmlns:a16="http://schemas.microsoft.com/office/drawing/2014/main" id="{A10CA4F1-5FB1-1372-90A6-DD6D264868BB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10" name="Group 509">
              <a:extLst>
                <a:ext uri="{FF2B5EF4-FFF2-40B4-BE49-F238E27FC236}">
                  <a16:creationId xmlns:a16="http://schemas.microsoft.com/office/drawing/2014/main" id="{51EEB918-AD16-4143-20E3-791A7CAA3F93}"/>
                </a:ext>
              </a:extLst>
            </p:cNvPr>
            <p:cNvGrpSpPr/>
            <p:nvPr/>
          </p:nvGrpSpPr>
          <p:grpSpPr>
            <a:xfrm>
              <a:off x="2286039" y="2705982"/>
              <a:ext cx="147437" cy="113074"/>
              <a:chOff x="9309655" y="2557406"/>
              <a:chExt cx="433812" cy="332704"/>
            </a:xfrm>
            <a:grpFill/>
          </p:grpSpPr>
          <p:sp>
            <p:nvSpPr>
              <p:cNvPr id="583" name="Oval 582">
                <a:extLst>
                  <a:ext uri="{FF2B5EF4-FFF2-40B4-BE49-F238E27FC236}">
                    <a16:creationId xmlns:a16="http://schemas.microsoft.com/office/drawing/2014/main" id="{A40726FB-E947-B6E3-AA35-48C01E9C29FA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84" name="Oval 583">
                <a:extLst>
                  <a:ext uri="{FF2B5EF4-FFF2-40B4-BE49-F238E27FC236}">
                    <a16:creationId xmlns:a16="http://schemas.microsoft.com/office/drawing/2014/main" id="{EDCC0CE5-577E-3356-5CF2-E5BBC87FA5BD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85" name="Oval 584">
                <a:extLst>
                  <a:ext uri="{FF2B5EF4-FFF2-40B4-BE49-F238E27FC236}">
                    <a16:creationId xmlns:a16="http://schemas.microsoft.com/office/drawing/2014/main" id="{5DACD336-2CCC-B216-D140-F3E1DEC66BCC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86" name="Oval 585">
                <a:extLst>
                  <a:ext uri="{FF2B5EF4-FFF2-40B4-BE49-F238E27FC236}">
                    <a16:creationId xmlns:a16="http://schemas.microsoft.com/office/drawing/2014/main" id="{9EBA6056-57AC-7C6B-C085-E21C6DBEB470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11" name="Group 510">
              <a:extLst>
                <a:ext uri="{FF2B5EF4-FFF2-40B4-BE49-F238E27FC236}">
                  <a16:creationId xmlns:a16="http://schemas.microsoft.com/office/drawing/2014/main" id="{19C3B741-9D8E-A499-93BD-01FE50FC6323}"/>
                </a:ext>
              </a:extLst>
            </p:cNvPr>
            <p:cNvGrpSpPr/>
            <p:nvPr/>
          </p:nvGrpSpPr>
          <p:grpSpPr>
            <a:xfrm>
              <a:off x="2927757" y="2595158"/>
              <a:ext cx="163375" cy="114008"/>
              <a:chOff x="8786411" y="2519876"/>
              <a:chExt cx="480707" cy="335455"/>
            </a:xfrm>
            <a:grpFill/>
          </p:grpSpPr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80EDC720-4D40-6354-F94C-C8D7E868E83E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81" name="Oval 580">
                <a:extLst>
                  <a:ext uri="{FF2B5EF4-FFF2-40B4-BE49-F238E27FC236}">
                    <a16:creationId xmlns:a16="http://schemas.microsoft.com/office/drawing/2014/main" id="{595E7C4A-A8A4-D78A-3B24-C51CF3258A0B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82" name="Oval 581">
                <a:extLst>
                  <a:ext uri="{FF2B5EF4-FFF2-40B4-BE49-F238E27FC236}">
                    <a16:creationId xmlns:a16="http://schemas.microsoft.com/office/drawing/2014/main" id="{EE33570D-BAAE-3F45-D9BF-9450AA9DFFAA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12" name="Group 511">
              <a:extLst>
                <a:ext uri="{FF2B5EF4-FFF2-40B4-BE49-F238E27FC236}">
                  <a16:creationId xmlns:a16="http://schemas.microsoft.com/office/drawing/2014/main" id="{E845CAD3-11A2-53E4-E455-7B6FF022CE7F}"/>
                </a:ext>
              </a:extLst>
            </p:cNvPr>
            <p:cNvGrpSpPr/>
            <p:nvPr/>
          </p:nvGrpSpPr>
          <p:grpSpPr>
            <a:xfrm>
              <a:off x="2457774" y="2711519"/>
              <a:ext cx="147437" cy="113074"/>
              <a:chOff x="7839715" y="2553300"/>
              <a:chExt cx="433812" cy="332704"/>
            </a:xfrm>
            <a:grpFill/>
          </p:grpSpPr>
          <p:sp>
            <p:nvSpPr>
              <p:cNvPr id="576" name="Oval 575">
                <a:extLst>
                  <a:ext uri="{FF2B5EF4-FFF2-40B4-BE49-F238E27FC236}">
                    <a16:creationId xmlns:a16="http://schemas.microsoft.com/office/drawing/2014/main" id="{7928D8DF-0835-5D52-7D31-9414A4EF817F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77" name="Oval 576">
                <a:extLst>
                  <a:ext uri="{FF2B5EF4-FFF2-40B4-BE49-F238E27FC236}">
                    <a16:creationId xmlns:a16="http://schemas.microsoft.com/office/drawing/2014/main" id="{C104D981-60A3-7BF1-4BBD-2BDBD28A0E76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78" name="Oval 577">
                <a:extLst>
                  <a:ext uri="{FF2B5EF4-FFF2-40B4-BE49-F238E27FC236}">
                    <a16:creationId xmlns:a16="http://schemas.microsoft.com/office/drawing/2014/main" id="{A594434F-F39A-23CD-A62E-FA05CF5DEB84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79" name="Oval 578">
                <a:extLst>
                  <a:ext uri="{FF2B5EF4-FFF2-40B4-BE49-F238E27FC236}">
                    <a16:creationId xmlns:a16="http://schemas.microsoft.com/office/drawing/2014/main" id="{EF743175-FC6E-2786-D71C-C8885E7B1E8B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D0CFBD-D6D1-E0E8-7AFD-5D4AD33FCF59}"/>
                </a:ext>
              </a:extLst>
            </p:cNvPr>
            <p:cNvGrpSpPr/>
            <p:nvPr/>
          </p:nvGrpSpPr>
          <p:grpSpPr>
            <a:xfrm>
              <a:off x="2611569" y="2667047"/>
              <a:ext cx="147437" cy="113074"/>
              <a:chOff x="8292233" y="2422448"/>
              <a:chExt cx="433812" cy="332704"/>
            </a:xfrm>
            <a:grpFill/>
          </p:grpSpPr>
          <p:sp>
            <p:nvSpPr>
              <p:cNvPr id="573" name="Oval 572">
                <a:extLst>
                  <a:ext uri="{FF2B5EF4-FFF2-40B4-BE49-F238E27FC236}">
                    <a16:creationId xmlns:a16="http://schemas.microsoft.com/office/drawing/2014/main" id="{A112629B-4E2A-5F3A-0749-23CE567810AF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74" name="Oval 573">
                <a:extLst>
                  <a:ext uri="{FF2B5EF4-FFF2-40B4-BE49-F238E27FC236}">
                    <a16:creationId xmlns:a16="http://schemas.microsoft.com/office/drawing/2014/main" id="{A570EB5C-4FA1-EB39-2527-56C99AC9FFC1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75" name="Oval 574">
                <a:extLst>
                  <a:ext uri="{FF2B5EF4-FFF2-40B4-BE49-F238E27FC236}">
                    <a16:creationId xmlns:a16="http://schemas.microsoft.com/office/drawing/2014/main" id="{1417B58D-4001-978F-CE6D-8BF8E34343E3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514" name="Oval 513">
              <a:extLst>
                <a:ext uri="{FF2B5EF4-FFF2-40B4-BE49-F238E27FC236}">
                  <a16:creationId xmlns:a16="http://schemas.microsoft.com/office/drawing/2014/main" id="{B66E5A6E-0BEC-D573-CE1E-EB99924A747D}"/>
                </a:ext>
              </a:extLst>
            </p:cNvPr>
            <p:cNvSpPr/>
            <p:nvPr/>
          </p:nvSpPr>
          <p:spPr>
            <a:xfrm>
              <a:off x="2643102" y="2745560"/>
              <a:ext cx="147437" cy="113074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15" name="Oval 514">
              <a:extLst>
                <a:ext uri="{FF2B5EF4-FFF2-40B4-BE49-F238E27FC236}">
                  <a16:creationId xmlns:a16="http://schemas.microsoft.com/office/drawing/2014/main" id="{B98C99E4-7E84-4FE0-4906-D9B2C55336A3}"/>
                </a:ext>
              </a:extLst>
            </p:cNvPr>
            <p:cNvSpPr/>
            <p:nvPr/>
          </p:nvSpPr>
          <p:spPr>
            <a:xfrm>
              <a:off x="2733788" y="2813377"/>
              <a:ext cx="24321" cy="243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16" name="Oval 515">
              <a:extLst>
                <a:ext uri="{FF2B5EF4-FFF2-40B4-BE49-F238E27FC236}">
                  <a16:creationId xmlns:a16="http://schemas.microsoft.com/office/drawing/2014/main" id="{4CB84D88-0584-FB40-3EB5-D0594B1649F5}"/>
                </a:ext>
              </a:extLst>
            </p:cNvPr>
            <p:cNvSpPr/>
            <p:nvPr/>
          </p:nvSpPr>
          <p:spPr>
            <a:xfrm>
              <a:off x="2763240" y="2803516"/>
              <a:ext cx="15538" cy="155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517" name="Group 516">
              <a:extLst>
                <a:ext uri="{FF2B5EF4-FFF2-40B4-BE49-F238E27FC236}">
                  <a16:creationId xmlns:a16="http://schemas.microsoft.com/office/drawing/2014/main" id="{2149FB2D-98A7-C03D-B78E-BFA0061CF76B}"/>
                </a:ext>
              </a:extLst>
            </p:cNvPr>
            <p:cNvGrpSpPr/>
            <p:nvPr/>
          </p:nvGrpSpPr>
          <p:grpSpPr>
            <a:xfrm rot="19612653">
              <a:off x="2665340" y="2598687"/>
              <a:ext cx="147437" cy="113074"/>
              <a:chOff x="8450452" y="2221310"/>
              <a:chExt cx="433812" cy="332704"/>
            </a:xfrm>
            <a:grpFill/>
          </p:grpSpPr>
          <p:sp>
            <p:nvSpPr>
              <p:cNvPr id="571" name="Oval 570">
                <a:extLst>
                  <a:ext uri="{FF2B5EF4-FFF2-40B4-BE49-F238E27FC236}">
                    <a16:creationId xmlns:a16="http://schemas.microsoft.com/office/drawing/2014/main" id="{6DC7EA6F-CBC4-7442-B69B-1E2FB6B7CBC2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72" name="Oval 571">
                <a:extLst>
                  <a:ext uri="{FF2B5EF4-FFF2-40B4-BE49-F238E27FC236}">
                    <a16:creationId xmlns:a16="http://schemas.microsoft.com/office/drawing/2014/main" id="{004B230F-488F-CDC5-CAFF-782EF9481D53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18" name="Group 517">
              <a:extLst>
                <a:ext uri="{FF2B5EF4-FFF2-40B4-BE49-F238E27FC236}">
                  <a16:creationId xmlns:a16="http://schemas.microsoft.com/office/drawing/2014/main" id="{5ABF3D1F-1160-F437-88D4-F17D70C33BAB}"/>
                </a:ext>
              </a:extLst>
            </p:cNvPr>
            <p:cNvGrpSpPr/>
            <p:nvPr/>
          </p:nvGrpSpPr>
          <p:grpSpPr>
            <a:xfrm>
              <a:off x="2368430" y="2644436"/>
              <a:ext cx="147437" cy="113074"/>
              <a:chOff x="7576832" y="2355919"/>
              <a:chExt cx="433812" cy="332704"/>
            </a:xfrm>
            <a:grpFill/>
          </p:grpSpPr>
          <p:sp>
            <p:nvSpPr>
              <p:cNvPr id="568" name="Oval 567">
                <a:extLst>
                  <a:ext uri="{FF2B5EF4-FFF2-40B4-BE49-F238E27FC236}">
                    <a16:creationId xmlns:a16="http://schemas.microsoft.com/office/drawing/2014/main" id="{8F8E6F9E-027C-BC18-4BC2-8FC086B9ADB9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69" name="Oval 568">
                <a:extLst>
                  <a:ext uri="{FF2B5EF4-FFF2-40B4-BE49-F238E27FC236}">
                    <a16:creationId xmlns:a16="http://schemas.microsoft.com/office/drawing/2014/main" id="{BE859C98-2C56-48AD-6A88-A26C10C3AF73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70" name="Oval 569">
                <a:extLst>
                  <a:ext uri="{FF2B5EF4-FFF2-40B4-BE49-F238E27FC236}">
                    <a16:creationId xmlns:a16="http://schemas.microsoft.com/office/drawing/2014/main" id="{D1577DBF-D566-CB0A-94F5-9FB6FB549055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19" name="Group 518">
              <a:extLst>
                <a:ext uri="{FF2B5EF4-FFF2-40B4-BE49-F238E27FC236}">
                  <a16:creationId xmlns:a16="http://schemas.microsoft.com/office/drawing/2014/main" id="{62594B79-0EF5-C1B8-6EB4-C55A7789CAEC}"/>
                </a:ext>
              </a:extLst>
            </p:cNvPr>
            <p:cNvGrpSpPr/>
            <p:nvPr/>
          </p:nvGrpSpPr>
          <p:grpSpPr>
            <a:xfrm>
              <a:off x="2820163" y="2582972"/>
              <a:ext cx="147437" cy="113074"/>
              <a:chOff x="8905992" y="2175071"/>
              <a:chExt cx="433812" cy="332704"/>
            </a:xfrm>
            <a:grpFill/>
          </p:grpSpPr>
          <p:sp>
            <p:nvSpPr>
              <p:cNvPr id="564" name="Oval 563">
                <a:extLst>
                  <a:ext uri="{FF2B5EF4-FFF2-40B4-BE49-F238E27FC236}">
                    <a16:creationId xmlns:a16="http://schemas.microsoft.com/office/drawing/2014/main" id="{960BF696-3BBA-0569-FD55-584CABC7072F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65" name="Oval 564">
                <a:extLst>
                  <a:ext uri="{FF2B5EF4-FFF2-40B4-BE49-F238E27FC236}">
                    <a16:creationId xmlns:a16="http://schemas.microsoft.com/office/drawing/2014/main" id="{5A748819-B5E7-8C33-2B78-341128AE1C8F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66" name="Oval 565">
                <a:extLst>
                  <a:ext uri="{FF2B5EF4-FFF2-40B4-BE49-F238E27FC236}">
                    <a16:creationId xmlns:a16="http://schemas.microsoft.com/office/drawing/2014/main" id="{65A100A3-4D06-35F1-A876-64309A943AB4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67" name="Oval 566">
                <a:extLst>
                  <a:ext uri="{FF2B5EF4-FFF2-40B4-BE49-F238E27FC236}">
                    <a16:creationId xmlns:a16="http://schemas.microsoft.com/office/drawing/2014/main" id="{9FBCBA14-85D1-CB21-6968-514830426E18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3E897F70-20E3-BE0F-7FCB-1B1FB93BAEB2}"/>
                </a:ext>
              </a:extLst>
            </p:cNvPr>
            <p:cNvGrpSpPr/>
            <p:nvPr/>
          </p:nvGrpSpPr>
          <p:grpSpPr>
            <a:xfrm>
              <a:off x="2906346" y="2705834"/>
              <a:ext cx="147437" cy="113074"/>
              <a:chOff x="9309655" y="2557406"/>
              <a:chExt cx="433812" cy="332704"/>
            </a:xfrm>
            <a:grpFill/>
          </p:grpSpPr>
          <p:sp>
            <p:nvSpPr>
              <p:cNvPr id="560" name="Oval 559">
                <a:extLst>
                  <a:ext uri="{FF2B5EF4-FFF2-40B4-BE49-F238E27FC236}">
                    <a16:creationId xmlns:a16="http://schemas.microsoft.com/office/drawing/2014/main" id="{B960AAA7-3B4D-FD0F-F699-04B8FDCE8299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61" name="Oval 560">
                <a:extLst>
                  <a:ext uri="{FF2B5EF4-FFF2-40B4-BE49-F238E27FC236}">
                    <a16:creationId xmlns:a16="http://schemas.microsoft.com/office/drawing/2014/main" id="{BEBF9EC4-D4F8-D7DB-3EC4-2D746B141217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62" name="Oval 561">
                <a:extLst>
                  <a:ext uri="{FF2B5EF4-FFF2-40B4-BE49-F238E27FC236}">
                    <a16:creationId xmlns:a16="http://schemas.microsoft.com/office/drawing/2014/main" id="{73FD126F-90BE-2E26-8228-B643329C4658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63" name="Oval 562">
                <a:extLst>
                  <a:ext uri="{FF2B5EF4-FFF2-40B4-BE49-F238E27FC236}">
                    <a16:creationId xmlns:a16="http://schemas.microsoft.com/office/drawing/2014/main" id="{7ECFBC73-F76D-E627-3554-C8A741C64AC3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21" name="Group 520">
              <a:extLst>
                <a:ext uri="{FF2B5EF4-FFF2-40B4-BE49-F238E27FC236}">
                  <a16:creationId xmlns:a16="http://schemas.microsoft.com/office/drawing/2014/main" id="{BE76F687-0B89-A7AA-521F-6FFAC83F7215}"/>
                </a:ext>
              </a:extLst>
            </p:cNvPr>
            <p:cNvGrpSpPr/>
            <p:nvPr/>
          </p:nvGrpSpPr>
          <p:grpSpPr>
            <a:xfrm rot="9713598">
              <a:off x="2753775" y="2728849"/>
              <a:ext cx="163375" cy="114008"/>
              <a:chOff x="8786411" y="2519876"/>
              <a:chExt cx="480707" cy="335455"/>
            </a:xfrm>
            <a:grpFill/>
          </p:grpSpPr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B40E60DE-C0A7-3282-BF56-40D1BEB5E2C4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58" name="Oval 557">
                <a:extLst>
                  <a:ext uri="{FF2B5EF4-FFF2-40B4-BE49-F238E27FC236}">
                    <a16:creationId xmlns:a16="http://schemas.microsoft.com/office/drawing/2014/main" id="{4DFC9A9B-E694-0014-2268-C099691F97B9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59" name="Oval 558">
                <a:extLst>
                  <a:ext uri="{FF2B5EF4-FFF2-40B4-BE49-F238E27FC236}">
                    <a16:creationId xmlns:a16="http://schemas.microsoft.com/office/drawing/2014/main" id="{DE71DD6E-C4D3-19BF-F5F5-FED64462A158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22" name="Group 521">
              <a:extLst>
                <a:ext uri="{FF2B5EF4-FFF2-40B4-BE49-F238E27FC236}">
                  <a16:creationId xmlns:a16="http://schemas.microsoft.com/office/drawing/2014/main" id="{3398159F-86D5-7AEB-214B-FC52D6A524A4}"/>
                </a:ext>
              </a:extLst>
            </p:cNvPr>
            <p:cNvGrpSpPr/>
            <p:nvPr/>
          </p:nvGrpSpPr>
          <p:grpSpPr>
            <a:xfrm>
              <a:off x="2397634" y="2579052"/>
              <a:ext cx="140987" cy="66483"/>
              <a:chOff x="7835407" y="2226054"/>
              <a:chExt cx="414836" cy="195616"/>
            </a:xfrm>
            <a:grpFill/>
          </p:grpSpPr>
          <p:sp>
            <p:nvSpPr>
              <p:cNvPr id="554" name="Oval 553">
                <a:extLst>
                  <a:ext uri="{FF2B5EF4-FFF2-40B4-BE49-F238E27FC236}">
                    <a16:creationId xmlns:a16="http://schemas.microsoft.com/office/drawing/2014/main" id="{4A259FB1-34D8-CFB7-A784-9C82DFDC9CB4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55" name="Oval 554">
                <a:extLst>
                  <a:ext uri="{FF2B5EF4-FFF2-40B4-BE49-F238E27FC236}">
                    <a16:creationId xmlns:a16="http://schemas.microsoft.com/office/drawing/2014/main" id="{C3BB281F-C649-599A-29F3-0B4FBC01EC21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1B52FC29-DD96-632B-50F6-5A756B8B20FD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C017222D-6F0F-192A-20C3-0F287C3A0770}"/>
                </a:ext>
              </a:extLst>
            </p:cNvPr>
            <p:cNvGrpSpPr/>
            <p:nvPr/>
          </p:nvGrpSpPr>
          <p:grpSpPr>
            <a:xfrm>
              <a:off x="2874146" y="2399409"/>
              <a:ext cx="185998" cy="113074"/>
              <a:chOff x="2616513" y="2273732"/>
              <a:chExt cx="547272" cy="332704"/>
            </a:xfrm>
            <a:grpFill/>
          </p:grpSpPr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1C49AC38-24B2-1A78-F96F-B028AE3EE4B8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50" name="Oval 549">
                <a:extLst>
                  <a:ext uri="{FF2B5EF4-FFF2-40B4-BE49-F238E27FC236}">
                    <a16:creationId xmlns:a16="http://schemas.microsoft.com/office/drawing/2014/main" id="{402E6939-F14D-0128-FA14-87AB2A6FEC9E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167A17D9-716D-CB5C-5AE6-E6F17555A050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52" name="Oval 551">
                <a:extLst>
                  <a:ext uri="{FF2B5EF4-FFF2-40B4-BE49-F238E27FC236}">
                    <a16:creationId xmlns:a16="http://schemas.microsoft.com/office/drawing/2014/main" id="{4E4463DF-5B3D-69F6-B5E7-F6D7FC535396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BB6B6212-7FA2-F7A0-590D-F14645AC0C4E}"/>
                </a:ext>
              </a:extLst>
            </p:cNvPr>
            <p:cNvGrpSpPr/>
            <p:nvPr/>
          </p:nvGrpSpPr>
          <p:grpSpPr>
            <a:xfrm>
              <a:off x="2428133" y="2446462"/>
              <a:ext cx="147437" cy="113074"/>
              <a:chOff x="8292233" y="2422448"/>
              <a:chExt cx="433812" cy="332704"/>
            </a:xfrm>
            <a:grpFill/>
          </p:grpSpPr>
          <p:sp>
            <p:nvSpPr>
              <p:cNvPr id="546" name="Oval 545">
                <a:extLst>
                  <a:ext uri="{FF2B5EF4-FFF2-40B4-BE49-F238E27FC236}">
                    <a16:creationId xmlns:a16="http://schemas.microsoft.com/office/drawing/2014/main" id="{E686669D-9F02-6283-2707-C0741F4D6865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47" name="Oval 546">
                <a:extLst>
                  <a:ext uri="{FF2B5EF4-FFF2-40B4-BE49-F238E27FC236}">
                    <a16:creationId xmlns:a16="http://schemas.microsoft.com/office/drawing/2014/main" id="{FBEAC505-02E9-D7BA-04AC-208062D04DFA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48" name="Oval 547">
                <a:extLst>
                  <a:ext uri="{FF2B5EF4-FFF2-40B4-BE49-F238E27FC236}">
                    <a16:creationId xmlns:a16="http://schemas.microsoft.com/office/drawing/2014/main" id="{DDE74E40-8041-7535-702F-60A7487C8006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25" name="Group 524">
              <a:extLst>
                <a:ext uri="{FF2B5EF4-FFF2-40B4-BE49-F238E27FC236}">
                  <a16:creationId xmlns:a16="http://schemas.microsoft.com/office/drawing/2014/main" id="{803A108B-CD1A-77B5-BA90-D1A1E96368CD}"/>
                </a:ext>
              </a:extLst>
            </p:cNvPr>
            <p:cNvGrpSpPr/>
            <p:nvPr/>
          </p:nvGrpSpPr>
          <p:grpSpPr>
            <a:xfrm>
              <a:off x="2836828" y="2530029"/>
              <a:ext cx="147437" cy="113074"/>
              <a:chOff x="7839715" y="2553300"/>
              <a:chExt cx="433812" cy="332704"/>
            </a:xfrm>
            <a:grpFill/>
          </p:grpSpPr>
          <p:sp>
            <p:nvSpPr>
              <p:cNvPr id="542" name="Oval 541">
                <a:extLst>
                  <a:ext uri="{FF2B5EF4-FFF2-40B4-BE49-F238E27FC236}">
                    <a16:creationId xmlns:a16="http://schemas.microsoft.com/office/drawing/2014/main" id="{4EA96DFC-A1A8-760F-E6DF-1DEBD370D3EE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43" name="Oval 542">
                <a:extLst>
                  <a:ext uri="{FF2B5EF4-FFF2-40B4-BE49-F238E27FC236}">
                    <a16:creationId xmlns:a16="http://schemas.microsoft.com/office/drawing/2014/main" id="{BFB18D13-5A98-0B70-3D85-6C48B9DA3790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44" name="Oval 543">
                <a:extLst>
                  <a:ext uri="{FF2B5EF4-FFF2-40B4-BE49-F238E27FC236}">
                    <a16:creationId xmlns:a16="http://schemas.microsoft.com/office/drawing/2014/main" id="{FC570011-BE42-216D-0BE6-4EB0C24480EF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45" name="Oval 544">
                <a:extLst>
                  <a:ext uri="{FF2B5EF4-FFF2-40B4-BE49-F238E27FC236}">
                    <a16:creationId xmlns:a16="http://schemas.microsoft.com/office/drawing/2014/main" id="{A4A16A3E-C162-C55D-64B1-D5A21C35BD8A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26" name="Group 525">
              <a:extLst>
                <a:ext uri="{FF2B5EF4-FFF2-40B4-BE49-F238E27FC236}">
                  <a16:creationId xmlns:a16="http://schemas.microsoft.com/office/drawing/2014/main" id="{E69D06D4-5527-7B3B-304A-8CE391A76B15}"/>
                </a:ext>
              </a:extLst>
            </p:cNvPr>
            <p:cNvGrpSpPr/>
            <p:nvPr/>
          </p:nvGrpSpPr>
          <p:grpSpPr>
            <a:xfrm>
              <a:off x="3005339" y="2697097"/>
              <a:ext cx="147437" cy="113074"/>
              <a:chOff x="8905992" y="2175071"/>
              <a:chExt cx="433812" cy="332704"/>
            </a:xfrm>
            <a:grpFill/>
          </p:grpSpPr>
          <p:sp>
            <p:nvSpPr>
              <p:cNvPr id="538" name="Oval 537">
                <a:extLst>
                  <a:ext uri="{FF2B5EF4-FFF2-40B4-BE49-F238E27FC236}">
                    <a16:creationId xmlns:a16="http://schemas.microsoft.com/office/drawing/2014/main" id="{BDB363BA-6D7B-4B1E-FB43-D047F7B3E9C5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39" name="Oval 538">
                <a:extLst>
                  <a:ext uri="{FF2B5EF4-FFF2-40B4-BE49-F238E27FC236}">
                    <a16:creationId xmlns:a16="http://schemas.microsoft.com/office/drawing/2014/main" id="{3F7C24B5-670F-B25C-434F-41AE66B5E993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40" name="Oval 539">
                <a:extLst>
                  <a:ext uri="{FF2B5EF4-FFF2-40B4-BE49-F238E27FC236}">
                    <a16:creationId xmlns:a16="http://schemas.microsoft.com/office/drawing/2014/main" id="{81110ABA-7956-961B-70B9-C59F62DFCCE6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41" name="Oval 540">
                <a:extLst>
                  <a:ext uri="{FF2B5EF4-FFF2-40B4-BE49-F238E27FC236}">
                    <a16:creationId xmlns:a16="http://schemas.microsoft.com/office/drawing/2014/main" id="{935B26DC-7D77-C8C1-C1FA-B59D1CB74B6A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27" name="Group 526">
              <a:extLst>
                <a:ext uri="{FF2B5EF4-FFF2-40B4-BE49-F238E27FC236}">
                  <a16:creationId xmlns:a16="http://schemas.microsoft.com/office/drawing/2014/main" id="{F3455DE3-D610-95D6-A509-7DAAE7C64804}"/>
                </a:ext>
              </a:extLst>
            </p:cNvPr>
            <p:cNvGrpSpPr/>
            <p:nvPr/>
          </p:nvGrpSpPr>
          <p:grpSpPr>
            <a:xfrm>
              <a:off x="2537355" y="2769001"/>
              <a:ext cx="147437" cy="113074"/>
              <a:chOff x="8905992" y="2175071"/>
              <a:chExt cx="433812" cy="332704"/>
            </a:xfrm>
            <a:grpFill/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id="{4A27F1CE-85A6-C746-315F-67F553C0C82C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35" name="Oval 534">
                <a:extLst>
                  <a:ext uri="{FF2B5EF4-FFF2-40B4-BE49-F238E27FC236}">
                    <a16:creationId xmlns:a16="http://schemas.microsoft.com/office/drawing/2014/main" id="{85D2E69E-E7A9-B4B4-25D7-CBA765ECF584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36" name="Oval 535">
                <a:extLst>
                  <a:ext uri="{FF2B5EF4-FFF2-40B4-BE49-F238E27FC236}">
                    <a16:creationId xmlns:a16="http://schemas.microsoft.com/office/drawing/2014/main" id="{8D5402CA-C395-C590-4752-A0E23A09BD68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37" name="Oval 536">
                <a:extLst>
                  <a:ext uri="{FF2B5EF4-FFF2-40B4-BE49-F238E27FC236}">
                    <a16:creationId xmlns:a16="http://schemas.microsoft.com/office/drawing/2014/main" id="{2354D92F-3B40-C296-6191-971164D0FDAF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528" name="Group 527">
              <a:extLst>
                <a:ext uri="{FF2B5EF4-FFF2-40B4-BE49-F238E27FC236}">
                  <a16:creationId xmlns:a16="http://schemas.microsoft.com/office/drawing/2014/main" id="{5FCBC7B8-5D43-BD2C-6C0D-003C1736F0FB}"/>
                </a:ext>
              </a:extLst>
            </p:cNvPr>
            <p:cNvGrpSpPr/>
            <p:nvPr/>
          </p:nvGrpSpPr>
          <p:grpSpPr>
            <a:xfrm>
              <a:off x="2490033" y="2712465"/>
              <a:ext cx="185998" cy="113074"/>
              <a:chOff x="2616513" y="2273732"/>
              <a:chExt cx="547272" cy="332704"/>
            </a:xfrm>
            <a:grpFill/>
          </p:grpSpPr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9A97D886-E254-8BA8-386D-6F21FC7F9436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31" name="Oval 530">
                <a:extLst>
                  <a:ext uri="{FF2B5EF4-FFF2-40B4-BE49-F238E27FC236}">
                    <a16:creationId xmlns:a16="http://schemas.microsoft.com/office/drawing/2014/main" id="{F7718D3B-DDCB-6B93-AF76-9E02272C74A3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32" name="Oval 531">
                <a:extLst>
                  <a:ext uri="{FF2B5EF4-FFF2-40B4-BE49-F238E27FC236}">
                    <a16:creationId xmlns:a16="http://schemas.microsoft.com/office/drawing/2014/main" id="{23FD187A-D907-CF6F-F3DC-C2DC825E8F25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33" name="Oval 532">
                <a:extLst>
                  <a:ext uri="{FF2B5EF4-FFF2-40B4-BE49-F238E27FC236}">
                    <a16:creationId xmlns:a16="http://schemas.microsoft.com/office/drawing/2014/main" id="{A8203927-504D-D1ED-64EA-FDEFC5336EC5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cxnSp>
          <p:nvCxnSpPr>
            <p:cNvPr id="529" name="Straight Arrow Connector 528">
              <a:extLst>
                <a:ext uri="{FF2B5EF4-FFF2-40B4-BE49-F238E27FC236}">
                  <a16:creationId xmlns:a16="http://schemas.microsoft.com/office/drawing/2014/main" id="{877AB804-FD42-369B-A587-4F90CF724A30}"/>
                </a:ext>
              </a:extLst>
            </p:cNvPr>
            <p:cNvCxnSpPr>
              <a:cxnSpLocks/>
            </p:cNvCxnSpPr>
            <p:nvPr/>
          </p:nvCxnSpPr>
          <p:spPr>
            <a:xfrm>
              <a:off x="1685925" y="2509747"/>
              <a:ext cx="447770" cy="0"/>
            </a:xfrm>
            <a:prstGeom prst="straightConnector1">
              <a:avLst/>
            </a:prstGeom>
            <a:grpFill/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691" name="TextBox 690">
            <a:extLst>
              <a:ext uri="{FF2B5EF4-FFF2-40B4-BE49-F238E27FC236}">
                <a16:creationId xmlns:a16="http://schemas.microsoft.com/office/drawing/2014/main" id="{06D0E5FF-C9C0-D9CA-BBC9-8BFB333D3A0B}"/>
              </a:ext>
            </a:extLst>
          </p:cNvPr>
          <p:cNvSpPr txBox="1"/>
          <p:nvPr/>
        </p:nvSpPr>
        <p:spPr>
          <a:xfrm>
            <a:off x="8560824" y="1835203"/>
            <a:ext cx="982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Viernes</a:t>
            </a:r>
          </a:p>
        </p:txBody>
      </p:sp>
      <p:sp>
        <p:nvSpPr>
          <p:cNvPr id="1370" name="TextBox 1369">
            <a:extLst>
              <a:ext uri="{FF2B5EF4-FFF2-40B4-BE49-F238E27FC236}">
                <a16:creationId xmlns:a16="http://schemas.microsoft.com/office/drawing/2014/main" id="{DF8EAC94-222B-36E6-2F18-6E4F9855D90F}"/>
              </a:ext>
            </a:extLst>
          </p:cNvPr>
          <p:cNvSpPr txBox="1"/>
          <p:nvPr/>
        </p:nvSpPr>
        <p:spPr>
          <a:xfrm>
            <a:off x="1084652" y="2410219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solidFill>
                  <a:srgbClr val="828282"/>
                </a:solidFill>
              </a:rPr>
              <a:t>cond1</a:t>
            </a:r>
          </a:p>
        </p:txBody>
      </p:sp>
      <p:grpSp>
        <p:nvGrpSpPr>
          <p:cNvPr id="1403" name="Group 1402">
            <a:extLst>
              <a:ext uri="{FF2B5EF4-FFF2-40B4-BE49-F238E27FC236}">
                <a16:creationId xmlns:a16="http://schemas.microsoft.com/office/drawing/2014/main" id="{0699E7D1-3070-01BF-A800-5BE01EF1517E}"/>
              </a:ext>
            </a:extLst>
          </p:cNvPr>
          <p:cNvGrpSpPr/>
          <p:nvPr/>
        </p:nvGrpSpPr>
        <p:grpSpPr>
          <a:xfrm>
            <a:off x="3975100" y="2184572"/>
            <a:ext cx="1854033" cy="628500"/>
            <a:chOff x="3975100" y="2251247"/>
            <a:chExt cx="1854033" cy="628500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4BFFBD06-5830-0339-15C4-2EAE55ACABA7}"/>
                </a:ext>
              </a:extLst>
            </p:cNvPr>
            <p:cNvGrpSpPr/>
            <p:nvPr/>
          </p:nvGrpSpPr>
          <p:grpSpPr>
            <a:xfrm>
              <a:off x="5337068" y="2251247"/>
              <a:ext cx="229165" cy="115827"/>
              <a:chOff x="7702717" y="2138490"/>
              <a:chExt cx="674286" cy="340804"/>
            </a:xfrm>
            <a:solidFill>
              <a:schemeClr val="accent2"/>
            </a:solidFill>
          </p:grpSpPr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AE545D9F-3382-0F40-C22E-8B79D37D6E5A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64" name="Oval 463">
                <a:extLst>
                  <a:ext uri="{FF2B5EF4-FFF2-40B4-BE49-F238E27FC236}">
                    <a16:creationId xmlns:a16="http://schemas.microsoft.com/office/drawing/2014/main" id="{AC2980A1-E0FF-DBF4-BE5A-3C814A234160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65" name="Oval 464">
                <a:extLst>
                  <a:ext uri="{FF2B5EF4-FFF2-40B4-BE49-F238E27FC236}">
                    <a16:creationId xmlns:a16="http://schemas.microsoft.com/office/drawing/2014/main" id="{8540F4FC-D5C3-8B02-6FB1-F4F2C9511E5C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66" name="Oval 465">
                <a:extLst>
                  <a:ext uri="{FF2B5EF4-FFF2-40B4-BE49-F238E27FC236}">
                    <a16:creationId xmlns:a16="http://schemas.microsoft.com/office/drawing/2014/main" id="{BE1154F0-BE12-7C30-5C76-B3A3B26FC049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579D83D5-B048-5554-857D-33DA0604749E}"/>
                </a:ext>
              </a:extLst>
            </p:cNvPr>
            <p:cNvGrpSpPr/>
            <p:nvPr/>
          </p:nvGrpSpPr>
          <p:grpSpPr>
            <a:xfrm>
              <a:off x="5179823" y="2458020"/>
              <a:ext cx="147437" cy="113074"/>
              <a:chOff x="7839715" y="2553300"/>
              <a:chExt cx="433812" cy="332704"/>
            </a:xfrm>
            <a:solidFill>
              <a:schemeClr val="accent2"/>
            </a:solidFill>
          </p:grpSpPr>
          <p:sp>
            <p:nvSpPr>
              <p:cNvPr id="459" name="Oval 458">
                <a:extLst>
                  <a:ext uri="{FF2B5EF4-FFF2-40B4-BE49-F238E27FC236}">
                    <a16:creationId xmlns:a16="http://schemas.microsoft.com/office/drawing/2014/main" id="{97E650BC-34FA-FF57-A3E3-3677C612C05E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60" name="Oval 459">
                <a:extLst>
                  <a:ext uri="{FF2B5EF4-FFF2-40B4-BE49-F238E27FC236}">
                    <a16:creationId xmlns:a16="http://schemas.microsoft.com/office/drawing/2014/main" id="{EC130682-B006-F49B-F55F-25663BFF0368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61" name="Oval 460">
                <a:extLst>
                  <a:ext uri="{FF2B5EF4-FFF2-40B4-BE49-F238E27FC236}">
                    <a16:creationId xmlns:a16="http://schemas.microsoft.com/office/drawing/2014/main" id="{072B3595-D9F4-5118-AA09-C13489D72DCE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62" name="Oval 461">
                <a:extLst>
                  <a:ext uri="{FF2B5EF4-FFF2-40B4-BE49-F238E27FC236}">
                    <a16:creationId xmlns:a16="http://schemas.microsoft.com/office/drawing/2014/main" id="{529EEA07-3FE8-A873-585F-8D3AC1A4BDCE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D65816FA-43CD-079C-C087-A1446AC17244}"/>
                </a:ext>
              </a:extLst>
            </p:cNvPr>
            <p:cNvGrpSpPr/>
            <p:nvPr/>
          </p:nvGrpSpPr>
          <p:grpSpPr>
            <a:xfrm>
              <a:off x="5333617" y="2413548"/>
              <a:ext cx="147437" cy="113074"/>
              <a:chOff x="8292233" y="2422448"/>
              <a:chExt cx="433812" cy="332704"/>
            </a:xfrm>
            <a:solidFill>
              <a:schemeClr val="accent2"/>
            </a:solidFill>
          </p:grpSpPr>
          <p:sp>
            <p:nvSpPr>
              <p:cNvPr id="456" name="Oval 455">
                <a:extLst>
                  <a:ext uri="{FF2B5EF4-FFF2-40B4-BE49-F238E27FC236}">
                    <a16:creationId xmlns:a16="http://schemas.microsoft.com/office/drawing/2014/main" id="{5DB93C07-0300-6B3B-A88C-A1D18CB7D806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57" name="Oval 456">
                <a:extLst>
                  <a:ext uri="{FF2B5EF4-FFF2-40B4-BE49-F238E27FC236}">
                    <a16:creationId xmlns:a16="http://schemas.microsoft.com/office/drawing/2014/main" id="{F0F7E9D2-8EFC-C4C6-1637-EFD8869D948F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58" name="Oval 457">
                <a:extLst>
                  <a:ext uri="{FF2B5EF4-FFF2-40B4-BE49-F238E27FC236}">
                    <a16:creationId xmlns:a16="http://schemas.microsoft.com/office/drawing/2014/main" id="{46D0AC61-271F-8884-74AC-207C8252797B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E2FE2224-4DA3-8AAF-3364-4640E06820C2}"/>
                </a:ext>
              </a:extLst>
            </p:cNvPr>
            <p:cNvSpPr/>
            <p:nvPr/>
          </p:nvSpPr>
          <p:spPr>
            <a:xfrm>
              <a:off x="5365150" y="2492061"/>
              <a:ext cx="147437" cy="113074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54206C37-1C69-0084-F985-B7FA120B07DB}"/>
                </a:ext>
              </a:extLst>
            </p:cNvPr>
            <p:cNvSpPr/>
            <p:nvPr/>
          </p:nvSpPr>
          <p:spPr>
            <a:xfrm>
              <a:off x="5455837" y="2559878"/>
              <a:ext cx="24321" cy="2432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B2C88971-E1FE-96C0-0AE1-829BD6D10809}"/>
                </a:ext>
              </a:extLst>
            </p:cNvPr>
            <p:cNvGrpSpPr/>
            <p:nvPr/>
          </p:nvGrpSpPr>
          <p:grpSpPr>
            <a:xfrm>
              <a:off x="4106739" y="2430352"/>
              <a:ext cx="185998" cy="113074"/>
              <a:chOff x="2616513" y="2273732"/>
              <a:chExt cx="547272" cy="332704"/>
            </a:xfrm>
            <a:solidFill>
              <a:schemeClr val="accent2"/>
            </a:solidFill>
          </p:grpSpPr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931A5E69-C86E-81F4-3ACA-06C6958CF88B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53" name="Oval 452">
                <a:extLst>
                  <a:ext uri="{FF2B5EF4-FFF2-40B4-BE49-F238E27FC236}">
                    <a16:creationId xmlns:a16="http://schemas.microsoft.com/office/drawing/2014/main" id="{AF076CE2-D677-6A32-095D-FBEA5F206E5C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54" name="Oval 453">
                <a:extLst>
                  <a:ext uri="{FF2B5EF4-FFF2-40B4-BE49-F238E27FC236}">
                    <a16:creationId xmlns:a16="http://schemas.microsoft.com/office/drawing/2014/main" id="{E3E53117-BD02-974C-D8E3-D2C086C10E28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55" name="Oval 454">
                <a:extLst>
                  <a:ext uri="{FF2B5EF4-FFF2-40B4-BE49-F238E27FC236}">
                    <a16:creationId xmlns:a16="http://schemas.microsoft.com/office/drawing/2014/main" id="{2AF1AD2D-5BAE-5D70-F442-7F77230196DC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AF392671-FB56-461A-DFC2-ACB52F6FD20B}"/>
                </a:ext>
              </a:extLst>
            </p:cNvPr>
            <p:cNvSpPr/>
            <p:nvPr/>
          </p:nvSpPr>
          <p:spPr>
            <a:xfrm>
              <a:off x="5485289" y="2550017"/>
              <a:ext cx="15538" cy="155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5237BC57-6836-9F4C-8D81-C7C5200D73EC}"/>
                </a:ext>
              </a:extLst>
            </p:cNvPr>
            <p:cNvGrpSpPr/>
            <p:nvPr/>
          </p:nvGrpSpPr>
          <p:grpSpPr>
            <a:xfrm>
              <a:off x="5387389" y="2345188"/>
              <a:ext cx="147437" cy="113074"/>
              <a:chOff x="8450452" y="2221310"/>
              <a:chExt cx="433812" cy="332704"/>
            </a:xfrm>
            <a:solidFill>
              <a:schemeClr val="accent2"/>
            </a:solidFill>
          </p:grpSpPr>
          <p:sp>
            <p:nvSpPr>
              <p:cNvPr id="450" name="Oval 449">
                <a:extLst>
                  <a:ext uri="{FF2B5EF4-FFF2-40B4-BE49-F238E27FC236}">
                    <a16:creationId xmlns:a16="http://schemas.microsoft.com/office/drawing/2014/main" id="{17FED5CC-9B00-A64A-6228-404B00E7B6BC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51" name="Oval 450">
                <a:extLst>
                  <a:ext uri="{FF2B5EF4-FFF2-40B4-BE49-F238E27FC236}">
                    <a16:creationId xmlns:a16="http://schemas.microsoft.com/office/drawing/2014/main" id="{A67D8E88-B170-5C8D-4F28-3B902A29521C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4CF0DE87-CDB8-7F88-8EA9-7664A40340F4}"/>
                </a:ext>
              </a:extLst>
            </p:cNvPr>
            <p:cNvGrpSpPr/>
            <p:nvPr/>
          </p:nvGrpSpPr>
          <p:grpSpPr>
            <a:xfrm>
              <a:off x="5090479" y="2390937"/>
              <a:ext cx="147437" cy="113074"/>
              <a:chOff x="7576832" y="2355919"/>
              <a:chExt cx="433812" cy="332704"/>
            </a:xfrm>
            <a:solidFill>
              <a:schemeClr val="accent2"/>
            </a:solidFill>
          </p:grpSpPr>
          <p:sp>
            <p:nvSpPr>
              <p:cNvPr id="447" name="Oval 446">
                <a:extLst>
                  <a:ext uri="{FF2B5EF4-FFF2-40B4-BE49-F238E27FC236}">
                    <a16:creationId xmlns:a16="http://schemas.microsoft.com/office/drawing/2014/main" id="{CD9DAF4D-4791-D007-2E97-03945DAACB7F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48" name="Oval 447">
                <a:extLst>
                  <a:ext uri="{FF2B5EF4-FFF2-40B4-BE49-F238E27FC236}">
                    <a16:creationId xmlns:a16="http://schemas.microsoft.com/office/drawing/2014/main" id="{F39DBEE6-AA59-DEC6-0CCF-DFA968D83BDF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4CB01BAF-CB47-7ED3-15DA-200F228B217F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A1FCBA45-0CCB-D0B8-75A9-9FF30D0922CE}"/>
                </a:ext>
              </a:extLst>
            </p:cNvPr>
            <p:cNvGrpSpPr/>
            <p:nvPr/>
          </p:nvGrpSpPr>
          <p:grpSpPr>
            <a:xfrm>
              <a:off x="5628395" y="2452335"/>
              <a:ext cx="147437" cy="113074"/>
              <a:chOff x="9309655" y="2557406"/>
              <a:chExt cx="433812" cy="332704"/>
            </a:xfrm>
            <a:solidFill>
              <a:schemeClr val="accent2"/>
            </a:solidFill>
          </p:grpSpPr>
          <p:sp>
            <p:nvSpPr>
              <p:cNvPr id="439" name="Oval 438">
                <a:extLst>
                  <a:ext uri="{FF2B5EF4-FFF2-40B4-BE49-F238E27FC236}">
                    <a16:creationId xmlns:a16="http://schemas.microsoft.com/office/drawing/2014/main" id="{8416ACDA-BBEC-F8DC-1EE7-4F6B69A9228C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40" name="Oval 439">
                <a:extLst>
                  <a:ext uri="{FF2B5EF4-FFF2-40B4-BE49-F238E27FC236}">
                    <a16:creationId xmlns:a16="http://schemas.microsoft.com/office/drawing/2014/main" id="{0CC9FD39-B0BA-14AF-F866-9B699222EC4F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41" name="Oval 440">
                <a:extLst>
                  <a:ext uri="{FF2B5EF4-FFF2-40B4-BE49-F238E27FC236}">
                    <a16:creationId xmlns:a16="http://schemas.microsoft.com/office/drawing/2014/main" id="{1BD781FA-AD0A-51E9-21D1-F774C37D4DCE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42" name="Oval 441">
                <a:extLst>
                  <a:ext uri="{FF2B5EF4-FFF2-40B4-BE49-F238E27FC236}">
                    <a16:creationId xmlns:a16="http://schemas.microsoft.com/office/drawing/2014/main" id="{56E704DF-DF65-3949-37EB-FCE034AD5523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BCAAF584-63FD-E6E1-0EA1-794C9B1F1A5A}"/>
                </a:ext>
              </a:extLst>
            </p:cNvPr>
            <p:cNvGrpSpPr/>
            <p:nvPr/>
          </p:nvGrpSpPr>
          <p:grpSpPr>
            <a:xfrm rot="13449155">
              <a:off x="5133262" y="2317040"/>
              <a:ext cx="229165" cy="115827"/>
              <a:chOff x="7702717" y="2138490"/>
              <a:chExt cx="674286" cy="340804"/>
            </a:xfrm>
            <a:solidFill>
              <a:schemeClr val="accent2"/>
            </a:solidFill>
          </p:grpSpPr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E7F723E1-4E99-E672-5453-BF57BF17E1DA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33" name="Oval 432">
                <a:extLst>
                  <a:ext uri="{FF2B5EF4-FFF2-40B4-BE49-F238E27FC236}">
                    <a16:creationId xmlns:a16="http://schemas.microsoft.com/office/drawing/2014/main" id="{69063E96-49F5-FC65-830C-65C3A8BF6134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34" name="Oval 433">
                <a:extLst>
                  <a:ext uri="{FF2B5EF4-FFF2-40B4-BE49-F238E27FC236}">
                    <a16:creationId xmlns:a16="http://schemas.microsoft.com/office/drawing/2014/main" id="{40B0DFEA-01E7-44EB-5566-8E766A6FC08D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35" name="Oval 434">
                <a:extLst>
                  <a:ext uri="{FF2B5EF4-FFF2-40B4-BE49-F238E27FC236}">
                    <a16:creationId xmlns:a16="http://schemas.microsoft.com/office/drawing/2014/main" id="{061AB417-CECD-15AB-8F6A-B6DA7DB65E20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64D9EA51-1B3F-645E-9331-F8E6102068F0}"/>
                </a:ext>
              </a:extLst>
            </p:cNvPr>
            <p:cNvGrpSpPr/>
            <p:nvPr/>
          </p:nvGrpSpPr>
          <p:grpSpPr>
            <a:xfrm>
              <a:off x="3975100" y="2530600"/>
              <a:ext cx="147437" cy="113074"/>
              <a:chOff x="8292233" y="2422448"/>
              <a:chExt cx="433812" cy="332704"/>
            </a:xfrm>
            <a:solidFill>
              <a:schemeClr val="accent2"/>
            </a:solidFill>
          </p:grpSpPr>
          <p:sp>
            <p:nvSpPr>
              <p:cNvPr id="429" name="Oval 428">
                <a:extLst>
                  <a:ext uri="{FF2B5EF4-FFF2-40B4-BE49-F238E27FC236}">
                    <a16:creationId xmlns:a16="http://schemas.microsoft.com/office/drawing/2014/main" id="{F5ADB46C-1AA7-3149-7B9A-37D0CE157BD3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30" name="Oval 429">
                <a:extLst>
                  <a:ext uri="{FF2B5EF4-FFF2-40B4-BE49-F238E27FC236}">
                    <a16:creationId xmlns:a16="http://schemas.microsoft.com/office/drawing/2014/main" id="{9E4409CE-895E-C83E-F437-343CE218185E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31" name="Oval 430">
                <a:extLst>
                  <a:ext uri="{FF2B5EF4-FFF2-40B4-BE49-F238E27FC236}">
                    <a16:creationId xmlns:a16="http://schemas.microsoft.com/office/drawing/2014/main" id="{CD7D8868-06F1-0931-FF10-A5072125D65C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CD16222B-23A6-4136-4555-5ACC875FFF49}"/>
                </a:ext>
              </a:extLst>
            </p:cNvPr>
            <p:cNvGrpSpPr/>
            <p:nvPr/>
          </p:nvGrpSpPr>
          <p:grpSpPr>
            <a:xfrm>
              <a:off x="5031587" y="2563020"/>
              <a:ext cx="147437" cy="113074"/>
              <a:chOff x="7839715" y="2553300"/>
              <a:chExt cx="433812" cy="332704"/>
            </a:xfrm>
            <a:solidFill>
              <a:schemeClr val="accent2"/>
            </a:solidFill>
          </p:grpSpPr>
          <p:sp>
            <p:nvSpPr>
              <p:cNvPr id="425" name="Oval 424">
                <a:extLst>
                  <a:ext uri="{FF2B5EF4-FFF2-40B4-BE49-F238E27FC236}">
                    <a16:creationId xmlns:a16="http://schemas.microsoft.com/office/drawing/2014/main" id="{2E10F38C-322C-1C9A-F483-71C910337446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26" name="Oval 425">
                <a:extLst>
                  <a:ext uri="{FF2B5EF4-FFF2-40B4-BE49-F238E27FC236}">
                    <a16:creationId xmlns:a16="http://schemas.microsoft.com/office/drawing/2014/main" id="{AF10E95E-FC73-E761-3F5A-70ABC660A726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27" name="Oval 426">
                <a:extLst>
                  <a:ext uri="{FF2B5EF4-FFF2-40B4-BE49-F238E27FC236}">
                    <a16:creationId xmlns:a16="http://schemas.microsoft.com/office/drawing/2014/main" id="{4E446D08-19B2-BCD6-FB80-356873064F72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28" name="Oval 427">
                <a:extLst>
                  <a:ext uri="{FF2B5EF4-FFF2-40B4-BE49-F238E27FC236}">
                    <a16:creationId xmlns:a16="http://schemas.microsoft.com/office/drawing/2014/main" id="{8BE0A000-4590-8B25-E866-0F7288092980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0945DA47-1BAE-0CD3-50F3-965E9657C80E}"/>
                </a:ext>
              </a:extLst>
            </p:cNvPr>
            <p:cNvGrpSpPr/>
            <p:nvPr/>
          </p:nvGrpSpPr>
          <p:grpSpPr>
            <a:xfrm>
              <a:off x="5480158" y="2557336"/>
              <a:ext cx="147437" cy="113074"/>
              <a:chOff x="9309655" y="2557406"/>
              <a:chExt cx="433812" cy="332704"/>
            </a:xfrm>
            <a:solidFill>
              <a:schemeClr val="accent2"/>
            </a:solidFill>
          </p:grpSpPr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81444808-16B6-EF6A-B845-CA675BF5655F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10" name="Oval 409">
                <a:extLst>
                  <a:ext uri="{FF2B5EF4-FFF2-40B4-BE49-F238E27FC236}">
                    <a16:creationId xmlns:a16="http://schemas.microsoft.com/office/drawing/2014/main" id="{2C81CAFF-2DE8-F6A0-BEFE-749BA3DFEB0E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11" name="Oval 410">
                <a:extLst>
                  <a:ext uri="{FF2B5EF4-FFF2-40B4-BE49-F238E27FC236}">
                    <a16:creationId xmlns:a16="http://schemas.microsoft.com/office/drawing/2014/main" id="{B4977A85-6F6A-1A7E-25FF-20339E44AA32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12" name="Oval 411">
                <a:extLst>
                  <a:ext uri="{FF2B5EF4-FFF2-40B4-BE49-F238E27FC236}">
                    <a16:creationId xmlns:a16="http://schemas.microsoft.com/office/drawing/2014/main" id="{A5FF40C0-A46F-A27A-9422-48A5A1D3ADC4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02779417-62F2-9188-7D8B-12EE7B500603}"/>
                </a:ext>
              </a:extLst>
            </p:cNvPr>
            <p:cNvGrpSpPr/>
            <p:nvPr/>
          </p:nvGrpSpPr>
          <p:grpSpPr>
            <a:xfrm rot="8866267">
              <a:off x="4956464" y="2389776"/>
              <a:ext cx="229165" cy="115827"/>
              <a:chOff x="7702717" y="2138490"/>
              <a:chExt cx="674286" cy="340804"/>
            </a:xfrm>
            <a:solidFill>
              <a:schemeClr val="accent2"/>
            </a:solidFill>
          </p:grpSpPr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48A1E3E6-6E35-D1ED-D761-5A02D29A5206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03" name="Oval 402">
                <a:extLst>
                  <a:ext uri="{FF2B5EF4-FFF2-40B4-BE49-F238E27FC236}">
                    <a16:creationId xmlns:a16="http://schemas.microsoft.com/office/drawing/2014/main" id="{EFB0DF5B-BFBD-A122-0311-956A5EC8CF19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04" name="Oval 403">
                <a:extLst>
                  <a:ext uri="{FF2B5EF4-FFF2-40B4-BE49-F238E27FC236}">
                    <a16:creationId xmlns:a16="http://schemas.microsoft.com/office/drawing/2014/main" id="{77EB4D2B-3974-A5B2-EC0B-00C5E0D6B24A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05" name="Oval 404">
                <a:extLst>
                  <a:ext uri="{FF2B5EF4-FFF2-40B4-BE49-F238E27FC236}">
                    <a16:creationId xmlns:a16="http://schemas.microsoft.com/office/drawing/2014/main" id="{ABC659B6-E0EF-7F5A-3A09-71A489544C28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FA471995-0B4C-9706-83FD-F5D08DA2603B}"/>
                </a:ext>
              </a:extLst>
            </p:cNvPr>
            <p:cNvGrpSpPr/>
            <p:nvPr/>
          </p:nvGrpSpPr>
          <p:grpSpPr>
            <a:xfrm>
              <a:off x="5064748" y="2319197"/>
              <a:ext cx="147437" cy="113074"/>
              <a:chOff x="8292233" y="2422448"/>
              <a:chExt cx="433812" cy="332704"/>
            </a:xfrm>
            <a:solidFill>
              <a:schemeClr val="accent2"/>
            </a:solidFill>
          </p:grpSpPr>
          <p:sp>
            <p:nvSpPr>
              <p:cNvPr id="395" name="Oval 394">
                <a:extLst>
                  <a:ext uri="{FF2B5EF4-FFF2-40B4-BE49-F238E27FC236}">
                    <a16:creationId xmlns:a16="http://schemas.microsoft.com/office/drawing/2014/main" id="{288A1BD0-8707-A146-71C3-197863E17D61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96" name="Oval 395">
                <a:extLst>
                  <a:ext uri="{FF2B5EF4-FFF2-40B4-BE49-F238E27FC236}">
                    <a16:creationId xmlns:a16="http://schemas.microsoft.com/office/drawing/2014/main" id="{68DD9C42-1168-60DF-C92D-154BC146C7E7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97" name="Oval 396">
                <a:extLst>
                  <a:ext uri="{FF2B5EF4-FFF2-40B4-BE49-F238E27FC236}">
                    <a16:creationId xmlns:a16="http://schemas.microsoft.com/office/drawing/2014/main" id="{0DC0B058-B5E9-DC50-B1CA-20A2325EB118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B6BD6B6C-0062-3E07-9AEB-D327FFCB2A4A}"/>
                </a:ext>
              </a:extLst>
            </p:cNvPr>
            <p:cNvGrpSpPr/>
            <p:nvPr/>
          </p:nvGrpSpPr>
          <p:grpSpPr>
            <a:xfrm>
              <a:off x="5632951" y="2563967"/>
              <a:ext cx="147437" cy="113074"/>
              <a:chOff x="8905992" y="2175071"/>
              <a:chExt cx="433812" cy="332704"/>
            </a:xfrm>
            <a:solidFill>
              <a:schemeClr val="accent2"/>
            </a:solidFill>
          </p:grpSpPr>
          <p:sp>
            <p:nvSpPr>
              <p:cNvPr id="387" name="Oval 386">
                <a:extLst>
                  <a:ext uri="{FF2B5EF4-FFF2-40B4-BE49-F238E27FC236}">
                    <a16:creationId xmlns:a16="http://schemas.microsoft.com/office/drawing/2014/main" id="{869C9261-D9AC-A37C-1265-26C55A636E10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88" name="Oval 387">
                <a:extLst>
                  <a:ext uri="{FF2B5EF4-FFF2-40B4-BE49-F238E27FC236}">
                    <a16:creationId xmlns:a16="http://schemas.microsoft.com/office/drawing/2014/main" id="{AE28FB50-FBA8-0725-ADDF-2457B5DE8902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89" name="Oval 388">
                <a:extLst>
                  <a:ext uri="{FF2B5EF4-FFF2-40B4-BE49-F238E27FC236}">
                    <a16:creationId xmlns:a16="http://schemas.microsoft.com/office/drawing/2014/main" id="{9099BE4E-1A69-1C1B-F351-B534F15EBB36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90" name="Oval 389">
                <a:extLst>
                  <a:ext uri="{FF2B5EF4-FFF2-40B4-BE49-F238E27FC236}">
                    <a16:creationId xmlns:a16="http://schemas.microsoft.com/office/drawing/2014/main" id="{192436FF-EACF-75F7-FF9F-A06E16DE3B04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E77FA68B-235E-59E8-9355-F5B0F414BE6B}"/>
                </a:ext>
              </a:extLst>
            </p:cNvPr>
            <p:cNvGrpSpPr/>
            <p:nvPr/>
          </p:nvGrpSpPr>
          <p:grpSpPr>
            <a:xfrm>
              <a:off x="5111168" y="2620503"/>
              <a:ext cx="147437" cy="113074"/>
              <a:chOff x="8905992" y="2175071"/>
              <a:chExt cx="433812" cy="332704"/>
            </a:xfrm>
            <a:solidFill>
              <a:schemeClr val="accent2"/>
            </a:solidFill>
          </p:grpSpPr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A151B815-8518-3F19-9D87-573DBBB107E3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FEC8434A-1E41-9255-33F7-0A0076AA7FEF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9E0D5FD6-9370-C64A-E144-4EC930701AFE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86" name="Oval 385">
                <a:extLst>
                  <a:ext uri="{FF2B5EF4-FFF2-40B4-BE49-F238E27FC236}">
                    <a16:creationId xmlns:a16="http://schemas.microsoft.com/office/drawing/2014/main" id="{A3C5F27F-8CE7-B710-6C92-6F3F28E8E4F6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E7244945-8140-A16C-F26F-CC6338446246}"/>
                </a:ext>
              </a:extLst>
            </p:cNvPr>
            <p:cNvGrpSpPr/>
            <p:nvPr/>
          </p:nvGrpSpPr>
          <p:grpSpPr>
            <a:xfrm>
              <a:off x="5063846" y="2563967"/>
              <a:ext cx="185998" cy="113074"/>
              <a:chOff x="2616513" y="2273732"/>
              <a:chExt cx="547272" cy="332704"/>
            </a:xfrm>
            <a:solidFill>
              <a:schemeClr val="accent2"/>
            </a:solidFill>
          </p:grpSpPr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D6822CE-C415-EE12-2B03-2C0FE1287638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80" name="Oval 379">
                <a:extLst>
                  <a:ext uri="{FF2B5EF4-FFF2-40B4-BE49-F238E27FC236}">
                    <a16:creationId xmlns:a16="http://schemas.microsoft.com/office/drawing/2014/main" id="{73960755-72F5-6074-D202-70646099A0E5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81" name="Oval 380">
                <a:extLst>
                  <a:ext uri="{FF2B5EF4-FFF2-40B4-BE49-F238E27FC236}">
                    <a16:creationId xmlns:a16="http://schemas.microsoft.com/office/drawing/2014/main" id="{B29BB1E9-5A02-E6E5-B8FC-CA07E02DDFF6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9AD484D2-2B2C-DAFD-F207-61BE12C523C3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CB3AF615-9FA7-566D-5AE8-639AD35B5F50}"/>
                </a:ext>
              </a:extLst>
            </p:cNvPr>
            <p:cNvSpPr/>
            <p:nvPr/>
          </p:nvSpPr>
          <p:spPr>
            <a:xfrm>
              <a:off x="5504635" y="2638233"/>
              <a:ext cx="147437" cy="113074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DA4DC830-E521-FE73-ED57-7819BE6BDDC1}"/>
                </a:ext>
              </a:extLst>
            </p:cNvPr>
            <p:cNvSpPr/>
            <p:nvPr/>
          </p:nvSpPr>
          <p:spPr>
            <a:xfrm>
              <a:off x="5595321" y="2706048"/>
              <a:ext cx="24321" cy="2432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A8CA2D57-9FFE-058F-EDCE-AE76332A0E53}"/>
                </a:ext>
              </a:extLst>
            </p:cNvPr>
            <p:cNvSpPr/>
            <p:nvPr/>
          </p:nvSpPr>
          <p:spPr>
            <a:xfrm>
              <a:off x="5624773" y="2696189"/>
              <a:ext cx="15538" cy="155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C3913AD3-6C43-64D2-7800-0CB606405C6A}"/>
                </a:ext>
              </a:extLst>
            </p:cNvPr>
            <p:cNvGrpSpPr/>
            <p:nvPr/>
          </p:nvGrpSpPr>
          <p:grpSpPr>
            <a:xfrm>
              <a:off x="5681696" y="2475644"/>
              <a:ext cx="147437" cy="113074"/>
              <a:chOff x="8905992" y="2175071"/>
              <a:chExt cx="433812" cy="332704"/>
            </a:xfrm>
            <a:solidFill>
              <a:schemeClr val="accent2"/>
            </a:solidFill>
          </p:grpSpPr>
          <p:sp>
            <p:nvSpPr>
              <p:cNvPr id="363" name="Oval 362">
                <a:extLst>
                  <a:ext uri="{FF2B5EF4-FFF2-40B4-BE49-F238E27FC236}">
                    <a16:creationId xmlns:a16="http://schemas.microsoft.com/office/drawing/2014/main" id="{547B88EC-52DE-07AF-9B6A-EE57E74580C1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64" name="Oval 363">
                <a:extLst>
                  <a:ext uri="{FF2B5EF4-FFF2-40B4-BE49-F238E27FC236}">
                    <a16:creationId xmlns:a16="http://schemas.microsoft.com/office/drawing/2014/main" id="{90802998-3194-AC9B-687C-68C7FC5296E3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65" name="Oval 364">
                <a:extLst>
                  <a:ext uri="{FF2B5EF4-FFF2-40B4-BE49-F238E27FC236}">
                    <a16:creationId xmlns:a16="http://schemas.microsoft.com/office/drawing/2014/main" id="{E8B3D71C-4EF7-5725-2670-1006F4A09085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66" name="Oval 365">
                <a:extLst>
                  <a:ext uri="{FF2B5EF4-FFF2-40B4-BE49-F238E27FC236}">
                    <a16:creationId xmlns:a16="http://schemas.microsoft.com/office/drawing/2014/main" id="{18F630D3-6070-6EFD-6D46-A95A1D544A7F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908F8858-F0B3-678A-6588-1FB57B3F0652}"/>
                </a:ext>
              </a:extLst>
            </p:cNvPr>
            <p:cNvGrpSpPr/>
            <p:nvPr/>
          </p:nvGrpSpPr>
          <p:grpSpPr>
            <a:xfrm>
              <a:off x="5641054" y="2592830"/>
              <a:ext cx="163375" cy="114008"/>
              <a:chOff x="8786411" y="2519876"/>
              <a:chExt cx="480707" cy="335455"/>
            </a:xfrm>
            <a:solidFill>
              <a:schemeClr val="accent2"/>
            </a:solidFill>
          </p:grpSpPr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B32CD6D7-ECEA-6D38-E9A5-AE2874EFCB9E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57" name="Oval 356">
                <a:extLst>
                  <a:ext uri="{FF2B5EF4-FFF2-40B4-BE49-F238E27FC236}">
                    <a16:creationId xmlns:a16="http://schemas.microsoft.com/office/drawing/2014/main" id="{0545A577-F773-2D7F-1C88-B6FB9CD25C6A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58" name="Oval 357">
                <a:extLst>
                  <a:ext uri="{FF2B5EF4-FFF2-40B4-BE49-F238E27FC236}">
                    <a16:creationId xmlns:a16="http://schemas.microsoft.com/office/drawing/2014/main" id="{B5B93BC5-C2D9-545F-0B2E-40BEE7F82FE2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73636835-D61F-2E4F-85C9-4BEF76FC6CED}"/>
                </a:ext>
              </a:extLst>
            </p:cNvPr>
            <p:cNvGrpSpPr/>
            <p:nvPr/>
          </p:nvGrpSpPr>
          <p:grpSpPr>
            <a:xfrm>
              <a:off x="5171071" y="2709191"/>
              <a:ext cx="147437" cy="113074"/>
              <a:chOff x="7839715" y="2553300"/>
              <a:chExt cx="433812" cy="332704"/>
            </a:xfrm>
            <a:solidFill>
              <a:schemeClr val="accent2"/>
            </a:solidFill>
          </p:grpSpPr>
          <p:sp>
            <p:nvSpPr>
              <p:cNvPr id="352" name="Oval 351">
                <a:extLst>
                  <a:ext uri="{FF2B5EF4-FFF2-40B4-BE49-F238E27FC236}">
                    <a16:creationId xmlns:a16="http://schemas.microsoft.com/office/drawing/2014/main" id="{7549DC98-3FC5-0527-15AF-53F06BEAB245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53" name="Oval 352">
                <a:extLst>
                  <a:ext uri="{FF2B5EF4-FFF2-40B4-BE49-F238E27FC236}">
                    <a16:creationId xmlns:a16="http://schemas.microsoft.com/office/drawing/2014/main" id="{51AC7019-2A6A-900C-1AAD-E4550F9D2877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54" name="Oval 353">
                <a:extLst>
                  <a:ext uri="{FF2B5EF4-FFF2-40B4-BE49-F238E27FC236}">
                    <a16:creationId xmlns:a16="http://schemas.microsoft.com/office/drawing/2014/main" id="{2ABA674F-78A0-9D0B-EAE9-3207F6F8DB13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55" name="Oval 354">
                <a:extLst>
                  <a:ext uri="{FF2B5EF4-FFF2-40B4-BE49-F238E27FC236}">
                    <a16:creationId xmlns:a16="http://schemas.microsoft.com/office/drawing/2014/main" id="{2480E981-16D5-B320-9A74-44FF25E16908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89" name="Group 288">
              <a:extLst>
                <a:ext uri="{FF2B5EF4-FFF2-40B4-BE49-F238E27FC236}">
                  <a16:creationId xmlns:a16="http://schemas.microsoft.com/office/drawing/2014/main" id="{00A7D8B9-1DCD-144C-46FB-F787A9FF0129}"/>
                </a:ext>
              </a:extLst>
            </p:cNvPr>
            <p:cNvGrpSpPr/>
            <p:nvPr/>
          </p:nvGrpSpPr>
          <p:grpSpPr>
            <a:xfrm>
              <a:off x="5324866" y="2664719"/>
              <a:ext cx="147437" cy="113074"/>
              <a:chOff x="8292233" y="2422448"/>
              <a:chExt cx="433812" cy="332704"/>
            </a:xfrm>
            <a:solidFill>
              <a:schemeClr val="accent2"/>
            </a:solidFill>
          </p:grpSpPr>
          <p:sp>
            <p:nvSpPr>
              <p:cNvPr id="349" name="Oval 348">
                <a:extLst>
                  <a:ext uri="{FF2B5EF4-FFF2-40B4-BE49-F238E27FC236}">
                    <a16:creationId xmlns:a16="http://schemas.microsoft.com/office/drawing/2014/main" id="{B2EF0EAD-223D-5B66-E3D2-F8F63BF82EFB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50" name="Oval 349">
                <a:extLst>
                  <a:ext uri="{FF2B5EF4-FFF2-40B4-BE49-F238E27FC236}">
                    <a16:creationId xmlns:a16="http://schemas.microsoft.com/office/drawing/2014/main" id="{366408F7-788B-0E6C-FE99-9EEA554E141D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51" name="Oval 350">
                <a:extLst>
                  <a:ext uri="{FF2B5EF4-FFF2-40B4-BE49-F238E27FC236}">
                    <a16:creationId xmlns:a16="http://schemas.microsoft.com/office/drawing/2014/main" id="{589469A9-9C16-F55E-7CCF-98B19EB41FC2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FBEDA31D-2B55-87B4-8A59-5283716009F3}"/>
                </a:ext>
              </a:extLst>
            </p:cNvPr>
            <p:cNvGrpSpPr/>
            <p:nvPr/>
          </p:nvGrpSpPr>
          <p:grpSpPr>
            <a:xfrm>
              <a:off x="4961168" y="2694770"/>
              <a:ext cx="147437" cy="113074"/>
              <a:chOff x="7576832" y="2355919"/>
              <a:chExt cx="433812" cy="332704"/>
            </a:xfrm>
            <a:solidFill>
              <a:schemeClr val="accent2"/>
            </a:solidFill>
          </p:grpSpPr>
          <p:sp>
            <p:nvSpPr>
              <p:cNvPr id="344" name="Oval 343">
                <a:extLst>
                  <a:ext uri="{FF2B5EF4-FFF2-40B4-BE49-F238E27FC236}">
                    <a16:creationId xmlns:a16="http://schemas.microsoft.com/office/drawing/2014/main" id="{BFE78802-DAEB-E8A7-C851-7619B0EEE228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45" name="Oval 344">
                <a:extLst>
                  <a:ext uri="{FF2B5EF4-FFF2-40B4-BE49-F238E27FC236}">
                    <a16:creationId xmlns:a16="http://schemas.microsoft.com/office/drawing/2014/main" id="{3C47FF22-D079-D2EC-2461-883C59CEFFF3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46" name="Oval 345">
                <a:extLst>
                  <a:ext uri="{FF2B5EF4-FFF2-40B4-BE49-F238E27FC236}">
                    <a16:creationId xmlns:a16="http://schemas.microsoft.com/office/drawing/2014/main" id="{8EFDCC67-B2A3-2244-89EE-84CDD03E8E03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D4103936-991B-8E43-A588-D33B7AB0BD66}"/>
                </a:ext>
              </a:extLst>
            </p:cNvPr>
            <p:cNvGrpSpPr/>
            <p:nvPr/>
          </p:nvGrpSpPr>
          <p:grpSpPr>
            <a:xfrm>
              <a:off x="5533460" y="2580644"/>
              <a:ext cx="147437" cy="113074"/>
              <a:chOff x="8905992" y="2175071"/>
              <a:chExt cx="433812" cy="332704"/>
            </a:xfrm>
            <a:solidFill>
              <a:schemeClr val="accent2"/>
            </a:solidFill>
          </p:grpSpPr>
          <p:sp>
            <p:nvSpPr>
              <p:cNvPr id="340" name="Oval 339">
                <a:extLst>
                  <a:ext uri="{FF2B5EF4-FFF2-40B4-BE49-F238E27FC236}">
                    <a16:creationId xmlns:a16="http://schemas.microsoft.com/office/drawing/2014/main" id="{0DDE1D87-EFC3-FD9C-1A6F-3A2D50033A49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41" name="Oval 340">
                <a:extLst>
                  <a:ext uri="{FF2B5EF4-FFF2-40B4-BE49-F238E27FC236}">
                    <a16:creationId xmlns:a16="http://schemas.microsoft.com/office/drawing/2014/main" id="{B333545C-FA7F-F734-E912-16DE2CDF53E6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4EA8BC82-D7D2-8BDC-032B-AA8EF2E3E299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43" name="Oval 342">
                <a:extLst>
                  <a:ext uri="{FF2B5EF4-FFF2-40B4-BE49-F238E27FC236}">
                    <a16:creationId xmlns:a16="http://schemas.microsoft.com/office/drawing/2014/main" id="{09615280-FA03-D8B5-A8D1-F8A961EB113B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FAA22320-3CAD-EB36-7A71-C539FB7431E3}"/>
                </a:ext>
              </a:extLst>
            </p:cNvPr>
            <p:cNvGrpSpPr/>
            <p:nvPr/>
          </p:nvGrpSpPr>
          <p:grpSpPr>
            <a:xfrm rot="9713598">
              <a:off x="5467072" y="2726521"/>
              <a:ext cx="163375" cy="114008"/>
              <a:chOff x="8786411" y="2519876"/>
              <a:chExt cx="480707" cy="335455"/>
            </a:xfrm>
            <a:solidFill>
              <a:schemeClr val="accent2"/>
            </a:solidFill>
          </p:grpSpPr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18884539-9948-B0C4-6611-0C414982939C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CBCDEB19-B6DE-60A1-E390-7E7A97D2C44A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35" name="Oval 334">
                <a:extLst>
                  <a:ext uri="{FF2B5EF4-FFF2-40B4-BE49-F238E27FC236}">
                    <a16:creationId xmlns:a16="http://schemas.microsoft.com/office/drawing/2014/main" id="{8950DDB5-0E3A-924D-E752-345170F8D4A9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6C24EF70-F2B4-3992-CE59-666CB53A4346}"/>
                </a:ext>
              </a:extLst>
            </p:cNvPr>
            <p:cNvGrpSpPr/>
            <p:nvPr/>
          </p:nvGrpSpPr>
          <p:grpSpPr>
            <a:xfrm>
              <a:off x="5250652" y="2766673"/>
              <a:ext cx="147437" cy="113074"/>
              <a:chOff x="8905992" y="2175071"/>
              <a:chExt cx="433812" cy="332704"/>
            </a:xfrm>
            <a:solidFill>
              <a:schemeClr val="accent2"/>
            </a:solidFill>
          </p:grpSpPr>
          <p:sp>
            <p:nvSpPr>
              <p:cNvPr id="310" name="Oval 309">
                <a:extLst>
                  <a:ext uri="{FF2B5EF4-FFF2-40B4-BE49-F238E27FC236}">
                    <a16:creationId xmlns:a16="http://schemas.microsoft.com/office/drawing/2014/main" id="{EFCEE7A3-1F1A-536A-917E-29D03705DC28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11" name="Oval 310">
                <a:extLst>
                  <a:ext uri="{FF2B5EF4-FFF2-40B4-BE49-F238E27FC236}">
                    <a16:creationId xmlns:a16="http://schemas.microsoft.com/office/drawing/2014/main" id="{AD0EB229-24C1-6FD7-FD19-C9B4A1AB637F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12" name="Oval 311">
                <a:extLst>
                  <a:ext uri="{FF2B5EF4-FFF2-40B4-BE49-F238E27FC236}">
                    <a16:creationId xmlns:a16="http://schemas.microsoft.com/office/drawing/2014/main" id="{789BC88E-9E17-545E-DD4F-D66B1FFC19D0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7129E278-D6BC-3416-7A55-FFA79C982D64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E8CD9BB6-5836-4833-9585-D9E5E93E4C92}"/>
                </a:ext>
              </a:extLst>
            </p:cNvPr>
            <p:cNvGrpSpPr/>
            <p:nvPr/>
          </p:nvGrpSpPr>
          <p:grpSpPr>
            <a:xfrm>
              <a:off x="5203330" y="2710137"/>
              <a:ext cx="185998" cy="113074"/>
              <a:chOff x="2616513" y="2273732"/>
              <a:chExt cx="547272" cy="332704"/>
            </a:xfrm>
            <a:solidFill>
              <a:schemeClr val="accent2"/>
            </a:solidFill>
          </p:grpSpPr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E16F6825-1414-E31B-3333-9D26B8FC3E1A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3A294CCD-3BB9-EFB9-EE54-45A2328D8424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08" name="Oval 307">
                <a:extLst>
                  <a:ext uri="{FF2B5EF4-FFF2-40B4-BE49-F238E27FC236}">
                    <a16:creationId xmlns:a16="http://schemas.microsoft.com/office/drawing/2014/main" id="{0D11A470-634E-A4DD-A92D-0CC94C346E6D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09" name="Oval 308">
                <a:extLst>
                  <a:ext uri="{FF2B5EF4-FFF2-40B4-BE49-F238E27FC236}">
                    <a16:creationId xmlns:a16="http://schemas.microsoft.com/office/drawing/2014/main" id="{7EA4F5A4-8F67-380A-A318-D7C81FC38F18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id="{DE177048-59AB-90A5-2EF6-C87676765296}"/>
                </a:ext>
              </a:extLst>
            </p:cNvPr>
            <p:cNvCxnSpPr>
              <a:cxnSpLocks/>
            </p:cNvCxnSpPr>
            <p:nvPr/>
          </p:nvCxnSpPr>
          <p:spPr>
            <a:xfrm>
              <a:off x="4399222" y="2507419"/>
              <a:ext cx="447770" cy="0"/>
            </a:xfrm>
            <a:prstGeom prst="straightConnector1">
              <a:avLst/>
            </a:prstGeom>
            <a:solidFill>
              <a:schemeClr val="accent2"/>
            </a:solidFill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71" name="TextBox 1370">
              <a:extLst>
                <a:ext uri="{FF2B5EF4-FFF2-40B4-BE49-F238E27FC236}">
                  <a16:creationId xmlns:a16="http://schemas.microsoft.com/office/drawing/2014/main" id="{78F255D8-F4C0-4E9B-2B5E-9BA7D69CB5D7}"/>
                </a:ext>
              </a:extLst>
            </p:cNvPr>
            <p:cNvSpPr txBox="1"/>
            <p:nvPr/>
          </p:nvSpPr>
          <p:spPr>
            <a:xfrm>
              <a:off x="4195583" y="2476894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noProof="0" dirty="0">
                  <a:solidFill>
                    <a:schemeClr val="accent2"/>
                  </a:solidFill>
                </a:rPr>
                <a:t>cond2</a:t>
              </a:r>
            </a:p>
          </p:txBody>
        </p:sp>
      </p:grpSp>
      <p:grpSp>
        <p:nvGrpSpPr>
          <p:cNvPr id="1404" name="Group 1403">
            <a:extLst>
              <a:ext uri="{FF2B5EF4-FFF2-40B4-BE49-F238E27FC236}">
                <a16:creationId xmlns:a16="http://schemas.microsoft.com/office/drawing/2014/main" id="{E3C6C03C-FBA2-234C-AC70-D683685E9DDB}"/>
              </a:ext>
            </a:extLst>
          </p:cNvPr>
          <p:cNvGrpSpPr/>
          <p:nvPr/>
        </p:nvGrpSpPr>
        <p:grpSpPr>
          <a:xfrm>
            <a:off x="6313697" y="1576035"/>
            <a:ext cx="1890973" cy="633330"/>
            <a:chOff x="6313697" y="1642710"/>
            <a:chExt cx="1890973" cy="633330"/>
          </a:xfrm>
        </p:grpSpPr>
        <p:grpSp>
          <p:nvGrpSpPr>
            <p:cNvPr id="1150" name="Group 1149">
              <a:extLst>
                <a:ext uri="{FF2B5EF4-FFF2-40B4-BE49-F238E27FC236}">
                  <a16:creationId xmlns:a16="http://schemas.microsoft.com/office/drawing/2014/main" id="{D80F314C-B995-B978-FB6E-BF8EF3877029}"/>
                </a:ext>
              </a:extLst>
            </p:cNvPr>
            <p:cNvGrpSpPr/>
            <p:nvPr/>
          </p:nvGrpSpPr>
          <p:grpSpPr>
            <a:xfrm>
              <a:off x="7675665" y="1642710"/>
              <a:ext cx="229165" cy="115827"/>
              <a:chOff x="7702717" y="2138490"/>
              <a:chExt cx="674286" cy="340804"/>
            </a:xfrm>
            <a:solidFill>
              <a:srgbClr val="FFC000"/>
            </a:solidFill>
          </p:grpSpPr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D67F7B40-E6DD-8647-2013-C15B2E7E407E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67" name="Oval 1366">
                <a:extLst>
                  <a:ext uri="{FF2B5EF4-FFF2-40B4-BE49-F238E27FC236}">
                    <a16:creationId xmlns:a16="http://schemas.microsoft.com/office/drawing/2014/main" id="{32A2BD78-E9C8-76A5-1952-08C262720E03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68" name="Oval 1367">
                <a:extLst>
                  <a:ext uri="{FF2B5EF4-FFF2-40B4-BE49-F238E27FC236}">
                    <a16:creationId xmlns:a16="http://schemas.microsoft.com/office/drawing/2014/main" id="{3E3194D1-E244-8A68-AE9C-D6F08B2D4350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69" name="Oval 1368">
                <a:extLst>
                  <a:ext uri="{FF2B5EF4-FFF2-40B4-BE49-F238E27FC236}">
                    <a16:creationId xmlns:a16="http://schemas.microsoft.com/office/drawing/2014/main" id="{448E43F7-D34E-D27C-7C26-B486C78B80CA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51" name="Group 1150">
              <a:extLst>
                <a:ext uri="{FF2B5EF4-FFF2-40B4-BE49-F238E27FC236}">
                  <a16:creationId xmlns:a16="http://schemas.microsoft.com/office/drawing/2014/main" id="{37F38FAB-D1D7-0E53-1987-EDFB1B273DEF}"/>
                </a:ext>
              </a:extLst>
            </p:cNvPr>
            <p:cNvGrpSpPr/>
            <p:nvPr/>
          </p:nvGrpSpPr>
          <p:grpSpPr>
            <a:xfrm>
              <a:off x="7518420" y="1849483"/>
              <a:ext cx="147437" cy="113074"/>
              <a:chOff x="7839715" y="2553300"/>
              <a:chExt cx="433812" cy="332704"/>
            </a:xfrm>
            <a:solidFill>
              <a:srgbClr val="FFC000"/>
            </a:solidFill>
          </p:grpSpPr>
          <p:sp>
            <p:nvSpPr>
              <p:cNvPr id="1362" name="Oval 1361">
                <a:extLst>
                  <a:ext uri="{FF2B5EF4-FFF2-40B4-BE49-F238E27FC236}">
                    <a16:creationId xmlns:a16="http://schemas.microsoft.com/office/drawing/2014/main" id="{97409B89-DC6E-BB12-E939-5F383429E151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63" name="Oval 1362">
                <a:extLst>
                  <a:ext uri="{FF2B5EF4-FFF2-40B4-BE49-F238E27FC236}">
                    <a16:creationId xmlns:a16="http://schemas.microsoft.com/office/drawing/2014/main" id="{78E5F007-1383-F20F-7A19-D177C33464FE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64" name="Oval 1363">
                <a:extLst>
                  <a:ext uri="{FF2B5EF4-FFF2-40B4-BE49-F238E27FC236}">
                    <a16:creationId xmlns:a16="http://schemas.microsoft.com/office/drawing/2014/main" id="{A0D934F1-6778-CAA3-7680-8F4D92ECE16E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65" name="Oval 1364">
                <a:extLst>
                  <a:ext uri="{FF2B5EF4-FFF2-40B4-BE49-F238E27FC236}">
                    <a16:creationId xmlns:a16="http://schemas.microsoft.com/office/drawing/2014/main" id="{5520D584-381F-4D23-0FD6-DB3EB703ED42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52" name="Group 1151">
              <a:extLst>
                <a:ext uri="{FF2B5EF4-FFF2-40B4-BE49-F238E27FC236}">
                  <a16:creationId xmlns:a16="http://schemas.microsoft.com/office/drawing/2014/main" id="{1B2FF334-7F60-CC33-DE31-7AB1938E319B}"/>
                </a:ext>
              </a:extLst>
            </p:cNvPr>
            <p:cNvGrpSpPr/>
            <p:nvPr/>
          </p:nvGrpSpPr>
          <p:grpSpPr>
            <a:xfrm>
              <a:off x="7672214" y="1805011"/>
              <a:ext cx="147437" cy="113074"/>
              <a:chOff x="8292233" y="2422448"/>
              <a:chExt cx="433812" cy="332704"/>
            </a:xfrm>
            <a:solidFill>
              <a:srgbClr val="FFC000"/>
            </a:solidFill>
          </p:grpSpPr>
          <p:sp>
            <p:nvSpPr>
              <p:cNvPr id="1359" name="Oval 1358">
                <a:extLst>
                  <a:ext uri="{FF2B5EF4-FFF2-40B4-BE49-F238E27FC236}">
                    <a16:creationId xmlns:a16="http://schemas.microsoft.com/office/drawing/2014/main" id="{8291EF7A-D31C-4BB9-8C74-961034F5D235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60" name="Oval 1359">
                <a:extLst>
                  <a:ext uri="{FF2B5EF4-FFF2-40B4-BE49-F238E27FC236}">
                    <a16:creationId xmlns:a16="http://schemas.microsoft.com/office/drawing/2014/main" id="{0090CD06-1872-A96C-6E3F-E37319E93371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61" name="Oval 1360">
                <a:extLst>
                  <a:ext uri="{FF2B5EF4-FFF2-40B4-BE49-F238E27FC236}">
                    <a16:creationId xmlns:a16="http://schemas.microsoft.com/office/drawing/2014/main" id="{AB6220B1-1822-8DAF-520C-BD9443D753C5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1153" name="Oval 1152">
              <a:extLst>
                <a:ext uri="{FF2B5EF4-FFF2-40B4-BE49-F238E27FC236}">
                  <a16:creationId xmlns:a16="http://schemas.microsoft.com/office/drawing/2014/main" id="{01310BA1-6AB0-0227-9A52-140CFD25938E}"/>
                </a:ext>
              </a:extLst>
            </p:cNvPr>
            <p:cNvSpPr/>
            <p:nvPr/>
          </p:nvSpPr>
          <p:spPr>
            <a:xfrm>
              <a:off x="7703747" y="1883524"/>
              <a:ext cx="147437" cy="113074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4" name="Oval 1153">
              <a:extLst>
                <a:ext uri="{FF2B5EF4-FFF2-40B4-BE49-F238E27FC236}">
                  <a16:creationId xmlns:a16="http://schemas.microsoft.com/office/drawing/2014/main" id="{CBD69076-3A68-DA8B-B72D-E535F01C8DBC}"/>
                </a:ext>
              </a:extLst>
            </p:cNvPr>
            <p:cNvSpPr/>
            <p:nvPr/>
          </p:nvSpPr>
          <p:spPr>
            <a:xfrm>
              <a:off x="7794434" y="1951341"/>
              <a:ext cx="24321" cy="24321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6" name="Oval 1155">
              <a:extLst>
                <a:ext uri="{FF2B5EF4-FFF2-40B4-BE49-F238E27FC236}">
                  <a16:creationId xmlns:a16="http://schemas.microsoft.com/office/drawing/2014/main" id="{E362C598-EA61-A047-B0E4-51026AE810B0}"/>
                </a:ext>
              </a:extLst>
            </p:cNvPr>
            <p:cNvSpPr/>
            <p:nvPr/>
          </p:nvSpPr>
          <p:spPr>
            <a:xfrm>
              <a:off x="7823886" y="1941480"/>
              <a:ext cx="15538" cy="15538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1157" name="Group 1156">
              <a:extLst>
                <a:ext uri="{FF2B5EF4-FFF2-40B4-BE49-F238E27FC236}">
                  <a16:creationId xmlns:a16="http://schemas.microsoft.com/office/drawing/2014/main" id="{64E857B9-5F8C-4C9A-AF80-237F0DD80B22}"/>
                </a:ext>
              </a:extLst>
            </p:cNvPr>
            <p:cNvGrpSpPr/>
            <p:nvPr/>
          </p:nvGrpSpPr>
          <p:grpSpPr>
            <a:xfrm>
              <a:off x="7725986" y="1736651"/>
              <a:ext cx="147437" cy="113074"/>
              <a:chOff x="8450452" y="2221310"/>
              <a:chExt cx="433812" cy="332704"/>
            </a:xfrm>
            <a:solidFill>
              <a:srgbClr val="FFC000"/>
            </a:solidFill>
          </p:grpSpPr>
          <p:sp>
            <p:nvSpPr>
              <p:cNvPr id="1353" name="Oval 1352">
                <a:extLst>
                  <a:ext uri="{FF2B5EF4-FFF2-40B4-BE49-F238E27FC236}">
                    <a16:creationId xmlns:a16="http://schemas.microsoft.com/office/drawing/2014/main" id="{4E6C2EC3-5762-2DB4-CBAC-D2675572E8A6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54" name="Oval 1353">
                <a:extLst>
                  <a:ext uri="{FF2B5EF4-FFF2-40B4-BE49-F238E27FC236}">
                    <a16:creationId xmlns:a16="http://schemas.microsoft.com/office/drawing/2014/main" id="{D7FFE0FA-B9D8-C547-F8A0-E0F7B193E10B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58" name="Group 1157">
              <a:extLst>
                <a:ext uri="{FF2B5EF4-FFF2-40B4-BE49-F238E27FC236}">
                  <a16:creationId xmlns:a16="http://schemas.microsoft.com/office/drawing/2014/main" id="{C6D5FD38-0D12-74B2-929A-870DEF008CFC}"/>
                </a:ext>
              </a:extLst>
            </p:cNvPr>
            <p:cNvGrpSpPr/>
            <p:nvPr/>
          </p:nvGrpSpPr>
          <p:grpSpPr>
            <a:xfrm>
              <a:off x="7429076" y="1782400"/>
              <a:ext cx="147437" cy="113074"/>
              <a:chOff x="7576832" y="2355919"/>
              <a:chExt cx="433812" cy="332704"/>
            </a:xfrm>
            <a:solidFill>
              <a:srgbClr val="FFC000"/>
            </a:solidFill>
          </p:grpSpPr>
          <p:sp>
            <p:nvSpPr>
              <p:cNvPr id="1350" name="Oval 1349">
                <a:extLst>
                  <a:ext uri="{FF2B5EF4-FFF2-40B4-BE49-F238E27FC236}">
                    <a16:creationId xmlns:a16="http://schemas.microsoft.com/office/drawing/2014/main" id="{062FB2E9-A777-EE4E-7E7B-129B956974B9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51" name="Oval 1350">
                <a:extLst>
                  <a:ext uri="{FF2B5EF4-FFF2-40B4-BE49-F238E27FC236}">
                    <a16:creationId xmlns:a16="http://schemas.microsoft.com/office/drawing/2014/main" id="{6F5D451E-CFAA-52EE-83AF-50385C2B71BD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52" name="Oval 1351">
                <a:extLst>
                  <a:ext uri="{FF2B5EF4-FFF2-40B4-BE49-F238E27FC236}">
                    <a16:creationId xmlns:a16="http://schemas.microsoft.com/office/drawing/2014/main" id="{C8084527-0D4D-E5B4-FD49-2F08DCCEDF69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59" name="Group 1158">
              <a:extLst>
                <a:ext uri="{FF2B5EF4-FFF2-40B4-BE49-F238E27FC236}">
                  <a16:creationId xmlns:a16="http://schemas.microsoft.com/office/drawing/2014/main" id="{087F3113-81A1-B128-C64F-6C0D5BA97736}"/>
                </a:ext>
              </a:extLst>
            </p:cNvPr>
            <p:cNvGrpSpPr/>
            <p:nvPr/>
          </p:nvGrpSpPr>
          <p:grpSpPr>
            <a:xfrm>
              <a:off x="7880809" y="1720936"/>
              <a:ext cx="147437" cy="113074"/>
              <a:chOff x="8905992" y="2175071"/>
              <a:chExt cx="433812" cy="332704"/>
            </a:xfrm>
            <a:solidFill>
              <a:srgbClr val="FFC000"/>
            </a:solidFill>
          </p:grpSpPr>
          <p:sp>
            <p:nvSpPr>
              <p:cNvPr id="1346" name="Oval 1345">
                <a:extLst>
                  <a:ext uri="{FF2B5EF4-FFF2-40B4-BE49-F238E27FC236}">
                    <a16:creationId xmlns:a16="http://schemas.microsoft.com/office/drawing/2014/main" id="{F6B1616E-2C98-8EC0-D29C-A5BC08405FF6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47" name="Oval 1346">
                <a:extLst>
                  <a:ext uri="{FF2B5EF4-FFF2-40B4-BE49-F238E27FC236}">
                    <a16:creationId xmlns:a16="http://schemas.microsoft.com/office/drawing/2014/main" id="{6BAE5FAC-38DA-B669-5D9A-555E6D276B11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48" name="Oval 1347">
                <a:extLst>
                  <a:ext uri="{FF2B5EF4-FFF2-40B4-BE49-F238E27FC236}">
                    <a16:creationId xmlns:a16="http://schemas.microsoft.com/office/drawing/2014/main" id="{60E53C5F-D6EA-E62B-B9D8-904E96D36C2A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49" name="Oval 1348">
                <a:extLst>
                  <a:ext uri="{FF2B5EF4-FFF2-40B4-BE49-F238E27FC236}">
                    <a16:creationId xmlns:a16="http://schemas.microsoft.com/office/drawing/2014/main" id="{622F10DD-FDEA-8F1E-C553-0EFD0647DB41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60" name="Group 1159">
              <a:extLst>
                <a:ext uri="{FF2B5EF4-FFF2-40B4-BE49-F238E27FC236}">
                  <a16:creationId xmlns:a16="http://schemas.microsoft.com/office/drawing/2014/main" id="{2391245C-89C4-44D3-BC92-8A3503B58DA2}"/>
                </a:ext>
              </a:extLst>
            </p:cNvPr>
            <p:cNvGrpSpPr/>
            <p:nvPr/>
          </p:nvGrpSpPr>
          <p:grpSpPr>
            <a:xfrm>
              <a:off x="7966992" y="1843798"/>
              <a:ext cx="147437" cy="113074"/>
              <a:chOff x="9309655" y="2557406"/>
              <a:chExt cx="433812" cy="332704"/>
            </a:xfrm>
            <a:solidFill>
              <a:srgbClr val="FFC000"/>
            </a:solidFill>
          </p:grpSpPr>
          <p:sp>
            <p:nvSpPr>
              <p:cNvPr id="1342" name="Oval 1341">
                <a:extLst>
                  <a:ext uri="{FF2B5EF4-FFF2-40B4-BE49-F238E27FC236}">
                    <a16:creationId xmlns:a16="http://schemas.microsoft.com/office/drawing/2014/main" id="{327D3B02-64D8-0988-4C14-A6F661E4B297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43" name="Oval 1342">
                <a:extLst>
                  <a:ext uri="{FF2B5EF4-FFF2-40B4-BE49-F238E27FC236}">
                    <a16:creationId xmlns:a16="http://schemas.microsoft.com/office/drawing/2014/main" id="{68584F00-8EE3-8427-07F1-4D34C275FCFD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44" name="Oval 1343">
                <a:extLst>
                  <a:ext uri="{FF2B5EF4-FFF2-40B4-BE49-F238E27FC236}">
                    <a16:creationId xmlns:a16="http://schemas.microsoft.com/office/drawing/2014/main" id="{909A41DA-8956-583B-EC78-653ACCD9FE0A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45" name="Oval 1344">
                <a:extLst>
                  <a:ext uri="{FF2B5EF4-FFF2-40B4-BE49-F238E27FC236}">
                    <a16:creationId xmlns:a16="http://schemas.microsoft.com/office/drawing/2014/main" id="{59EC6672-1291-F9DD-40DF-831B5F08A790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61" name="Group 1160">
              <a:extLst>
                <a:ext uri="{FF2B5EF4-FFF2-40B4-BE49-F238E27FC236}">
                  <a16:creationId xmlns:a16="http://schemas.microsoft.com/office/drawing/2014/main" id="{AC8AA214-5174-F2B3-EC8A-3CE6459C9179}"/>
                </a:ext>
              </a:extLst>
            </p:cNvPr>
            <p:cNvGrpSpPr/>
            <p:nvPr/>
          </p:nvGrpSpPr>
          <p:grpSpPr>
            <a:xfrm>
              <a:off x="7840166" y="1838123"/>
              <a:ext cx="163375" cy="114008"/>
              <a:chOff x="8786411" y="2519876"/>
              <a:chExt cx="480707" cy="335455"/>
            </a:xfrm>
            <a:solidFill>
              <a:srgbClr val="FFC000"/>
            </a:solidFill>
          </p:grpSpPr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321F5204-A641-6B0C-7996-3FB4A7C69E3B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40" name="Oval 1339">
                <a:extLst>
                  <a:ext uri="{FF2B5EF4-FFF2-40B4-BE49-F238E27FC236}">
                    <a16:creationId xmlns:a16="http://schemas.microsoft.com/office/drawing/2014/main" id="{321EF9C2-81B9-7448-D297-26EF5BE55381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41" name="Oval 1340">
                <a:extLst>
                  <a:ext uri="{FF2B5EF4-FFF2-40B4-BE49-F238E27FC236}">
                    <a16:creationId xmlns:a16="http://schemas.microsoft.com/office/drawing/2014/main" id="{4F451A56-BC78-C9BB-6998-85D6C604EE91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62" name="Group 1161">
              <a:extLst>
                <a:ext uri="{FF2B5EF4-FFF2-40B4-BE49-F238E27FC236}">
                  <a16:creationId xmlns:a16="http://schemas.microsoft.com/office/drawing/2014/main" id="{4C763B15-FCC4-30A1-2A42-6A643880E6B6}"/>
                </a:ext>
              </a:extLst>
            </p:cNvPr>
            <p:cNvGrpSpPr/>
            <p:nvPr/>
          </p:nvGrpSpPr>
          <p:grpSpPr>
            <a:xfrm rot="13449155">
              <a:off x="7471859" y="1708503"/>
              <a:ext cx="229165" cy="115827"/>
              <a:chOff x="7702717" y="2138490"/>
              <a:chExt cx="674286" cy="340804"/>
            </a:xfrm>
            <a:solidFill>
              <a:srgbClr val="FFC000"/>
            </a:solidFill>
          </p:grpSpPr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EABB82D8-7A8E-0731-D62E-5230F510F29F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36" name="Oval 1335">
                <a:extLst>
                  <a:ext uri="{FF2B5EF4-FFF2-40B4-BE49-F238E27FC236}">
                    <a16:creationId xmlns:a16="http://schemas.microsoft.com/office/drawing/2014/main" id="{9A594E50-E30B-3D40-BF3E-4DBA9E4D8207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37" name="Oval 1336">
                <a:extLst>
                  <a:ext uri="{FF2B5EF4-FFF2-40B4-BE49-F238E27FC236}">
                    <a16:creationId xmlns:a16="http://schemas.microsoft.com/office/drawing/2014/main" id="{3512B8C3-D2EC-0DA5-DEF2-B02300415794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38" name="Oval 1337">
                <a:extLst>
                  <a:ext uri="{FF2B5EF4-FFF2-40B4-BE49-F238E27FC236}">
                    <a16:creationId xmlns:a16="http://schemas.microsoft.com/office/drawing/2014/main" id="{1A0FCC12-5C64-21D8-4DC4-33DA42F68E18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0C82D419-1224-01DF-B689-FF4DC8110B30}"/>
                </a:ext>
              </a:extLst>
            </p:cNvPr>
            <p:cNvGrpSpPr/>
            <p:nvPr/>
          </p:nvGrpSpPr>
          <p:grpSpPr>
            <a:xfrm>
              <a:off x="6313697" y="1922063"/>
              <a:ext cx="147437" cy="113074"/>
              <a:chOff x="8292233" y="2422448"/>
              <a:chExt cx="433812" cy="332704"/>
            </a:xfrm>
            <a:solidFill>
              <a:srgbClr val="FFC000"/>
            </a:solidFill>
          </p:grpSpPr>
          <p:sp>
            <p:nvSpPr>
              <p:cNvPr id="1332" name="Oval 1331">
                <a:extLst>
                  <a:ext uri="{FF2B5EF4-FFF2-40B4-BE49-F238E27FC236}">
                    <a16:creationId xmlns:a16="http://schemas.microsoft.com/office/drawing/2014/main" id="{126DA165-1869-D962-24F0-E3FE933A3F11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33" name="Oval 1332">
                <a:extLst>
                  <a:ext uri="{FF2B5EF4-FFF2-40B4-BE49-F238E27FC236}">
                    <a16:creationId xmlns:a16="http://schemas.microsoft.com/office/drawing/2014/main" id="{2B4EA920-2C31-10A7-1B4A-5AE037A1D02D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34" name="Oval 1333">
                <a:extLst>
                  <a:ext uri="{FF2B5EF4-FFF2-40B4-BE49-F238E27FC236}">
                    <a16:creationId xmlns:a16="http://schemas.microsoft.com/office/drawing/2014/main" id="{27660C0B-BBC3-7386-CECB-47526AC81038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64" name="Group 1163">
              <a:extLst>
                <a:ext uri="{FF2B5EF4-FFF2-40B4-BE49-F238E27FC236}">
                  <a16:creationId xmlns:a16="http://schemas.microsoft.com/office/drawing/2014/main" id="{1B2CB630-2C0C-4BD9-0A67-66BE29392CC6}"/>
                </a:ext>
              </a:extLst>
            </p:cNvPr>
            <p:cNvGrpSpPr/>
            <p:nvPr/>
          </p:nvGrpSpPr>
          <p:grpSpPr>
            <a:xfrm>
              <a:off x="7370184" y="1954483"/>
              <a:ext cx="147437" cy="113074"/>
              <a:chOff x="7839715" y="2553300"/>
              <a:chExt cx="433812" cy="332704"/>
            </a:xfrm>
            <a:solidFill>
              <a:srgbClr val="FFC000"/>
            </a:solidFill>
          </p:grpSpPr>
          <p:sp>
            <p:nvSpPr>
              <p:cNvPr id="1328" name="Oval 1327">
                <a:extLst>
                  <a:ext uri="{FF2B5EF4-FFF2-40B4-BE49-F238E27FC236}">
                    <a16:creationId xmlns:a16="http://schemas.microsoft.com/office/drawing/2014/main" id="{D941822D-E66B-9F2C-4C06-8430FB323F3C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29" name="Oval 1328">
                <a:extLst>
                  <a:ext uri="{FF2B5EF4-FFF2-40B4-BE49-F238E27FC236}">
                    <a16:creationId xmlns:a16="http://schemas.microsoft.com/office/drawing/2014/main" id="{5D5C76EE-B5FC-65E1-C059-38EA3A23CE78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30" name="Oval 1329">
                <a:extLst>
                  <a:ext uri="{FF2B5EF4-FFF2-40B4-BE49-F238E27FC236}">
                    <a16:creationId xmlns:a16="http://schemas.microsoft.com/office/drawing/2014/main" id="{5A7B4F51-0066-C966-F187-1229C9D9604A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31" name="Oval 1330">
                <a:extLst>
                  <a:ext uri="{FF2B5EF4-FFF2-40B4-BE49-F238E27FC236}">
                    <a16:creationId xmlns:a16="http://schemas.microsoft.com/office/drawing/2014/main" id="{554760B5-EDA4-B44D-BC07-499CADF10401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65" name="Group 1164">
              <a:extLst>
                <a:ext uri="{FF2B5EF4-FFF2-40B4-BE49-F238E27FC236}">
                  <a16:creationId xmlns:a16="http://schemas.microsoft.com/office/drawing/2014/main" id="{636F5217-64CD-F2AB-51B1-34E7F4243407}"/>
                </a:ext>
              </a:extLst>
            </p:cNvPr>
            <p:cNvGrpSpPr/>
            <p:nvPr/>
          </p:nvGrpSpPr>
          <p:grpSpPr>
            <a:xfrm>
              <a:off x="7523978" y="1910012"/>
              <a:ext cx="147437" cy="113074"/>
              <a:chOff x="8292233" y="2422448"/>
              <a:chExt cx="433812" cy="332704"/>
            </a:xfrm>
            <a:solidFill>
              <a:srgbClr val="FFC000"/>
            </a:solidFill>
          </p:grpSpPr>
          <p:sp>
            <p:nvSpPr>
              <p:cNvPr id="1325" name="Oval 1324">
                <a:extLst>
                  <a:ext uri="{FF2B5EF4-FFF2-40B4-BE49-F238E27FC236}">
                    <a16:creationId xmlns:a16="http://schemas.microsoft.com/office/drawing/2014/main" id="{8E700089-4336-2B72-6263-80426482A5D1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26" name="Oval 1325">
                <a:extLst>
                  <a:ext uri="{FF2B5EF4-FFF2-40B4-BE49-F238E27FC236}">
                    <a16:creationId xmlns:a16="http://schemas.microsoft.com/office/drawing/2014/main" id="{CB8C45DC-6682-0540-A0E1-24285AC2F4A6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27" name="Oval 1326">
                <a:extLst>
                  <a:ext uri="{FF2B5EF4-FFF2-40B4-BE49-F238E27FC236}">
                    <a16:creationId xmlns:a16="http://schemas.microsoft.com/office/drawing/2014/main" id="{3D4B3AF8-B892-C5AE-1F65-2488B03B25C2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1166" name="Oval 1165">
              <a:extLst>
                <a:ext uri="{FF2B5EF4-FFF2-40B4-BE49-F238E27FC236}">
                  <a16:creationId xmlns:a16="http://schemas.microsoft.com/office/drawing/2014/main" id="{DA490327-F9D4-6BBB-FF18-0DA08E743F75}"/>
                </a:ext>
              </a:extLst>
            </p:cNvPr>
            <p:cNvSpPr/>
            <p:nvPr/>
          </p:nvSpPr>
          <p:spPr>
            <a:xfrm>
              <a:off x="7555512" y="1988526"/>
              <a:ext cx="147437" cy="113074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67" name="Oval 1166">
              <a:extLst>
                <a:ext uri="{FF2B5EF4-FFF2-40B4-BE49-F238E27FC236}">
                  <a16:creationId xmlns:a16="http://schemas.microsoft.com/office/drawing/2014/main" id="{C43C07E5-148B-C2F2-9AAD-2F65D9095BDA}"/>
                </a:ext>
              </a:extLst>
            </p:cNvPr>
            <p:cNvSpPr/>
            <p:nvPr/>
          </p:nvSpPr>
          <p:spPr>
            <a:xfrm>
              <a:off x="7646198" y="2056343"/>
              <a:ext cx="24321" cy="24321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68" name="Oval 1167">
              <a:extLst>
                <a:ext uri="{FF2B5EF4-FFF2-40B4-BE49-F238E27FC236}">
                  <a16:creationId xmlns:a16="http://schemas.microsoft.com/office/drawing/2014/main" id="{7B2D8317-911D-B4E4-2E71-94E37428911B}"/>
                </a:ext>
              </a:extLst>
            </p:cNvPr>
            <p:cNvSpPr/>
            <p:nvPr/>
          </p:nvSpPr>
          <p:spPr>
            <a:xfrm>
              <a:off x="7675650" y="2046481"/>
              <a:ext cx="15538" cy="15538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1169" name="Group 1168">
              <a:extLst>
                <a:ext uri="{FF2B5EF4-FFF2-40B4-BE49-F238E27FC236}">
                  <a16:creationId xmlns:a16="http://schemas.microsoft.com/office/drawing/2014/main" id="{8E490570-10F3-7FAE-4F9C-27DCCEF849C3}"/>
                </a:ext>
              </a:extLst>
            </p:cNvPr>
            <p:cNvGrpSpPr/>
            <p:nvPr/>
          </p:nvGrpSpPr>
          <p:grpSpPr>
            <a:xfrm>
              <a:off x="7574960" y="1854668"/>
              <a:ext cx="147437" cy="113074"/>
              <a:chOff x="8450452" y="2221310"/>
              <a:chExt cx="433812" cy="332704"/>
            </a:xfrm>
            <a:solidFill>
              <a:srgbClr val="FFC000"/>
            </a:solidFill>
          </p:grpSpPr>
          <p:sp>
            <p:nvSpPr>
              <p:cNvPr id="1323" name="Oval 1322">
                <a:extLst>
                  <a:ext uri="{FF2B5EF4-FFF2-40B4-BE49-F238E27FC236}">
                    <a16:creationId xmlns:a16="http://schemas.microsoft.com/office/drawing/2014/main" id="{65F894B6-AA27-6B30-1A44-1179EBC76CC7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24" name="Oval 1323">
                <a:extLst>
                  <a:ext uri="{FF2B5EF4-FFF2-40B4-BE49-F238E27FC236}">
                    <a16:creationId xmlns:a16="http://schemas.microsoft.com/office/drawing/2014/main" id="{AFF637C8-C93C-36BD-C0AA-9A59DF8362C9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70" name="Group 1169">
              <a:extLst>
                <a:ext uri="{FF2B5EF4-FFF2-40B4-BE49-F238E27FC236}">
                  <a16:creationId xmlns:a16="http://schemas.microsoft.com/office/drawing/2014/main" id="{D0461868-C70E-9AE6-61C0-0A0B87665F64}"/>
                </a:ext>
              </a:extLst>
            </p:cNvPr>
            <p:cNvGrpSpPr/>
            <p:nvPr/>
          </p:nvGrpSpPr>
          <p:grpSpPr>
            <a:xfrm>
              <a:off x="7280840" y="1887402"/>
              <a:ext cx="147437" cy="113074"/>
              <a:chOff x="7576832" y="2355919"/>
              <a:chExt cx="433812" cy="332704"/>
            </a:xfrm>
            <a:solidFill>
              <a:srgbClr val="FFC000"/>
            </a:solidFill>
          </p:grpSpPr>
          <p:sp>
            <p:nvSpPr>
              <p:cNvPr id="1320" name="Oval 1319">
                <a:extLst>
                  <a:ext uri="{FF2B5EF4-FFF2-40B4-BE49-F238E27FC236}">
                    <a16:creationId xmlns:a16="http://schemas.microsoft.com/office/drawing/2014/main" id="{E170CF49-CB90-F766-7524-03FCBE358406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21" name="Oval 1320">
                <a:extLst>
                  <a:ext uri="{FF2B5EF4-FFF2-40B4-BE49-F238E27FC236}">
                    <a16:creationId xmlns:a16="http://schemas.microsoft.com/office/drawing/2014/main" id="{A1127AC1-424C-47F4-955F-F12F4AB3C2F0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22" name="Oval 1321">
                <a:extLst>
                  <a:ext uri="{FF2B5EF4-FFF2-40B4-BE49-F238E27FC236}">
                    <a16:creationId xmlns:a16="http://schemas.microsoft.com/office/drawing/2014/main" id="{3C98D3FA-0537-3EED-8E94-FFB76BF4275F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71" name="Group 1170">
              <a:extLst>
                <a:ext uri="{FF2B5EF4-FFF2-40B4-BE49-F238E27FC236}">
                  <a16:creationId xmlns:a16="http://schemas.microsoft.com/office/drawing/2014/main" id="{69A5CABC-4872-2CEF-A3E7-18FD37291F0A}"/>
                </a:ext>
              </a:extLst>
            </p:cNvPr>
            <p:cNvGrpSpPr/>
            <p:nvPr/>
          </p:nvGrpSpPr>
          <p:grpSpPr>
            <a:xfrm>
              <a:off x="7732571" y="1825937"/>
              <a:ext cx="147437" cy="113074"/>
              <a:chOff x="8905992" y="2175071"/>
              <a:chExt cx="433812" cy="332704"/>
            </a:xfrm>
            <a:solidFill>
              <a:srgbClr val="FFC000"/>
            </a:solidFill>
          </p:grpSpPr>
          <p:sp>
            <p:nvSpPr>
              <p:cNvPr id="1316" name="Oval 1315">
                <a:extLst>
                  <a:ext uri="{FF2B5EF4-FFF2-40B4-BE49-F238E27FC236}">
                    <a16:creationId xmlns:a16="http://schemas.microsoft.com/office/drawing/2014/main" id="{6200BBC3-D466-1D4F-2707-1CE78718DD6A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17" name="Oval 1316">
                <a:extLst>
                  <a:ext uri="{FF2B5EF4-FFF2-40B4-BE49-F238E27FC236}">
                    <a16:creationId xmlns:a16="http://schemas.microsoft.com/office/drawing/2014/main" id="{7D353EC8-FA34-39D1-BF26-6C218421C085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18" name="Oval 1317">
                <a:extLst>
                  <a:ext uri="{FF2B5EF4-FFF2-40B4-BE49-F238E27FC236}">
                    <a16:creationId xmlns:a16="http://schemas.microsoft.com/office/drawing/2014/main" id="{2DCADFDD-AD4E-3F43-FD60-42E034BA646F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19" name="Oval 1318">
                <a:extLst>
                  <a:ext uri="{FF2B5EF4-FFF2-40B4-BE49-F238E27FC236}">
                    <a16:creationId xmlns:a16="http://schemas.microsoft.com/office/drawing/2014/main" id="{7F396BFE-D51D-05E2-1E83-AB35FE211C86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72" name="Group 1171">
              <a:extLst>
                <a:ext uri="{FF2B5EF4-FFF2-40B4-BE49-F238E27FC236}">
                  <a16:creationId xmlns:a16="http://schemas.microsoft.com/office/drawing/2014/main" id="{75AC9002-3DCE-5D0C-CD7A-7CF5D2C7DF48}"/>
                </a:ext>
              </a:extLst>
            </p:cNvPr>
            <p:cNvGrpSpPr/>
            <p:nvPr/>
          </p:nvGrpSpPr>
          <p:grpSpPr>
            <a:xfrm>
              <a:off x="7818755" y="1948799"/>
              <a:ext cx="147437" cy="113074"/>
              <a:chOff x="9309655" y="2557406"/>
              <a:chExt cx="433812" cy="332704"/>
            </a:xfrm>
            <a:solidFill>
              <a:srgbClr val="FFC000"/>
            </a:solidFill>
          </p:grpSpPr>
          <p:sp>
            <p:nvSpPr>
              <p:cNvPr id="1312" name="Oval 1311">
                <a:extLst>
                  <a:ext uri="{FF2B5EF4-FFF2-40B4-BE49-F238E27FC236}">
                    <a16:creationId xmlns:a16="http://schemas.microsoft.com/office/drawing/2014/main" id="{0DED71E7-9A9A-21B0-47AA-E4A417BA3793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13" name="Oval 1312">
                <a:extLst>
                  <a:ext uri="{FF2B5EF4-FFF2-40B4-BE49-F238E27FC236}">
                    <a16:creationId xmlns:a16="http://schemas.microsoft.com/office/drawing/2014/main" id="{E48B2D98-C46C-B216-FF79-44A77D72DEEF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14" name="Oval 1313">
                <a:extLst>
                  <a:ext uri="{FF2B5EF4-FFF2-40B4-BE49-F238E27FC236}">
                    <a16:creationId xmlns:a16="http://schemas.microsoft.com/office/drawing/2014/main" id="{8825F2DD-FA30-0210-8B70-8CF4639B5D2C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15" name="Oval 1314">
                <a:extLst>
                  <a:ext uri="{FF2B5EF4-FFF2-40B4-BE49-F238E27FC236}">
                    <a16:creationId xmlns:a16="http://schemas.microsoft.com/office/drawing/2014/main" id="{20C41A3F-6A8A-A807-E6E7-25D073AF6D90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73" name="Group 1172">
              <a:extLst>
                <a:ext uri="{FF2B5EF4-FFF2-40B4-BE49-F238E27FC236}">
                  <a16:creationId xmlns:a16="http://schemas.microsoft.com/office/drawing/2014/main" id="{7C8D8172-1CD3-E29A-DF91-52012FA6E288}"/>
                </a:ext>
              </a:extLst>
            </p:cNvPr>
            <p:cNvGrpSpPr/>
            <p:nvPr/>
          </p:nvGrpSpPr>
          <p:grpSpPr>
            <a:xfrm>
              <a:off x="7691930" y="1943124"/>
              <a:ext cx="163375" cy="114008"/>
              <a:chOff x="8786411" y="2519876"/>
              <a:chExt cx="480707" cy="335455"/>
            </a:xfrm>
            <a:solidFill>
              <a:srgbClr val="FFC000"/>
            </a:solidFill>
          </p:grpSpPr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EC90AF89-DB50-2FE3-CF8E-8D573122EC0C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10" name="Oval 1309">
                <a:extLst>
                  <a:ext uri="{FF2B5EF4-FFF2-40B4-BE49-F238E27FC236}">
                    <a16:creationId xmlns:a16="http://schemas.microsoft.com/office/drawing/2014/main" id="{919B86EB-E5A0-9433-7EA1-1034E144F609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11" name="Oval 1310">
                <a:extLst>
                  <a:ext uri="{FF2B5EF4-FFF2-40B4-BE49-F238E27FC236}">
                    <a16:creationId xmlns:a16="http://schemas.microsoft.com/office/drawing/2014/main" id="{EF130B0D-FA5B-0039-FE08-B0EF6CDB2B9C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74" name="Group 1173">
              <a:extLst>
                <a:ext uri="{FF2B5EF4-FFF2-40B4-BE49-F238E27FC236}">
                  <a16:creationId xmlns:a16="http://schemas.microsoft.com/office/drawing/2014/main" id="{17D4C6E8-8407-BD86-C776-15E8112ED056}"/>
                </a:ext>
              </a:extLst>
            </p:cNvPr>
            <p:cNvGrpSpPr/>
            <p:nvPr/>
          </p:nvGrpSpPr>
          <p:grpSpPr>
            <a:xfrm rot="8866267">
              <a:off x="7295061" y="1781239"/>
              <a:ext cx="229165" cy="115827"/>
              <a:chOff x="7702717" y="2138490"/>
              <a:chExt cx="674286" cy="340804"/>
            </a:xfrm>
            <a:solidFill>
              <a:srgbClr val="FFC000"/>
            </a:solidFill>
          </p:grpSpPr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DFB0E477-2D15-09A9-4971-DAF4F50826DB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06" name="Oval 1305">
                <a:extLst>
                  <a:ext uri="{FF2B5EF4-FFF2-40B4-BE49-F238E27FC236}">
                    <a16:creationId xmlns:a16="http://schemas.microsoft.com/office/drawing/2014/main" id="{03C49AA0-E599-6528-AF41-DEAAF2162C15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07" name="Oval 1306">
                <a:extLst>
                  <a:ext uri="{FF2B5EF4-FFF2-40B4-BE49-F238E27FC236}">
                    <a16:creationId xmlns:a16="http://schemas.microsoft.com/office/drawing/2014/main" id="{6CDA3CE5-829E-E8D6-5569-0BEF6528B245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08" name="Oval 1307">
                <a:extLst>
                  <a:ext uri="{FF2B5EF4-FFF2-40B4-BE49-F238E27FC236}">
                    <a16:creationId xmlns:a16="http://schemas.microsoft.com/office/drawing/2014/main" id="{632D728D-E4C7-FCD8-9C08-9E8EE8E5F728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75" name="Group 1174">
              <a:extLst>
                <a:ext uri="{FF2B5EF4-FFF2-40B4-BE49-F238E27FC236}">
                  <a16:creationId xmlns:a16="http://schemas.microsoft.com/office/drawing/2014/main" id="{7A947A98-A39E-E3C4-AB65-59162C6F5D76}"/>
                </a:ext>
              </a:extLst>
            </p:cNvPr>
            <p:cNvGrpSpPr/>
            <p:nvPr/>
          </p:nvGrpSpPr>
          <p:grpSpPr>
            <a:xfrm rot="10800000">
              <a:off x="7582716" y="1691279"/>
              <a:ext cx="185998" cy="113074"/>
              <a:chOff x="2616513" y="2273732"/>
              <a:chExt cx="547272" cy="332704"/>
            </a:xfrm>
            <a:solidFill>
              <a:srgbClr val="FFC000"/>
            </a:solidFill>
          </p:grpSpPr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63A57870-501E-3476-8F67-85AB886DC4B2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02" name="Oval 1301">
                <a:extLst>
                  <a:ext uri="{FF2B5EF4-FFF2-40B4-BE49-F238E27FC236}">
                    <a16:creationId xmlns:a16="http://schemas.microsoft.com/office/drawing/2014/main" id="{C0BDDCB9-CB4F-9951-04C7-1020878567C4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03" name="Oval 1302">
                <a:extLst>
                  <a:ext uri="{FF2B5EF4-FFF2-40B4-BE49-F238E27FC236}">
                    <a16:creationId xmlns:a16="http://schemas.microsoft.com/office/drawing/2014/main" id="{007FC072-BFAF-7629-C821-88E00DCE2EE0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04" name="Oval 1303">
                <a:extLst>
                  <a:ext uri="{FF2B5EF4-FFF2-40B4-BE49-F238E27FC236}">
                    <a16:creationId xmlns:a16="http://schemas.microsoft.com/office/drawing/2014/main" id="{88166F2A-5A14-F0C6-BF79-5BA721106092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76" name="Group 1175">
              <a:extLst>
                <a:ext uri="{FF2B5EF4-FFF2-40B4-BE49-F238E27FC236}">
                  <a16:creationId xmlns:a16="http://schemas.microsoft.com/office/drawing/2014/main" id="{4F9AFD03-1BF3-2631-D804-0520C5A87950}"/>
                </a:ext>
              </a:extLst>
            </p:cNvPr>
            <p:cNvGrpSpPr/>
            <p:nvPr/>
          </p:nvGrpSpPr>
          <p:grpSpPr>
            <a:xfrm>
              <a:off x="7403345" y="1710660"/>
              <a:ext cx="147437" cy="113074"/>
              <a:chOff x="8292233" y="2422448"/>
              <a:chExt cx="433812" cy="332704"/>
            </a:xfrm>
            <a:solidFill>
              <a:srgbClr val="FFC000"/>
            </a:solidFill>
          </p:grpSpPr>
          <p:sp>
            <p:nvSpPr>
              <p:cNvPr id="1298" name="Oval 1297">
                <a:extLst>
                  <a:ext uri="{FF2B5EF4-FFF2-40B4-BE49-F238E27FC236}">
                    <a16:creationId xmlns:a16="http://schemas.microsoft.com/office/drawing/2014/main" id="{C7ECBE17-7B74-D713-54ED-EB720C9C8A6A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99" name="Oval 1298">
                <a:extLst>
                  <a:ext uri="{FF2B5EF4-FFF2-40B4-BE49-F238E27FC236}">
                    <a16:creationId xmlns:a16="http://schemas.microsoft.com/office/drawing/2014/main" id="{71277C1F-73EA-A383-7E38-2866AA3AFB3B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300" name="Oval 1299">
                <a:extLst>
                  <a:ext uri="{FF2B5EF4-FFF2-40B4-BE49-F238E27FC236}">
                    <a16:creationId xmlns:a16="http://schemas.microsoft.com/office/drawing/2014/main" id="{D837F4F7-6483-6576-D189-FDCB5833664D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77" name="Group 1176">
              <a:extLst>
                <a:ext uri="{FF2B5EF4-FFF2-40B4-BE49-F238E27FC236}">
                  <a16:creationId xmlns:a16="http://schemas.microsoft.com/office/drawing/2014/main" id="{1A63C803-344B-C765-A6C0-FFE68F3BEE48}"/>
                </a:ext>
              </a:extLst>
            </p:cNvPr>
            <p:cNvGrpSpPr/>
            <p:nvPr/>
          </p:nvGrpSpPr>
          <p:grpSpPr>
            <a:xfrm>
              <a:off x="7749238" y="1772994"/>
              <a:ext cx="147437" cy="113074"/>
              <a:chOff x="7839715" y="2553300"/>
              <a:chExt cx="433812" cy="332704"/>
            </a:xfrm>
            <a:solidFill>
              <a:srgbClr val="FFC000"/>
            </a:solidFill>
          </p:grpSpPr>
          <p:sp>
            <p:nvSpPr>
              <p:cNvPr id="1294" name="Oval 1293">
                <a:extLst>
                  <a:ext uri="{FF2B5EF4-FFF2-40B4-BE49-F238E27FC236}">
                    <a16:creationId xmlns:a16="http://schemas.microsoft.com/office/drawing/2014/main" id="{1A2E9990-D1EC-22AD-1EA3-8D390B2231D1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95" name="Oval 1294">
                <a:extLst>
                  <a:ext uri="{FF2B5EF4-FFF2-40B4-BE49-F238E27FC236}">
                    <a16:creationId xmlns:a16="http://schemas.microsoft.com/office/drawing/2014/main" id="{49A4C561-72BD-C6AD-4AD6-1B9302C92448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96" name="Oval 1295">
                <a:extLst>
                  <a:ext uri="{FF2B5EF4-FFF2-40B4-BE49-F238E27FC236}">
                    <a16:creationId xmlns:a16="http://schemas.microsoft.com/office/drawing/2014/main" id="{ED917A97-E84C-2348-9973-0A4972963E27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97" name="Oval 1296">
                <a:extLst>
                  <a:ext uri="{FF2B5EF4-FFF2-40B4-BE49-F238E27FC236}">
                    <a16:creationId xmlns:a16="http://schemas.microsoft.com/office/drawing/2014/main" id="{7619A5E3-4951-3FBA-A644-E77D18CB1334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78" name="Group 1177">
              <a:extLst>
                <a:ext uri="{FF2B5EF4-FFF2-40B4-BE49-F238E27FC236}">
                  <a16:creationId xmlns:a16="http://schemas.microsoft.com/office/drawing/2014/main" id="{907458CA-3633-AC1A-3C12-3AF911AA41D3}"/>
                </a:ext>
              </a:extLst>
            </p:cNvPr>
            <p:cNvGrpSpPr/>
            <p:nvPr/>
          </p:nvGrpSpPr>
          <p:grpSpPr>
            <a:xfrm>
              <a:off x="7971548" y="1955430"/>
              <a:ext cx="147437" cy="113074"/>
              <a:chOff x="8905992" y="2175071"/>
              <a:chExt cx="433812" cy="332704"/>
            </a:xfrm>
            <a:solidFill>
              <a:srgbClr val="FFC000"/>
            </a:solidFill>
          </p:grpSpPr>
          <p:sp>
            <p:nvSpPr>
              <p:cNvPr id="1290" name="Oval 1289">
                <a:extLst>
                  <a:ext uri="{FF2B5EF4-FFF2-40B4-BE49-F238E27FC236}">
                    <a16:creationId xmlns:a16="http://schemas.microsoft.com/office/drawing/2014/main" id="{07012E06-E843-D442-34AA-2DBFBF096911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91" name="Oval 1290">
                <a:extLst>
                  <a:ext uri="{FF2B5EF4-FFF2-40B4-BE49-F238E27FC236}">
                    <a16:creationId xmlns:a16="http://schemas.microsoft.com/office/drawing/2014/main" id="{F422E699-49CE-4B41-0879-32687AB08FB5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92" name="Oval 1291">
                <a:extLst>
                  <a:ext uri="{FF2B5EF4-FFF2-40B4-BE49-F238E27FC236}">
                    <a16:creationId xmlns:a16="http://schemas.microsoft.com/office/drawing/2014/main" id="{F3CC86A2-171F-5AAF-53BF-91B1AFBB8E8A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93" name="Oval 1292">
                <a:extLst>
                  <a:ext uri="{FF2B5EF4-FFF2-40B4-BE49-F238E27FC236}">
                    <a16:creationId xmlns:a16="http://schemas.microsoft.com/office/drawing/2014/main" id="{D7FE468D-CC64-351F-61E2-D3A6B507838A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79" name="Group 1178">
              <a:extLst>
                <a:ext uri="{FF2B5EF4-FFF2-40B4-BE49-F238E27FC236}">
                  <a16:creationId xmlns:a16="http://schemas.microsoft.com/office/drawing/2014/main" id="{840EEB7F-ECD4-AF9C-3D0A-F5A3A0466EF7}"/>
                </a:ext>
              </a:extLst>
            </p:cNvPr>
            <p:cNvGrpSpPr/>
            <p:nvPr/>
          </p:nvGrpSpPr>
          <p:grpSpPr>
            <a:xfrm>
              <a:off x="7449765" y="2011966"/>
              <a:ext cx="147437" cy="113074"/>
              <a:chOff x="8905992" y="2175071"/>
              <a:chExt cx="433812" cy="332704"/>
            </a:xfrm>
            <a:solidFill>
              <a:srgbClr val="FFC000"/>
            </a:solidFill>
          </p:grpSpPr>
          <p:sp>
            <p:nvSpPr>
              <p:cNvPr id="1286" name="Oval 1285">
                <a:extLst>
                  <a:ext uri="{FF2B5EF4-FFF2-40B4-BE49-F238E27FC236}">
                    <a16:creationId xmlns:a16="http://schemas.microsoft.com/office/drawing/2014/main" id="{E3ECF67E-EE03-8E7E-04AF-12B635E561C6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87" name="Oval 1286">
                <a:extLst>
                  <a:ext uri="{FF2B5EF4-FFF2-40B4-BE49-F238E27FC236}">
                    <a16:creationId xmlns:a16="http://schemas.microsoft.com/office/drawing/2014/main" id="{1A7FAE85-724F-CDB1-B166-FA92187F94CE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88" name="Oval 1287">
                <a:extLst>
                  <a:ext uri="{FF2B5EF4-FFF2-40B4-BE49-F238E27FC236}">
                    <a16:creationId xmlns:a16="http://schemas.microsoft.com/office/drawing/2014/main" id="{A28B6A5B-CF55-BD9F-A0E2-D94E16D5F4B3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89" name="Oval 1288">
                <a:extLst>
                  <a:ext uri="{FF2B5EF4-FFF2-40B4-BE49-F238E27FC236}">
                    <a16:creationId xmlns:a16="http://schemas.microsoft.com/office/drawing/2014/main" id="{318A4DC9-59DE-63C7-ABC7-313F9C65B71B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80" name="Group 1179">
              <a:extLst>
                <a:ext uri="{FF2B5EF4-FFF2-40B4-BE49-F238E27FC236}">
                  <a16:creationId xmlns:a16="http://schemas.microsoft.com/office/drawing/2014/main" id="{ADBF4BAF-4969-E858-0703-9C3A39C1405B}"/>
                </a:ext>
              </a:extLst>
            </p:cNvPr>
            <p:cNvGrpSpPr/>
            <p:nvPr/>
          </p:nvGrpSpPr>
          <p:grpSpPr>
            <a:xfrm>
              <a:off x="7402443" y="1955430"/>
              <a:ext cx="185998" cy="113074"/>
              <a:chOff x="2616513" y="2273732"/>
              <a:chExt cx="547272" cy="332704"/>
            </a:xfrm>
            <a:solidFill>
              <a:srgbClr val="FFC000"/>
            </a:solidFill>
          </p:grpSpPr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794BEF81-E871-BC77-3826-85128BCB4EB9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83" name="Oval 1282">
                <a:extLst>
                  <a:ext uri="{FF2B5EF4-FFF2-40B4-BE49-F238E27FC236}">
                    <a16:creationId xmlns:a16="http://schemas.microsoft.com/office/drawing/2014/main" id="{855FEA5A-F9DE-D63E-3992-0893BC3C5B61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84" name="Oval 1283">
                <a:extLst>
                  <a:ext uri="{FF2B5EF4-FFF2-40B4-BE49-F238E27FC236}">
                    <a16:creationId xmlns:a16="http://schemas.microsoft.com/office/drawing/2014/main" id="{CE5D570C-94EF-6764-5113-C3874C2705F2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85" name="Oval 1284">
                <a:extLst>
                  <a:ext uri="{FF2B5EF4-FFF2-40B4-BE49-F238E27FC236}">
                    <a16:creationId xmlns:a16="http://schemas.microsoft.com/office/drawing/2014/main" id="{F91C69BC-B2EA-C686-C212-32AAB3962F8B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81" name="Group 1180">
              <a:extLst>
                <a:ext uri="{FF2B5EF4-FFF2-40B4-BE49-F238E27FC236}">
                  <a16:creationId xmlns:a16="http://schemas.microsoft.com/office/drawing/2014/main" id="{3EF42CA4-3002-60B4-F68F-4ABB4A6E9AD2}"/>
                </a:ext>
              </a:extLst>
            </p:cNvPr>
            <p:cNvGrpSpPr/>
            <p:nvPr/>
          </p:nvGrpSpPr>
          <p:grpSpPr>
            <a:xfrm>
              <a:off x="7657904" y="1995653"/>
              <a:ext cx="147437" cy="113074"/>
              <a:chOff x="7839715" y="2553300"/>
              <a:chExt cx="433812" cy="332704"/>
            </a:xfrm>
            <a:solidFill>
              <a:srgbClr val="FFC000"/>
            </a:solidFill>
          </p:grpSpPr>
          <p:sp>
            <p:nvSpPr>
              <p:cNvPr id="1278" name="Oval 1277">
                <a:extLst>
                  <a:ext uri="{FF2B5EF4-FFF2-40B4-BE49-F238E27FC236}">
                    <a16:creationId xmlns:a16="http://schemas.microsoft.com/office/drawing/2014/main" id="{31F95B62-D5DF-9FC1-7F05-F36AB53ABE01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79" name="Oval 1278">
                <a:extLst>
                  <a:ext uri="{FF2B5EF4-FFF2-40B4-BE49-F238E27FC236}">
                    <a16:creationId xmlns:a16="http://schemas.microsoft.com/office/drawing/2014/main" id="{DA7A55F3-AEDE-5B4C-E5AC-ADCC90258169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80" name="Oval 1279">
                <a:extLst>
                  <a:ext uri="{FF2B5EF4-FFF2-40B4-BE49-F238E27FC236}">
                    <a16:creationId xmlns:a16="http://schemas.microsoft.com/office/drawing/2014/main" id="{9BC98243-4EFA-57D9-AF45-2EB5860B03C3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81" name="Oval 1280">
                <a:extLst>
                  <a:ext uri="{FF2B5EF4-FFF2-40B4-BE49-F238E27FC236}">
                    <a16:creationId xmlns:a16="http://schemas.microsoft.com/office/drawing/2014/main" id="{4C3342DE-BC51-E99B-39CA-7A5467746BB1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80D227FA-3715-259E-7DA6-0A28E7284CCF}"/>
                </a:ext>
              </a:extLst>
            </p:cNvPr>
            <p:cNvGrpSpPr/>
            <p:nvPr/>
          </p:nvGrpSpPr>
          <p:grpSpPr>
            <a:xfrm>
              <a:off x="7811699" y="1951181"/>
              <a:ext cx="147437" cy="113074"/>
              <a:chOff x="8292233" y="2422448"/>
              <a:chExt cx="433812" cy="332704"/>
            </a:xfrm>
            <a:solidFill>
              <a:srgbClr val="FFC000"/>
            </a:solidFill>
          </p:grpSpPr>
          <p:sp>
            <p:nvSpPr>
              <p:cNvPr id="1275" name="Oval 1274">
                <a:extLst>
                  <a:ext uri="{FF2B5EF4-FFF2-40B4-BE49-F238E27FC236}">
                    <a16:creationId xmlns:a16="http://schemas.microsoft.com/office/drawing/2014/main" id="{47D787CC-9FD0-1B34-3772-ECACAEC20C97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76" name="Oval 1275">
                <a:extLst>
                  <a:ext uri="{FF2B5EF4-FFF2-40B4-BE49-F238E27FC236}">
                    <a16:creationId xmlns:a16="http://schemas.microsoft.com/office/drawing/2014/main" id="{21FD0F28-C5D5-4FC4-9C3F-7917F31960B2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77" name="Oval 1276">
                <a:extLst>
                  <a:ext uri="{FF2B5EF4-FFF2-40B4-BE49-F238E27FC236}">
                    <a16:creationId xmlns:a16="http://schemas.microsoft.com/office/drawing/2014/main" id="{E59A3E95-8C5D-4146-6D96-F9FE19E01881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1183" name="Oval 1182">
              <a:extLst>
                <a:ext uri="{FF2B5EF4-FFF2-40B4-BE49-F238E27FC236}">
                  <a16:creationId xmlns:a16="http://schemas.microsoft.com/office/drawing/2014/main" id="{2F89DEC2-ABDF-0D99-973D-221DA4AB7591}"/>
                </a:ext>
              </a:extLst>
            </p:cNvPr>
            <p:cNvSpPr/>
            <p:nvPr/>
          </p:nvSpPr>
          <p:spPr>
            <a:xfrm>
              <a:off x="7843232" y="2029696"/>
              <a:ext cx="147437" cy="113074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4" name="Oval 1183">
              <a:extLst>
                <a:ext uri="{FF2B5EF4-FFF2-40B4-BE49-F238E27FC236}">
                  <a16:creationId xmlns:a16="http://schemas.microsoft.com/office/drawing/2014/main" id="{29EE6812-7D24-CEEB-B25D-1EB0A1678F0C}"/>
                </a:ext>
              </a:extLst>
            </p:cNvPr>
            <p:cNvSpPr/>
            <p:nvPr/>
          </p:nvSpPr>
          <p:spPr>
            <a:xfrm>
              <a:off x="7933918" y="2097511"/>
              <a:ext cx="24321" cy="24321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5" name="Oval 1184">
              <a:extLst>
                <a:ext uri="{FF2B5EF4-FFF2-40B4-BE49-F238E27FC236}">
                  <a16:creationId xmlns:a16="http://schemas.microsoft.com/office/drawing/2014/main" id="{BA80C0C3-9AA5-CD10-936A-BAB3A2CBDA03}"/>
                </a:ext>
              </a:extLst>
            </p:cNvPr>
            <p:cNvSpPr/>
            <p:nvPr/>
          </p:nvSpPr>
          <p:spPr>
            <a:xfrm>
              <a:off x="7963370" y="2087652"/>
              <a:ext cx="15538" cy="15538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1186" name="Group 1185">
              <a:extLst>
                <a:ext uri="{FF2B5EF4-FFF2-40B4-BE49-F238E27FC236}">
                  <a16:creationId xmlns:a16="http://schemas.microsoft.com/office/drawing/2014/main" id="{CE688912-C3F7-D3BB-9DAE-4CF6C37F86FD}"/>
                </a:ext>
              </a:extLst>
            </p:cNvPr>
            <p:cNvGrpSpPr/>
            <p:nvPr/>
          </p:nvGrpSpPr>
          <p:grpSpPr>
            <a:xfrm>
              <a:off x="7865470" y="1882823"/>
              <a:ext cx="147437" cy="113074"/>
              <a:chOff x="8450452" y="2221310"/>
              <a:chExt cx="433812" cy="332704"/>
            </a:xfrm>
            <a:solidFill>
              <a:srgbClr val="FFC000"/>
            </a:solidFill>
          </p:grpSpPr>
          <p:sp>
            <p:nvSpPr>
              <p:cNvPr id="1273" name="Oval 1272">
                <a:extLst>
                  <a:ext uri="{FF2B5EF4-FFF2-40B4-BE49-F238E27FC236}">
                    <a16:creationId xmlns:a16="http://schemas.microsoft.com/office/drawing/2014/main" id="{61973618-7228-0F6B-17FA-DA2EB6676512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74" name="Oval 1273">
                <a:extLst>
                  <a:ext uri="{FF2B5EF4-FFF2-40B4-BE49-F238E27FC236}">
                    <a16:creationId xmlns:a16="http://schemas.microsoft.com/office/drawing/2014/main" id="{A476060C-EE4E-2BAE-94D1-C80A22985544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87" name="Group 1186">
              <a:extLst>
                <a:ext uri="{FF2B5EF4-FFF2-40B4-BE49-F238E27FC236}">
                  <a16:creationId xmlns:a16="http://schemas.microsoft.com/office/drawing/2014/main" id="{1753EA37-5AA1-6D12-3C73-C30FD2DA3DA8}"/>
                </a:ext>
              </a:extLst>
            </p:cNvPr>
            <p:cNvGrpSpPr/>
            <p:nvPr/>
          </p:nvGrpSpPr>
          <p:grpSpPr>
            <a:xfrm>
              <a:off x="7568560" y="1928570"/>
              <a:ext cx="147437" cy="113074"/>
              <a:chOff x="7576832" y="2355919"/>
              <a:chExt cx="433812" cy="332704"/>
            </a:xfrm>
            <a:solidFill>
              <a:srgbClr val="FFC000"/>
            </a:solidFill>
          </p:grpSpPr>
          <p:sp>
            <p:nvSpPr>
              <p:cNvPr id="1270" name="Oval 1269">
                <a:extLst>
                  <a:ext uri="{FF2B5EF4-FFF2-40B4-BE49-F238E27FC236}">
                    <a16:creationId xmlns:a16="http://schemas.microsoft.com/office/drawing/2014/main" id="{B1557474-83B9-6E03-722B-931BDAE47315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71" name="Oval 1270">
                <a:extLst>
                  <a:ext uri="{FF2B5EF4-FFF2-40B4-BE49-F238E27FC236}">
                    <a16:creationId xmlns:a16="http://schemas.microsoft.com/office/drawing/2014/main" id="{0FAF8A03-3689-C7EF-A9F8-803EC4E73CEC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72" name="Oval 1271">
                <a:extLst>
                  <a:ext uri="{FF2B5EF4-FFF2-40B4-BE49-F238E27FC236}">
                    <a16:creationId xmlns:a16="http://schemas.microsoft.com/office/drawing/2014/main" id="{62212B1A-5604-6D46-441B-3451ED10EF8A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88" name="Group 1187">
              <a:extLst>
                <a:ext uri="{FF2B5EF4-FFF2-40B4-BE49-F238E27FC236}">
                  <a16:creationId xmlns:a16="http://schemas.microsoft.com/office/drawing/2014/main" id="{DDBE9247-FBEA-3A28-45A7-0FB7F699E325}"/>
                </a:ext>
              </a:extLst>
            </p:cNvPr>
            <p:cNvGrpSpPr/>
            <p:nvPr/>
          </p:nvGrpSpPr>
          <p:grpSpPr>
            <a:xfrm>
              <a:off x="8020293" y="1867107"/>
              <a:ext cx="147437" cy="113074"/>
              <a:chOff x="8905992" y="2175071"/>
              <a:chExt cx="433812" cy="332704"/>
            </a:xfrm>
            <a:solidFill>
              <a:srgbClr val="FFC000"/>
            </a:solidFill>
          </p:grpSpPr>
          <p:sp>
            <p:nvSpPr>
              <p:cNvPr id="1266" name="Oval 1265">
                <a:extLst>
                  <a:ext uri="{FF2B5EF4-FFF2-40B4-BE49-F238E27FC236}">
                    <a16:creationId xmlns:a16="http://schemas.microsoft.com/office/drawing/2014/main" id="{FF720F28-516A-33A8-2EC0-ABF2ED95C16B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67" name="Oval 1266">
                <a:extLst>
                  <a:ext uri="{FF2B5EF4-FFF2-40B4-BE49-F238E27FC236}">
                    <a16:creationId xmlns:a16="http://schemas.microsoft.com/office/drawing/2014/main" id="{7D031F14-E48B-48DC-F193-D35FC6FCBF38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68" name="Oval 1267">
                <a:extLst>
                  <a:ext uri="{FF2B5EF4-FFF2-40B4-BE49-F238E27FC236}">
                    <a16:creationId xmlns:a16="http://schemas.microsoft.com/office/drawing/2014/main" id="{152A2DF5-FB7F-C69A-4E0A-9C8644880F4E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69" name="Oval 1268">
                <a:extLst>
                  <a:ext uri="{FF2B5EF4-FFF2-40B4-BE49-F238E27FC236}">
                    <a16:creationId xmlns:a16="http://schemas.microsoft.com/office/drawing/2014/main" id="{871D4531-5B8C-BC19-9460-1EB7A8144B6B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89" name="Group 1188">
              <a:extLst>
                <a:ext uri="{FF2B5EF4-FFF2-40B4-BE49-F238E27FC236}">
                  <a16:creationId xmlns:a16="http://schemas.microsoft.com/office/drawing/2014/main" id="{D1601AAE-F450-B57A-C9D6-197A78BFA9DA}"/>
                </a:ext>
              </a:extLst>
            </p:cNvPr>
            <p:cNvGrpSpPr/>
            <p:nvPr/>
          </p:nvGrpSpPr>
          <p:grpSpPr>
            <a:xfrm>
              <a:off x="7337933" y="2095117"/>
              <a:ext cx="147437" cy="113074"/>
              <a:chOff x="9309655" y="2557406"/>
              <a:chExt cx="433812" cy="332704"/>
            </a:xfrm>
            <a:solidFill>
              <a:srgbClr val="FFC000"/>
            </a:solidFill>
          </p:grpSpPr>
          <p:sp>
            <p:nvSpPr>
              <p:cNvPr id="1262" name="Oval 1261">
                <a:extLst>
                  <a:ext uri="{FF2B5EF4-FFF2-40B4-BE49-F238E27FC236}">
                    <a16:creationId xmlns:a16="http://schemas.microsoft.com/office/drawing/2014/main" id="{875E4919-4F06-176A-A706-7AD97F3F7F4B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63" name="Oval 1262">
                <a:extLst>
                  <a:ext uri="{FF2B5EF4-FFF2-40B4-BE49-F238E27FC236}">
                    <a16:creationId xmlns:a16="http://schemas.microsoft.com/office/drawing/2014/main" id="{89D8B10A-7AD3-0531-0FBC-7587AEFD8A3B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64" name="Oval 1263">
                <a:extLst>
                  <a:ext uri="{FF2B5EF4-FFF2-40B4-BE49-F238E27FC236}">
                    <a16:creationId xmlns:a16="http://schemas.microsoft.com/office/drawing/2014/main" id="{46D5B935-7F71-FA3E-2292-BC2D8AA959C6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65" name="Oval 1264">
                <a:extLst>
                  <a:ext uri="{FF2B5EF4-FFF2-40B4-BE49-F238E27FC236}">
                    <a16:creationId xmlns:a16="http://schemas.microsoft.com/office/drawing/2014/main" id="{051A3B40-E5C8-8849-FA01-F7054798B401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90" name="Group 1189">
              <a:extLst>
                <a:ext uri="{FF2B5EF4-FFF2-40B4-BE49-F238E27FC236}">
                  <a16:creationId xmlns:a16="http://schemas.microsoft.com/office/drawing/2014/main" id="{F5ADBD4E-2EC8-48E2-9DA3-2FF0F0F974C7}"/>
                </a:ext>
              </a:extLst>
            </p:cNvPr>
            <p:cNvGrpSpPr/>
            <p:nvPr/>
          </p:nvGrpSpPr>
          <p:grpSpPr>
            <a:xfrm>
              <a:off x="7979651" y="1984293"/>
              <a:ext cx="163375" cy="114008"/>
              <a:chOff x="8786411" y="2519876"/>
              <a:chExt cx="480707" cy="335455"/>
            </a:xfrm>
            <a:solidFill>
              <a:srgbClr val="FFC000"/>
            </a:solidFill>
          </p:grpSpPr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CB665618-4FDF-1C37-C787-A982768E096F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60" name="Oval 1259">
                <a:extLst>
                  <a:ext uri="{FF2B5EF4-FFF2-40B4-BE49-F238E27FC236}">
                    <a16:creationId xmlns:a16="http://schemas.microsoft.com/office/drawing/2014/main" id="{0278ADC5-B34C-70A8-1877-02217DB20D09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61" name="Oval 1260">
                <a:extLst>
                  <a:ext uri="{FF2B5EF4-FFF2-40B4-BE49-F238E27FC236}">
                    <a16:creationId xmlns:a16="http://schemas.microsoft.com/office/drawing/2014/main" id="{2E52BC2F-D137-A8BD-8AD0-B0ED4F719712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91" name="Group 1190">
              <a:extLst>
                <a:ext uri="{FF2B5EF4-FFF2-40B4-BE49-F238E27FC236}">
                  <a16:creationId xmlns:a16="http://schemas.microsoft.com/office/drawing/2014/main" id="{94356B34-A24D-16D7-60B6-AAA0F1A3EF5B}"/>
                </a:ext>
              </a:extLst>
            </p:cNvPr>
            <p:cNvGrpSpPr/>
            <p:nvPr/>
          </p:nvGrpSpPr>
          <p:grpSpPr>
            <a:xfrm>
              <a:off x="7509668" y="2100654"/>
              <a:ext cx="147437" cy="113074"/>
              <a:chOff x="7839715" y="2553300"/>
              <a:chExt cx="433812" cy="332704"/>
            </a:xfrm>
            <a:solidFill>
              <a:srgbClr val="FFC000"/>
            </a:solidFill>
          </p:grpSpPr>
          <p:sp>
            <p:nvSpPr>
              <p:cNvPr id="1255" name="Oval 1254">
                <a:extLst>
                  <a:ext uri="{FF2B5EF4-FFF2-40B4-BE49-F238E27FC236}">
                    <a16:creationId xmlns:a16="http://schemas.microsoft.com/office/drawing/2014/main" id="{6F022698-3D6A-7F24-DC85-8D8A44132FD7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56" name="Oval 1255">
                <a:extLst>
                  <a:ext uri="{FF2B5EF4-FFF2-40B4-BE49-F238E27FC236}">
                    <a16:creationId xmlns:a16="http://schemas.microsoft.com/office/drawing/2014/main" id="{7A9B9624-3467-0A5A-E58A-E7CBB439D22A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57" name="Oval 1256">
                <a:extLst>
                  <a:ext uri="{FF2B5EF4-FFF2-40B4-BE49-F238E27FC236}">
                    <a16:creationId xmlns:a16="http://schemas.microsoft.com/office/drawing/2014/main" id="{6D820752-8EB1-7DA0-C611-CB179A6EB016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58" name="Oval 1257">
                <a:extLst>
                  <a:ext uri="{FF2B5EF4-FFF2-40B4-BE49-F238E27FC236}">
                    <a16:creationId xmlns:a16="http://schemas.microsoft.com/office/drawing/2014/main" id="{9C1CCE27-0F82-1F9E-DF55-DE52D53DC438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92" name="Group 1191">
              <a:extLst>
                <a:ext uri="{FF2B5EF4-FFF2-40B4-BE49-F238E27FC236}">
                  <a16:creationId xmlns:a16="http://schemas.microsoft.com/office/drawing/2014/main" id="{9688D048-8728-D91E-A652-B34E8766956F}"/>
                </a:ext>
              </a:extLst>
            </p:cNvPr>
            <p:cNvGrpSpPr/>
            <p:nvPr/>
          </p:nvGrpSpPr>
          <p:grpSpPr>
            <a:xfrm>
              <a:off x="7663463" y="2056182"/>
              <a:ext cx="147437" cy="113074"/>
              <a:chOff x="8292233" y="2422448"/>
              <a:chExt cx="433812" cy="332704"/>
            </a:xfrm>
            <a:solidFill>
              <a:srgbClr val="FFC000"/>
            </a:solidFill>
          </p:grpSpPr>
          <p:sp>
            <p:nvSpPr>
              <p:cNvPr id="1252" name="Oval 1251">
                <a:extLst>
                  <a:ext uri="{FF2B5EF4-FFF2-40B4-BE49-F238E27FC236}">
                    <a16:creationId xmlns:a16="http://schemas.microsoft.com/office/drawing/2014/main" id="{7283F33F-7E22-03F0-F8A2-1446B688E2B8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53" name="Oval 1252">
                <a:extLst>
                  <a:ext uri="{FF2B5EF4-FFF2-40B4-BE49-F238E27FC236}">
                    <a16:creationId xmlns:a16="http://schemas.microsoft.com/office/drawing/2014/main" id="{A9497E67-FEE7-32CB-F4DF-7A3201118626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54" name="Oval 1253">
                <a:extLst>
                  <a:ext uri="{FF2B5EF4-FFF2-40B4-BE49-F238E27FC236}">
                    <a16:creationId xmlns:a16="http://schemas.microsoft.com/office/drawing/2014/main" id="{2F9C2D84-AE97-E4F3-DEDD-7DE055EBB744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1193" name="Oval 1192">
              <a:extLst>
                <a:ext uri="{FF2B5EF4-FFF2-40B4-BE49-F238E27FC236}">
                  <a16:creationId xmlns:a16="http://schemas.microsoft.com/office/drawing/2014/main" id="{98DBEB6C-B124-E978-7555-139E9E516A53}"/>
                </a:ext>
              </a:extLst>
            </p:cNvPr>
            <p:cNvSpPr/>
            <p:nvPr/>
          </p:nvSpPr>
          <p:spPr>
            <a:xfrm>
              <a:off x="7694996" y="2134695"/>
              <a:ext cx="147437" cy="113074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4" name="Oval 1193">
              <a:extLst>
                <a:ext uri="{FF2B5EF4-FFF2-40B4-BE49-F238E27FC236}">
                  <a16:creationId xmlns:a16="http://schemas.microsoft.com/office/drawing/2014/main" id="{E3EA59C9-4360-2D3A-C538-07B244DECCA0}"/>
                </a:ext>
              </a:extLst>
            </p:cNvPr>
            <p:cNvSpPr/>
            <p:nvPr/>
          </p:nvSpPr>
          <p:spPr>
            <a:xfrm>
              <a:off x="7785682" y="2202512"/>
              <a:ext cx="24321" cy="24321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5" name="Oval 1194">
              <a:extLst>
                <a:ext uri="{FF2B5EF4-FFF2-40B4-BE49-F238E27FC236}">
                  <a16:creationId xmlns:a16="http://schemas.microsoft.com/office/drawing/2014/main" id="{2CAA23BD-F281-30DC-1EB3-534FF36DAB9E}"/>
                </a:ext>
              </a:extLst>
            </p:cNvPr>
            <p:cNvSpPr/>
            <p:nvPr/>
          </p:nvSpPr>
          <p:spPr>
            <a:xfrm>
              <a:off x="7815134" y="2192651"/>
              <a:ext cx="15538" cy="15538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1197" name="Group 1196">
              <a:extLst>
                <a:ext uri="{FF2B5EF4-FFF2-40B4-BE49-F238E27FC236}">
                  <a16:creationId xmlns:a16="http://schemas.microsoft.com/office/drawing/2014/main" id="{8ACA7ED0-3F15-1EF2-FCA3-C38D6997110B}"/>
                </a:ext>
              </a:extLst>
            </p:cNvPr>
            <p:cNvGrpSpPr/>
            <p:nvPr/>
          </p:nvGrpSpPr>
          <p:grpSpPr>
            <a:xfrm>
              <a:off x="7420324" y="2033571"/>
              <a:ext cx="147437" cy="113074"/>
              <a:chOff x="7576832" y="2355919"/>
              <a:chExt cx="433812" cy="332704"/>
            </a:xfrm>
            <a:solidFill>
              <a:srgbClr val="FFC000"/>
            </a:solidFill>
          </p:grpSpPr>
          <p:sp>
            <p:nvSpPr>
              <p:cNvPr id="1247" name="Oval 1246">
                <a:extLst>
                  <a:ext uri="{FF2B5EF4-FFF2-40B4-BE49-F238E27FC236}">
                    <a16:creationId xmlns:a16="http://schemas.microsoft.com/office/drawing/2014/main" id="{FAF4C2D2-2EFA-1C93-08D1-E8240C57CA16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48" name="Oval 1247">
                <a:extLst>
                  <a:ext uri="{FF2B5EF4-FFF2-40B4-BE49-F238E27FC236}">
                    <a16:creationId xmlns:a16="http://schemas.microsoft.com/office/drawing/2014/main" id="{99DC2B23-C26A-F439-4458-94FF08F9624A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49" name="Oval 1248">
                <a:extLst>
                  <a:ext uri="{FF2B5EF4-FFF2-40B4-BE49-F238E27FC236}">
                    <a16:creationId xmlns:a16="http://schemas.microsoft.com/office/drawing/2014/main" id="{39D3BABC-3D16-0C53-7291-EE0839345AEF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98" name="Group 1197">
              <a:extLst>
                <a:ext uri="{FF2B5EF4-FFF2-40B4-BE49-F238E27FC236}">
                  <a16:creationId xmlns:a16="http://schemas.microsoft.com/office/drawing/2014/main" id="{B8132C90-3AAC-82B2-D888-AD1E1164ACAD}"/>
                </a:ext>
              </a:extLst>
            </p:cNvPr>
            <p:cNvGrpSpPr/>
            <p:nvPr/>
          </p:nvGrpSpPr>
          <p:grpSpPr>
            <a:xfrm>
              <a:off x="7872057" y="1972107"/>
              <a:ext cx="147437" cy="113074"/>
              <a:chOff x="8905992" y="2175071"/>
              <a:chExt cx="433812" cy="332704"/>
            </a:xfrm>
            <a:solidFill>
              <a:srgbClr val="FFC000"/>
            </a:solidFill>
          </p:grpSpPr>
          <p:sp>
            <p:nvSpPr>
              <p:cNvPr id="1243" name="Oval 1242">
                <a:extLst>
                  <a:ext uri="{FF2B5EF4-FFF2-40B4-BE49-F238E27FC236}">
                    <a16:creationId xmlns:a16="http://schemas.microsoft.com/office/drawing/2014/main" id="{D913482A-2A93-73FB-200C-84EDDEA0C5E3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44" name="Oval 1243">
                <a:extLst>
                  <a:ext uri="{FF2B5EF4-FFF2-40B4-BE49-F238E27FC236}">
                    <a16:creationId xmlns:a16="http://schemas.microsoft.com/office/drawing/2014/main" id="{5D8FCCA2-0358-EC9B-F482-A2AA9E68712D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45" name="Oval 1244">
                <a:extLst>
                  <a:ext uri="{FF2B5EF4-FFF2-40B4-BE49-F238E27FC236}">
                    <a16:creationId xmlns:a16="http://schemas.microsoft.com/office/drawing/2014/main" id="{9E0761A2-3DD1-21B6-55AE-AFD6FE44E47A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46" name="Oval 1245">
                <a:extLst>
                  <a:ext uri="{FF2B5EF4-FFF2-40B4-BE49-F238E27FC236}">
                    <a16:creationId xmlns:a16="http://schemas.microsoft.com/office/drawing/2014/main" id="{B649D97C-3EBC-ACFF-9A43-7479EFC964D3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99" name="Group 1198">
              <a:extLst>
                <a:ext uri="{FF2B5EF4-FFF2-40B4-BE49-F238E27FC236}">
                  <a16:creationId xmlns:a16="http://schemas.microsoft.com/office/drawing/2014/main" id="{5B081EAB-6F2B-307E-FED0-E214F325ABD0}"/>
                </a:ext>
              </a:extLst>
            </p:cNvPr>
            <p:cNvGrpSpPr/>
            <p:nvPr/>
          </p:nvGrpSpPr>
          <p:grpSpPr>
            <a:xfrm>
              <a:off x="7958240" y="2094969"/>
              <a:ext cx="147437" cy="113074"/>
              <a:chOff x="9309655" y="2557406"/>
              <a:chExt cx="433812" cy="332704"/>
            </a:xfrm>
            <a:solidFill>
              <a:srgbClr val="FFC000"/>
            </a:solidFill>
          </p:grpSpPr>
          <p:sp>
            <p:nvSpPr>
              <p:cNvPr id="1239" name="Oval 1238">
                <a:extLst>
                  <a:ext uri="{FF2B5EF4-FFF2-40B4-BE49-F238E27FC236}">
                    <a16:creationId xmlns:a16="http://schemas.microsoft.com/office/drawing/2014/main" id="{72F73AD0-F4C7-F943-0904-810D0EA054DE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40" name="Oval 1239">
                <a:extLst>
                  <a:ext uri="{FF2B5EF4-FFF2-40B4-BE49-F238E27FC236}">
                    <a16:creationId xmlns:a16="http://schemas.microsoft.com/office/drawing/2014/main" id="{B52EB6E7-B558-04B2-5ED3-4D0EF3F3C9E2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41" name="Oval 1240">
                <a:extLst>
                  <a:ext uri="{FF2B5EF4-FFF2-40B4-BE49-F238E27FC236}">
                    <a16:creationId xmlns:a16="http://schemas.microsoft.com/office/drawing/2014/main" id="{FA4BC7AB-6759-213F-39A6-EE3448C9552C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42" name="Oval 1241">
                <a:extLst>
                  <a:ext uri="{FF2B5EF4-FFF2-40B4-BE49-F238E27FC236}">
                    <a16:creationId xmlns:a16="http://schemas.microsoft.com/office/drawing/2014/main" id="{BCAC5426-84E4-AD48-18A3-6EF899AAABE3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200" name="Group 1199">
              <a:extLst>
                <a:ext uri="{FF2B5EF4-FFF2-40B4-BE49-F238E27FC236}">
                  <a16:creationId xmlns:a16="http://schemas.microsoft.com/office/drawing/2014/main" id="{642B8C1F-E35F-D6DF-5DEC-2E135F7D8836}"/>
                </a:ext>
              </a:extLst>
            </p:cNvPr>
            <p:cNvGrpSpPr/>
            <p:nvPr/>
          </p:nvGrpSpPr>
          <p:grpSpPr>
            <a:xfrm rot="9713598">
              <a:off x="7805669" y="2117984"/>
              <a:ext cx="163375" cy="114008"/>
              <a:chOff x="8786411" y="2519876"/>
              <a:chExt cx="480707" cy="335455"/>
            </a:xfrm>
            <a:solidFill>
              <a:srgbClr val="FFC000"/>
            </a:solidFill>
          </p:grpSpPr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2D583E93-52AD-F90D-C2ED-E5213F0DE35A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37" name="Oval 1236">
                <a:extLst>
                  <a:ext uri="{FF2B5EF4-FFF2-40B4-BE49-F238E27FC236}">
                    <a16:creationId xmlns:a16="http://schemas.microsoft.com/office/drawing/2014/main" id="{CD1CFCB5-D063-FAFA-C9E7-576082B4748B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38" name="Oval 1237">
                <a:extLst>
                  <a:ext uri="{FF2B5EF4-FFF2-40B4-BE49-F238E27FC236}">
                    <a16:creationId xmlns:a16="http://schemas.microsoft.com/office/drawing/2014/main" id="{84F2420E-63B4-150E-DABB-4CA2D3FFFB82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201" name="Group 1200">
              <a:extLst>
                <a:ext uri="{FF2B5EF4-FFF2-40B4-BE49-F238E27FC236}">
                  <a16:creationId xmlns:a16="http://schemas.microsoft.com/office/drawing/2014/main" id="{49DA0C72-E00F-B6D2-A4F6-A8D855B23A6C}"/>
                </a:ext>
              </a:extLst>
            </p:cNvPr>
            <p:cNvGrpSpPr/>
            <p:nvPr/>
          </p:nvGrpSpPr>
          <p:grpSpPr>
            <a:xfrm>
              <a:off x="7404441" y="1938425"/>
              <a:ext cx="229165" cy="115827"/>
              <a:chOff x="7702717" y="2138490"/>
              <a:chExt cx="674286" cy="340804"/>
            </a:xfrm>
            <a:solidFill>
              <a:srgbClr val="FFC000"/>
            </a:solidFill>
          </p:grpSpPr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7B1198A3-6DFA-9E39-50AD-73E943CC3838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33" name="Oval 1232">
                <a:extLst>
                  <a:ext uri="{FF2B5EF4-FFF2-40B4-BE49-F238E27FC236}">
                    <a16:creationId xmlns:a16="http://schemas.microsoft.com/office/drawing/2014/main" id="{E69AE5DB-33A5-F8A2-B8ED-E92F53D8456D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34" name="Oval 1233">
                <a:extLst>
                  <a:ext uri="{FF2B5EF4-FFF2-40B4-BE49-F238E27FC236}">
                    <a16:creationId xmlns:a16="http://schemas.microsoft.com/office/drawing/2014/main" id="{1504BE2A-C452-87BA-041C-E0556813464A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35" name="Oval 1234">
                <a:extLst>
                  <a:ext uri="{FF2B5EF4-FFF2-40B4-BE49-F238E27FC236}">
                    <a16:creationId xmlns:a16="http://schemas.microsoft.com/office/drawing/2014/main" id="{AA2D71E1-D6BD-B50B-BE33-65E747D90486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202" name="Group 1201">
              <a:extLst>
                <a:ext uri="{FF2B5EF4-FFF2-40B4-BE49-F238E27FC236}">
                  <a16:creationId xmlns:a16="http://schemas.microsoft.com/office/drawing/2014/main" id="{971B1817-2F84-C6F5-DC36-DF80C4CC5218}"/>
                </a:ext>
              </a:extLst>
            </p:cNvPr>
            <p:cNvGrpSpPr/>
            <p:nvPr/>
          </p:nvGrpSpPr>
          <p:grpSpPr>
            <a:xfrm>
              <a:off x="7926040" y="1788544"/>
              <a:ext cx="185998" cy="113074"/>
              <a:chOff x="2616513" y="2273732"/>
              <a:chExt cx="547272" cy="332704"/>
            </a:xfrm>
            <a:solidFill>
              <a:srgbClr val="FFC000"/>
            </a:solidFill>
          </p:grpSpPr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2D78CA99-E343-3C81-F089-C9CF215A27BC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29" name="Oval 1228">
                <a:extLst>
                  <a:ext uri="{FF2B5EF4-FFF2-40B4-BE49-F238E27FC236}">
                    <a16:creationId xmlns:a16="http://schemas.microsoft.com/office/drawing/2014/main" id="{5BBDAF73-44B8-6CDA-1FF2-1EC6B0118184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30" name="Oval 1229">
                <a:extLst>
                  <a:ext uri="{FF2B5EF4-FFF2-40B4-BE49-F238E27FC236}">
                    <a16:creationId xmlns:a16="http://schemas.microsoft.com/office/drawing/2014/main" id="{CE4BCC36-4888-3BE3-A093-871FC7359F77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31" name="Oval 1230">
                <a:extLst>
                  <a:ext uri="{FF2B5EF4-FFF2-40B4-BE49-F238E27FC236}">
                    <a16:creationId xmlns:a16="http://schemas.microsoft.com/office/drawing/2014/main" id="{7CDF1824-BA95-0103-B725-BE4F65D1C659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203" name="Group 1202">
              <a:extLst>
                <a:ext uri="{FF2B5EF4-FFF2-40B4-BE49-F238E27FC236}">
                  <a16:creationId xmlns:a16="http://schemas.microsoft.com/office/drawing/2014/main" id="{9E9E624A-B755-5174-84EE-1C91565FAFEB}"/>
                </a:ext>
              </a:extLst>
            </p:cNvPr>
            <p:cNvGrpSpPr/>
            <p:nvPr/>
          </p:nvGrpSpPr>
          <p:grpSpPr>
            <a:xfrm>
              <a:off x="7480027" y="1835597"/>
              <a:ext cx="147437" cy="113074"/>
              <a:chOff x="8292233" y="2422448"/>
              <a:chExt cx="433812" cy="332704"/>
            </a:xfrm>
            <a:solidFill>
              <a:srgbClr val="FFC000"/>
            </a:solidFill>
          </p:grpSpPr>
          <p:sp>
            <p:nvSpPr>
              <p:cNvPr id="1225" name="Oval 1224">
                <a:extLst>
                  <a:ext uri="{FF2B5EF4-FFF2-40B4-BE49-F238E27FC236}">
                    <a16:creationId xmlns:a16="http://schemas.microsoft.com/office/drawing/2014/main" id="{247FCB97-DEDB-03AF-51A7-CC8CF9A377E6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26" name="Oval 1225">
                <a:extLst>
                  <a:ext uri="{FF2B5EF4-FFF2-40B4-BE49-F238E27FC236}">
                    <a16:creationId xmlns:a16="http://schemas.microsoft.com/office/drawing/2014/main" id="{E8485827-612B-CCB5-81B9-CB0DBEF17FDE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27" name="Oval 1226">
                <a:extLst>
                  <a:ext uri="{FF2B5EF4-FFF2-40B4-BE49-F238E27FC236}">
                    <a16:creationId xmlns:a16="http://schemas.microsoft.com/office/drawing/2014/main" id="{A7F27F6E-6D64-C701-1717-38FA83C8BFA1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204" name="Group 1203">
              <a:extLst>
                <a:ext uri="{FF2B5EF4-FFF2-40B4-BE49-F238E27FC236}">
                  <a16:creationId xmlns:a16="http://schemas.microsoft.com/office/drawing/2014/main" id="{D5AE099B-22B6-9F4B-C3DB-0DDA1B7ECA94}"/>
                </a:ext>
              </a:extLst>
            </p:cNvPr>
            <p:cNvGrpSpPr/>
            <p:nvPr/>
          </p:nvGrpSpPr>
          <p:grpSpPr>
            <a:xfrm>
              <a:off x="7888722" y="1919164"/>
              <a:ext cx="147437" cy="113074"/>
              <a:chOff x="7839715" y="2553300"/>
              <a:chExt cx="433812" cy="332704"/>
            </a:xfrm>
            <a:solidFill>
              <a:srgbClr val="FFC000"/>
            </a:solidFill>
          </p:grpSpPr>
          <p:sp>
            <p:nvSpPr>
              <p:cNvPr id="1221" name="Oval 1220">
                <a:extLst>
                  <a:ext uri="{FF2B5EF4-FFF2-40B4-BE49-F238E27FC236}">
                    <a16:creationId xmlns:a16="http://schemas.microsoft.com/office/drawing/2014/main" id="{6C3D199F-9B58-AAA7-966B-344743CDCF12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22" name="Oval 1221">
                <a:extLst>
                  <a:ext uri="{FF2B5EF4-FFF2-40B4-BE49-F238E27FC236}">
                    <a16:creationId xmlns:a16="http://schemas.microsoft.com/office/drawing/2014/main" id="{7D167656-57A0-1B0B-7E1E-57944E9F6364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23" name="Oval 1222">
                <a:extLst>
                  <a:ext uri="{FF2B5EF4-FFF2-40B4-BE49-F238E27FC236}">
                    <a16:creationId xmlns:a16="http://schemas.microsoft.com/office/drawing/2014/main" id="{A78E22B5-E109-2168-9121-248A00539ADE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24" name="Oval 1223">
                <a:extLst>
                  <a:ext uri="{FF2B5EF4-FFF2-40B4-BE49-F238E27FC236}">
                    <a16:creationId xmlns:a16="http://schemas.microsoft.com/office/drawing/2014/main" id="{7202950E-81C3-FE91-2602-0257B1804F3C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205" name="Group 1204">
              <a:extLst>
                <a:ext uri="{FF2B5EF4-FFF2-40B4-BE49-F238E27FC236}">
                  <a16:creationId xmlns:a16="http://schemas.microsoft.com/office/drawing/2014/main" id="{B3351FE9-3A24-0E6C-D85C-1ED83F56CFBA}"/>
                </a:ext>
              </a:extLst>
            </p:cNvPr>
            <p:cNvGrpSpPr/>
            <p:nvPr/>
          </p:nvGrpSpPr>
          <p:grpSpPr>
            <a:xfrm>
              <a:off x="8057233" y="2086232"/>
              <a:ext cx="147437" cy="113074"/>
              <a:chOff x="8905992" y="2175071"/>
              <a:chExt cx="433812" cy="332704"/>
            </a:xfrm>
            <a:solidFill>
              <a:srgbClr val="FFC000"/>
            </a:solidFill>
          </p:grpSpPr>
          <p:sp>
            <p:nvSpPr>
              <p:cNvPr id="1217" name="Oval 1216">
                <a:extLst>
                  <a:ext uri="{FF2B5EF4-FFF2-40B4-BE49-F238E27FC236}">
                    <a16:creationId xmlns:a16="http://schemas.microsoft.com/office/drawing/2014/main" id="{8F0F06C7-2DD7-F1D8-DFDB-B3DE881BB8C3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18" name="Oval 1217">
                <a:extLst>
                  <a:ext uri="{FF2B5EF4-FFF2-40B4-BE49-F238E27FC236}">
                    <a16:creationId xmlns:a16="http://schemas.microsoft.com/office/drawing/2014/main" id="{AC8A420B-9BD1-09FE-16F4-CF33A83B42F7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19" name="Oval 1218">
                <a:extLst>
                  <a:ext uri="{FF2B5EF4-FFF2-40B4-BE49-F238E27FC236}">
                    <a16:creationId xmlns:a16="http://schemas.microsoft.com/office/drawing/2014/main" id="{E4708089-93E1-6F13-25ED-FE1B2D08CCAA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20" name="Oval 1219">
                <a:extLst>
                  <a:ext uri="{FF2B5EF4-FFF2-40B4-BE49-F238E27FC236}">
                    <a16:creationId xmlns:a16="http://schemas.microsoft.com/office/drawing/2014/main" id="{34111D7A-C6EE-9F89-E8D3-5A03579AA21A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206" name="Group 1205">
              <a:extLst>
                <a:ext uri="{FF2B5EF4-FFF2-40B4-BE49-F238E27FC236}">
                  <a16:creationId xmlns:a16="http://schemas.microsoft.com/office/drawing/2014/main" id="{1B8935F4-D9F2-9F32-1FF0-A571198BCE13}"/>
                </a:ext>
              </a:extLst>
            </p:cNvPr>
            <p:cNvGrpSpPr/>
            <p:nvPr/>
          </p:nvGrpSpPr>
          <p:grpSpPr>
            <a:xfrm>
              <a:off x="7589249" y="2158136"/>
              <a:ext cx="147437" cy="113074"/>
              <a:chOff x="8905992" y="2175071"/>
              <a:chExt cx="433812" cy="332704"/>
            </a:xfrm>
            <a:solidFill>
              <a:srgbClr val="FFC000"/>
            </a:solidFill>
          </p:grpSpPr>
          <p:sp>
            <p:nvSpPr>
              <p:cNvPr id="1213" name="Oval 1212">
                <a:extLst>
                  <a:ext uri="{FF2B5EF4-FFF2-40B4-BE49-F238E27FC236}">
                    <a16:creationId xmlns:a16="http://schemas.microsoft.com/office/drawing/2014/main" id="{FAD7C376-2F7A-BDF7-212A-1438CA101E22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14" name="Oval 1213">
                <a:extLst>
                  <a:ext uri="{FF2B5EF4-FFF2-40B4-BE49-F238E27FC236}">
                    <a16:creationId xmlns:a16="http://schemas.microsoft.com/office/drawing/2014/main" id="{AA8C8B03-7C29-C5A3-1B78-288970480EBE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15" name="Oval 1214">
                <a:extLst>
                  <a:ext uri="{FF2B5EF4-FFF2-40B4-BE49-F238E27FC236}">
                    <a16:creationId xmlns:a16="http://schemas.microsoft.com/office/drawing/2014/main" id="{24007F69-3C40-2DC8-F274-3D47AB450A89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16" name="Oval 1215">
                <a:extLst>
                  <a:ext uri="{FF2B5EF4-FFF2-40B4-BE49-F238E27FC236}">
                    <a16:creationId xmlns:a16="http://schemas.microsoft.com/office/drawing/2014/main" id="{3920287B-5D04-CB73-DEB4-D6D7778BE1C4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207" name="Group 1206">
              <a:extLst>
                <a:ext uri="{FF2B5EF4-FFF2-40B4-BE49-F238E27FC236}">
                  <a16:creationId xmlns:a16="http://schemas.microsoft.com/office/drawing/2014/main" id="{EC327B7E-BF4D-4CAA-E34C-3B32C7478573}"/>
                </a:ext>
              </a:extLst>
            </p:cNvPr>
            <p:cNvGrpSpPr/>
            <p:nvPr/>
          </p:nvGrpSpPr>
          <p:grpSpPr>
            <a:xfrm>
              <a:off x="7541927" y="2101600"/>
              <a:ext cx="185998" cy="113074"/>
              <a:chOff x="2616513" y="2273732"/>
              <a:chExt cx="547272" cy="332704"/>
            </a:xfrm>
            <a:solidFill>
              <a:srgbClr val="FFC000"/>
            </a:solidFill>
          </p:grpSpPr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66D2F4ED-8856-ADA9-92F8-9EBDF700B004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10" name="Oval 1209">
                <a:extLst>
                  <a:ext uri="{FF2B5EF4-FFF2-40B4-BE49-F238E27FC236}">
                    <a16:creationId xmlns:a16="http://schemas.microsoft.com/office/drawing/2014/main" id="{C2FE48C7-C4B6-1CD4-24D9-F3C0DF9E4A91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11" name="Oval 1210">
                <a:extLst>
                  <a:ext uri="{FF2B5EF4-FFF2-40B4-BE49-F238E27FC236}">
                    <a16:creationId xmlns:a16="http://schemas.microsoft.com/office/drawing/2014/main" id="{5C63273F-FCF7-ED9E-DD0D-C23E57DCFD35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212" name="Oval 1211">
                <a:extLst>
                  <a:ext uri="{FF2B5EF4-FFF2-40B4-BE49-F238E27FC236}">
                    <a16:creationId xmlns:a16="http://schemas.microsoft.com/office/drawing/2014/main" id="{8933462B-E588-5A6B-78FA-F788A46C904B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cxnSp>
          <p:nvCxnSpPr>
            <p:cNvPr id="1208" name="Straight Arrow Connector 1207">
              <a:extLst>
                <a:ext uri="{FF2B5EF4-FFF2-40B4-BE49-F238E27FC236}">
                  <a16:creationId xmlns:a16="http://schemas.microsoft.com/office/drawing/2014/main" id="{6D1AE3A0-A6A1-7013-9780-1F638083DFBB}"/>
                </a:ext>
              </a:extLst>
            </p:cNvPr>
            <p:cNvCxnSpPr>
              <a:cxnSpLocks/>
            </p:cNvCxnSpPr>
            <p:nvPr/>
          </p:nvCxnSpPr>
          <p:spPr>
            <a:xfrm>
              <a:off x="6737819" y="1898882"/>
              <a:ext cx="447770" cy="0"/>
            </a:xfrm>
            <a:prstGeom prst="straightConnector1">
              <a:avLst/>
            </a:prstGeom>
            <a:solidFill>
              <a:srgbClr val="FFC000"/>
            </a:solidFill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72" name="TextBox 1371">
              <a:extLst>
                <a:ext uri="{FF2B5EF4-FFF2-40B4-BE49-F238E27FC236}">
                  <a16:creationId xmlns:a16="http://schemas.microsoft.com/office/drawing/2014/main" id="{EF8ABB1C-CFE6-883B-FD12-667735109794}"/>
                </a:ext>
              </a:extLst>
            </p:cNvPr>
            <p:cNvSpPr txBox="1"/>
            <p:nvPr/>
          </p:nvSpPr>
          <p:spPr>
            <a:xfrm>
              <a:off x="6545083" y="1906708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noProof="0" dirty="0">
                  <a:solidFill>
                    <a:srgbClr val="FFC000"/>
                  </a:solidFill>
                </a:rPr>
                <a:t>cond3</a:t>
              </a:r>
            </a:p>
          </p:txBody>
        </p:sp>
      </p:grpSp>
      <p:sp>
        <p:nvSpPr>
          <p:cNvPr id="1373" name="TextBox 1372">
            <a:extLst>
              <a:ext uri="{FF2B5EF4-FFF2-40B4-BE49-F238E27FC236}">
                <a16:creationId xmlns:a16="http://schemas.microsoft.com/office/drawing/2014/main" id="{B4835C63-EC2F-F455-A40B-3459627845EF}"/>
              </a:ext>
            </a:extLst>
          </p:cNvPr>
          <p:cNvSpPr txBox="1"/>
          <p:nvPr/>
        </p:nvSpPr>
        <p:spPr>
          <a:xfrm>
            <a:off x="7228299" y="2504391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solidFill>
                  <a:schemeClr val="accent4"/>
                </a:solidFill>
              </a:rPr>
              <a:t>cond4</a:t>
            </a:r>
          </a:p>
        </p:txBody>
      </p:sp>
      <p:grpSp>
        <p:nvGrpSpPr>
          <p:cNvPr id="1405" name="Group 1404">
            <a:extLst>
              <a:ext uri="{FF2B5EF4-FFF2-40B4-BE49-F238E27FC236}">
                <a16:creationId xmlns:a16="http://schemas.microsoft.com/office/drawing/2014/main" id="{D8142764-A6C5-F02C-BDBC-2A0C63573E6E}"/>
              </a:ext>
            </a:extLst>
          </p:cNvPr>
          <p:cNvGrpSpPr/>
          <p:nvPr/>
        </p:nvGrpSpPr>
        <p:grpSpPr>
          <a:xfrm>
            <a:off x="9106364" y="2296115"/>
            <a:ext cx="1947948" cy="628500"/>
            <a:chOff x="9106364" y="2362790"/>
            <a:chExt cx="1947948" cy="628500"/>
          </a:xfrm>
        </p:grpSpPr>
        <p:grpSp>
          <p:nvGrpSpPr>
            <p:cNvPr id="693" name="Group 692">
              <a:extLst>
                <a:ext uri="{FF2B5EF4-FFF2-40B4-BE49-F238E27FC236}">
                  <a16:creationId xmlns:a16="http://schemas.microsoft.com/office/drawing/2014/main" id="{F10ACC8E-DAD2-DDEE-3278-452E63E1A84E}"/>
                </a:ext>
              </a:extLst>
            </p:cNvPr>
            <p:cNvGrpSpPr/>
            <p:nvPr/>
          </p:nvGrpSpPr>
          <p:grpSpPr>
            <a:xfrm>
              <a:off x="10525307" y="2362790"/>
              <a:ext cx="229165" cy="115827"/>
              <a:chOff x="7702717" y="2138490"/>
              <a:chExt cx="674286" cy="340804"/>
            </a:xfrm>
            <a:solidFill>
              <a:schemeClr val="accent5"/>
            </a:solidFill>
          </p:grpSpPr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04895355-4DE0-EE97-92AA-4DD4A299047D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10" name="Oval 909">
                <a:extLst>
                  <a:ext uri="{FF2B5EF4-FFF2-40B4-BE49-F238E27FC236}">
                    <a16:creationId xmlns:a16="http://schemas.microsoft.com/office/drawing/2014/main" id="{2D2014EC-BD66-BA5F-05A2-0BA116137333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11" name="Oval 910">
                <a:extLst>
                  <a:ext uri="{FF2B5EF4-FFF2-40B4-BE49-F238E27FC236}">
                    <a16:creationId xmlns:a16="http://schemas.microsoft.com/office/drawing/2014/main" id="{ECFA5A2C-8203-C73F-10D5-A88D4842D6AA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12" name="Oval 911">
                <a:extLst>
                  <a:ext uri="{FF2B5EF4-FFF2-40B4-BE49-F238E27FC236}">
                    <a16:creationId xmlns:a16="http://schemas.microsoft.com/office/drawing/2014/main" id="{F2C73DDF-DFEC-DE46-038F-6D6EE39F200B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id="{E2FA7CF2-FEE2-12C2-6A9D-242979586A61}"/>
                </a:ext>
              </a:extLst>
            </p:cNvPr>
            <p:cNvGrpSpPr/>
            <p:nvPr/>
          </p:nvGrpSpPr>
          <p:grpSpPr>
            <a:xfrm>
              <a:off x="10368062" y="2569563"/>
              <a:ext cx="147437" cy="113074"/>
              <a:chOff x="7839715" y="2553300"/>
              <a:chExt cx="433812" cy="332704"/>
            </a:xfrm>
            <a:solidFill>
              <a:schemeClr val="accent5"/>
            </a:solidFill>
          </p:grpSpPr>
          <p:sp>
            <p:nvSpPr>
              <p:cNvPr id="905" name="Oval 904">
                <a:extLst>
                  <a:ext uri="{FF2B5EF4-FFF2-40B4-BE49-F238E27FC236}">
                    <a16:creationId xmlns:a16="http://schemas.microsoft.com/office/drawing/2014/main" id="{99A290BB-0795-D62C-36AD-6344C2998593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06" name="Oval 905">
                <a:extLst>
                  <a:ext uri="{FF2B5EF4-FFF2-40B4-BE49-F238E27FC236}">
                    <a16:creationId xmlns:a16="http://schemas.microsoft.com/office/drawing/2014/main" id="{AABB066B-6CAE-347B-CA57-C8FCF3AF1A36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07" name="Oval 906">
                <a:extLst>
                  <a:ext uri="{FF2B5EF4-FFF2-40B4-BE49-F238E27FC236}">
                    <a16:creationId xmlns:a16="http://schemas.microsoft.com/office/drawing/2014/main" id="{8F854646-5BC8-C08A-C8CF-DC4B2EF58C93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08" name="Oval 907">
                <a:extLst>
                  <a:ext uri="{FF2B5EF4-FFF2-40B4-BE49-F238E27FC236}">
                    <a16:creationId xmlns:a16="http://schemas.microsoft.com/office/drawing/2014/main" id="{BD9FB275-7476-780F-9AF0-5E01F7341387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695" name="Group 694">
              <a:extLst>
                <a:ext uri="{FF2B5EF4-FFF2-40B4-BE49-F238E27FC236}">
                  <a16:creationId xmlns:a16="http://schemas.microsoft.com/office/drawing/2014/main" id="{92021543-AA55-FB29-014D-8179FB651964}"/>
                </a:ext>
              </a:extLst>
            </p:cNvPr>
            <p:cNvGrpSpPr/>
            <p:nvPr/>
          </p:nvGrpSpPr>
          <p:grpSpPr>
            <a:xfrm>
              <a:off x="10521856" y="2525091"/>
              <a:ext cx="147437" cy="113074"/>
              <a:chOff x="8292233" y="2422448"/>
              <a:chExt cx="433812" cy="332704"/>
            </a:xfrm>
            <a:solidFill>
              <a:schemeClr val="accent5"/>
            </a:solidFill>
          </p:grpSpPr>
          <p:sp>
            <p:nvSpPr>
              <p:cNvPr id="902" name="Oval 901">
                <a:extLst>
                  <a:ext uri="{FF2B5EF4-FFF2-40B4-BE49-F238E27FC236}">
                    <a16:creationId xmlns:a16="http://schemas.microsoft.com/office/drawing/2014/main" id="{E9625895-A1A5-6C19-65C3-B351340C038A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03" name="Oval 902">
                <a:extLst>
                  <a:ext uri="{FF2B5EF4-FFF2-40B4-BE49-F238E27FC236}">
                    <a16:creationId xmlns:a16="http://schemas.microsoft.com/office/drawing/2014/main" id="{7D7067A1-D951-21C7-6E48-A44758E6ED43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04" name="Oval 903">
                <a:extLst>
                  <a:ext uri="{FF2B5EF4-FFF2-40B4-BE49-F238E27FC236}">
                    <a16:creationId xmlns:a16="http://schemas.microsoft.com/office/drawing/2014/main" id="{5326D35A-ED45-C6DA-C217-983AF66F49CA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696" name="Oval 695">
              <a:extLst>
                <a:ext uri="{FF2B5EF4-FFF2-40B4-BE49-F238E27FC236}">
                  <a16:creationId xmlns:a16="http://schemas.microsoft.com/office/drawing/2014/main" id="{E6FBE815-ABDB-DD28-4750-A9CD7CE4AED5}"/>
                </a:ext>
              </a:extLst>
            </p:cNvPr>
            <p:cNvSpPr/>
            <p:nvPr/>
          </p:nvSpPr>
          <p:spPr>
            <a:xfrm>
              <a:off x="10553389" y="2603604"/>
              <a:ext cx="147437" cy="113074"/>
            </a:xfrm>
            <a:prstGeom prst="ellipse">
              <a:avLst/>
            </a:prstGeom>
            <a:solidFill>
              <a:schemeClr val="accent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97" name="Oval 696">
              <a:extLst>
                <a:ext uri="{FF2B5EF4-FFF2-40B4-BE49-F238E27FC236}">
                  <a16:creationId xmlns:a16="http://schemas.microsoft.com/office/drawing/2014/main" id="{679FB7B7-010C-70A1-FEDA-B1B57E724306}"/>
                </a:ext>
              </a:extLst>
            </p:cNvPr>
            <p:cNvSpPr/>
            <p:nvPr/>
          </p:nvSpPr>
          <p:spPr>
            <a:xfrm>
              <a:off x="10644076" y="2671421"/>
              <a:ext cx="24321" cy="2432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698" name="Group 697">
              <a:extLst>
                <a:ext uri="{FF2B5EF4-FFF2-40B4-BE49-F238E27FC236}">
                  <a16:creationId xmlns:a16="http://schemas.microsoft.com/office/drawing/2014/main" id="{35331A97-0AFE-6D14-0ED5-43655C9D90D0}"/>
                </a:ext>
              </a:extLst>
            </p:cNvPr>
            <p:cNvGrpSpPr/>
            <p:nvPr/>
          </p:nvGrpSpPr>
          <p:grpSpPr>
            <a:xfrm>
              <a:off x="9294978" y="2541895"/>
              <a:ext cx="185998" cy="113074"/>
              <a:chOff x="2616513" y="2273732"/>
              <a:chExt cx="547272" cy="332704"/>
            </a:xfrm>
            <a:solidFill>
              <a:schemeClr val="accent5"/>
            </a:solidFill>
          </p:grpSpPr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84F475F5-83A5-C68F-A8FB-B2C0A3F43F04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99" name="Oval 898">
                <a:extLst>
                  <a:ext uri="{FF2B5EF4-FFF2-40B4-BE49-F238E27FC236}">
                    <a16:creationId xmlns:a16="http://schemas.microsoft.com/office/drawing/2014/main" id="{6D75211E-4C7C-D2EC-E94D-FC57237157AB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00" name="Oval 899">
                <a:extLst>
                  <a:ext uri="{FF2B5EF4-FFF2-40B4-BE49-F238E27FC236}">
                    <a16:creationId xmlns:a16="http://schemas.microsoft.com/office/drawing/2014/main" id="{123BC4E8-0ACE-23C1-A0EA-5C06485ACB47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01" name="Oval 900">
                <a:extLst>
                  <a:ext uri="{FF2B5EF4-FFF2-40B4-BE49-F238E27FC236}">
                    <a16:creationId xmlns:a16="http://schemas.microsoft.com/office/drawing/2014/main" id="{B2924EAA-E211-24B5-B5CB-B12C5B53D00E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699" name="Oval 698">
              <a:extLst>
                <a:ext uri="{FF2B5EF4-FFF2-40B4-BE49-F238E27FC236}">
                  <a16:creationId xmlns:a16="http://schemas.microsoft.com/office/drawing/2014/main" id="{3651B4FC-B95B-8D02-D76C-F2916EB2151E}"/>
                </a:ext>
              </a:extLst>
            </p:cNvPr>
            <p:cNvSpPr/>
            <p:nvPr/>
          </p:nvSpPr>
          <p:spPr>
            <a:xfrm>
              <a:off x="10673528" y="2661560"/>
              <a:ext cx="15538" cy="1553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700" name="Group 699">
              <a:extLst>
                <a:ext uri="{FF2B5EF4-FFF2-40B4-BE49-F238E27FC236}">
                  <a16:creationId xmlns:a16="http://schemas.microsoft.com/office/drawing/2014/main" id="{316950EE-0E0C-DFFD-D62D-F9A057D09533}"/>
                </a:ext>
              </a:extLst>
            </p:cNvPr>
            <p:cNvGrpSpPr/>
            <p:nvPr/>
          </p:nvGrpSpPr>
          <p:grpSpPr>
            <a:xfrm>
              <a:off x="10575628" y="2456731"/>
              <a:ext cx="147437" cy="113074"/>
              <a:chOff x="8450452" y="2221310"/>
              <a:chExt cx="433812" cy="332704"/>
            </a:xfrm>
            <a:solidFill>
              <a:schemeClr val="accent5"/>
            </a:solidFill>
          </p:grpSpPr>
          <p:sp>
            <p:nvSpPr>
              <p:cNvPr id="896" name="Oval 895">
                <a:extLst>
                  <a:ext uri="{FF2B5EF4-FFF2-40B4-BE49-F238E27FC236}">
                    <a16:creationId xmlns:a16="http://schemas.microsoft.com/office/drawing/2014/main" id="{71934C8F-639B-BEB0-776C-833FEB5DCF3F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97" name="Oval 896">
                <a:extLst>
                  <a:ext uri="{FF2B5EF4-FFF2-40B4-BE49-F238E27FC236}">
                    <a16:creationId xmlns:a16="http://schemas.microsoft.com/office/drawing/2014/main" id="{4DDE30E1-1C0A-5201-6854-0D62F0F92D97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01" name="Group 700">
              <a:extLst>
                <a:ext uri="{FF2B5EF4-FFF2-40B4-BE49-F238E27FC236}">
                  <a16:creationId xmlns:a16="http://schemas.microsoft.com/office/drawing/2014/main" id="{9E11B63E-9E1A-5013-C7CC-6DC6E470A680}"/>
                </a:ext>
              </a:extLst>
            </p:cNvPr>
            <p:cNvGrpSpPr/>
            <p:nvPr/>
          </p:nvGrpSpPr>
          <p:grpSpPr>
            <a:xfrm>
              <a:off x="10278718" y="2502480"/>
              <a:ext cx="147437" cy="113074"/>
              <a:chOff x="7576832" y="2355919"/>
              <a:chExt cx="433812" cy="332704"/>
            </a:xfrm>
            <a:solidFill>
              <a:schemeClr val="accent5"/>
            </a:solidFill>
          </p:grpSpPr>
          <p:sp>
            <p:nvSpPr>
              <p:cNvPr id="893" name="Oval 892">
                <a:extLst>
                  <a:ext uri="{FF2B5EF4-FFF2-40B4-BE49-F238E27FC236}">
                    <a16:creationId xmlns:a16="http://schemas.microsoft.com/office/drawing/2014/main" id="{55C339CB-BCC8-323A-04FC-8B6A4D15AEB0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94" name="Oval 893">
                <a:extLst>
                  <a:ext uri="{FF2B5EF4-FFF2-40B4-BE49-F238E27FC236}">
                    <a16:creationId xmlns:a16="http://schemas.microsoft.com/office/drawing/2014/main" id="{49D9136D-EC0F-E366-F13E-88C84ECF1476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95" name="Oval 894">
                <a:extLst>
                  <a:ext uri="{FF2B5EF4-FFF2-40B4-BE49-F238E27FC236}">
                    <a16:creationId xmlns:a16="http://schemas.microsoft.com/office/drawing/2014/main" id="{6282A16C-9A38-4464-F8C5-E36DF7E8210E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02" name="Group 701">
              <a:extLst>
                <a:ext uri="{FF2B5EF4-FFF2-40B4-BE49-F238E27FC236}">
                  <a16:creationId xmlns:a16="http://schemas.microsoft.com/office/drawing/2014/main" id="{19B401AD-31A5-E38D-230D-5FD64811BE98}"/>
                </a:ext>
              </a:extLst>
            </p:cNvPr>
            <p:cNvGrpSpPr/>
            <p:nvPr/>
          </p:nvGrpSpPr>
          <p:grpSpPr>
            <a:xfrm>
              <a:off x="10730451" y="2441016"/>
              <a:ext cx="147437" cy="113074"/>
              <a:chOff x="8905992" y="2175071"/>
              <a:chExt cx="433812" cy="332704"/>
            </a:xfrm>
            <a:solidFill>
              <a:schemeClr val="accent5"/>
            </a:solidFill>
          </p:grpSpPr>
          <p:sp>
            <p:nvSpPr>
              <p:cNvPr id="889" name="Oval 888">
                <a:extLst>
                  <a:ext uri="{FF2B5EF4-FFF2-40B4-BE49-F238E27FC236}">
                    <a16:creationId xmlns:a16="http://schemas.microsoft.com/office/drawing/2014/main" id="{249E19BF-42B0-A421-7A8A-8A2F6F1D4EB2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90" name="Oval 889">
                <a:extLst>
                  <a:ext uri="{FF2B5EF4-FFF2-40B4-BE49-F238E27FC236}">
                    <a16:creationId xmlns:a16="http://schemas.microsoft.com/office/drawing/2014/main" id="{1A2B3EDA-8E25-7B22-0A24-752A1A858A5D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91" name="Oval 890">
                <a:extLst>
                  <a:ext uri="{FF2B5EF4-FFF2-40B4-BE49-F238E27FC236}">
                    <a16:creationId xmlns:a16="http://schemas.microsoft.com/office/drawing/2014/main" id="{21B45608-B633-8D32-176A-FC34E95BCC1F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92" name="Oval 891">
                <a:extLst>
                  <a:ext uri="{FF2B5EF4-FFF2-40B4-BE49-F238E27FC236}">
                    <a16:creationId xmlns:a16="http://schemas.microsoft.com/office/drawing/2014/main" id="{D68C3D49-C002-948F-501B-98C96BA9B9A2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03" name="Group 702">
              <a:extLst>
                <a:ext uri="{FF2B5EF4-FFF2-40B4-BE49-F238E27FC236}">
                  <a16:creationId xmlns:a16="http://schemas.microsoft.com/office/drawing/2014/main" id="{5C2CA053-7AAC-5AC2-97FC-A8415EC597C9}"/>
                </a:ext>
              </a:extLst>
            </p:cNvPr>
            <p:cNvGrpSpPr/>
            <p:nvPr/>
          </p:nvGrpSpPr>
          <p:grpSpPr>
            <a:xfrm>
              <a:off x="10816634" y="2563878"/>
              <a:ext cx="147437" cy="113074"/>
              <a:chOff x="9309655" y="2557406"/>
              <a:chExt cx="433812" cy="332704"/>
            </a:xfrm>
            <a:solidFill>
              <a:schemeClr val="accent5"/>
            </a:solidFill>
          </p:grpSpPr>
          <p:sp>
            <p:nvSpPr>
              <p:cNvPr id="885" name="Oval 884">
                <a:extLst>
                  <a:ext uri="{FF2B5EF4-FFF2-40B4-BE49-F238E27FC236}">
                    <a16:creationId xmlns:a16="http://schemas.microsoft.com/office/drawing/2014/main" id="{8F213582-D3D8-85B9-0CC9-E8D07549814C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86" name="Oval 885">
                <a:extLst>
                  <a:ext uri="{FF2B5EF4-FFF2-40B4-BE49-F238E27FC236}">
                    <a16:creationId xmlns:a16="http://schemas.microsoft.com/office/drawing/2014/main" id="{918DA85D-F7C8-BA8F-F468-B124329DC760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87" name="Oval 886">
                <a:extLst>
                  <a:ext uri="{FF2B5EF4-FFF2-40B4-BE49-F238E27FC236}">
                    <a16:creationId xmlns:a16="http://schemas.microsoft.com/office/drawing/2014/main" id="{A69F044B-1686-4577-8330-38400B7F5E9B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88" name="Oval 887">
                <a:extLst>
                  <a:ext uri="{FF2B5EF4-FFF2-40B4-BE49-F238E27FC236}">
                    <a16:creationId xmlns:a16="http://schemas.microsoft.com/office/drawing/2014/main" id="{2C99B936-554E-E358-A55F-31A155EE6909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04" name="Group 703">
              <a:extLst>
                <a:ext uri="{FF2B5EF4-FFF2-40B4-BE49-F238E27FC236}">
                  <a16:creationId xmlns:a16="http://schemas.microsoft.com/office/drawing/2014/main" id="{B2D2A081-1134-4D85-8198-F8B823A57ED2}"/>
                </a:ext>
              </a:extLst>
            </p:cNvPr>
            <p:cNvGrpSpPr/>
            <p:nvPr/>
          </p:nvGrpSpPr>
          <p:grpSpPr>
            <a:xfrm>
              <a:off x="10689808" y="2558203"/>
              <a:ext cx="163375" cy="114008"/>
              <a:chOff x="8786411" y="2519876"/>
              <a:chExt cx="480707" cy="335455"/>
            </a:xfrm>
            <a:solidFill>
              <a:schemeClr val="accent5"/>
            </a:solidFill>
          </p:grpSpPr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7C3620E5-10CA-3DF8-3B00-F363146EE367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83" name="Oval 882">
                <a:extLst>
                  <a:ext uri="{FF2B5EF4-FFF2-40B4-BE49-F238E27FC236}">
                    <a16:creationId xmlns:a16="http://schemas.microsoft.com/office/drawing/2014/main" id="{B01E21E4-BB3A-34D9-4195-D4968FAC885D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84" name="Oval 883">
                <a:extLst>
                  <a:ext uri="{FF2B5EF4-FFF2-40B4-BE49-F238E27FC236}">
                    <a16:creationId xmlns:a16="http://schemas.microsoft.com/office/drawing/2014/main" id="{9F8CF63B-DAD4-AC79-7798-C307D096368C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05" name="Group 704">
              <a:extLst>
                <a:ext uri="{FF2B5EF4-FFF2-40B4-BE49-F238E27FC236}">
                  <a16:creationId xmlns:a16="http://schemas.microsoft.com/office/drawing/2014/main" id="{0AABA369-BC11-B162-ED1B-49BEFC54A91B}"/>
                </a:ext>
              </a:extLst>
            </p:cNvPr>
            <p:cNvGrpSpPr/>
            <p:nvPr/>
          </p:nvGrpSpPr>
          <p:grpSpPr>
            <a:xfrm rot="13449155">
              <a:off x="10321501" y="2428583"/>
              <a:ext cx="229165" cy="115827"/>
              <a:chOff x="7702717" y="2138490"/>
              <a:chExt cx="674286" cy="340804"/>
            </a:xfrm>
            <a:solidFill>
              <a:schemeClr val="accent5"/>
            </a:solidFill>
          </p:grpSpPr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A3325327-E082-1A79-7CFB-6E094962A560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79" name="Oval 878">
                <a:extLst>
                  <a:ext uri="{FF2B5EF4-FFF2-40B4-BE49-F238E27FC236}">
                    <a16:creationId xmlns:a16="http://schemas.microsoft.com/office/drawing/2014/main" id="{04C7328D-6F2E-C477-7E49-920AD15E7C51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80" name="Oval 879">
                <a:extLst>
                  <a:ext uri="{FF2B5EF4-FFF2-40B4-BE49-F238E27FC236}">
                    <a16:creationId xmlns:a16="http://schemas.microsoft.com/office/drawing/2014/main" id="{A804355B-9595-F1F1-0B9A-2C2649829DAE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81" name="Oval 880">
                <a:extLst>
                  <a:ext uri="{FF2B5EF4-FFF2-40B4-BE49-F238E27FC236}">
                    <a16:creationId xmlns:a16="http://schemas.microsoft.com/office/drawing/2014/main" id="{226E0BD6-6BCA-B0B1-BF5B-4D7BA4FBB012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06" name="Group 705">
              <a:extLst>
                <a:ext uri="{FF2B5EF4-FFF2-40B4-BE49-F238E27FC236}">
                  <a16:creationId xmlns:a16="http://schemas.microsoft.com/office/drawing/2014/main" id="{7D382DA7-5E1A-66BD-2AE5-70E76AD87041}"/>
                </a:ext>
              </a:extLst>
            </p:cNvPr>
            <p:cNvGrpSpPr/>
            <p:nvPr/>
          </p:nvGrpSpPr>
          <p:grpSpPr>
            <a:xfrm>
              <a:off x="9163339" y="2642143"/>
              <a:ext cx="147437" cy="113074"/>
              <a:chOff x="8292233" y="2422448"/>
              <a:chExt cx="433812" cy="332704"/>
            </a:xfrm>
            <a:solidFill>
              <a:schemeClr val="accent5"/>
            </a:solidFill>
          </p:grpSpPr>
          <p:sp>
            <p:nvSpPr>
              <p:cNvPr id="875" name="Oval 874">
                <a:extLst>
                  <a:ext uri="{FF2B5EF4-FFF2-40B4-BE49-F238E27FC236}">
                    <a16:creationId xmlns:a16="http://schemas.microsoft.com/office/drawing/2014/main" id="{EEAD7CFE-CD7E-1283-27B0-BE55EECCCB85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76" name="Oval 875">
                <a:extLst>
                  <a:ext uri="{FF2B5EF4-FFF2-40B4-BE49-F238E27FC236}">
                    <a16:creationId xmlns:a16="http://schemas.microsoft.com/office/drawing/2014/main" id="{3C699A0D-F597-1789-12E3-332C1D31F505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77" name="Oval 876">
                <a:extLst>
                  <a:ext uri="{FF2B5EF4-FFF2-40B4-BE49-F238E27FC236}">
                    <a16:creationId xmlns:a16="http://schemas.microsoft.com/office/drawing/2014/main" id="{C7D61538-BC6A-9921-B409-803C7E87020A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07" name="Group 706">
              <a:extLst>
                <a:ext uri="{FF2B5EF4-FFF2-40B4-BE49-F238E27FC236}">
                  <a16:creationId xmlns:a16="http://schemas.microsoft.com/office/drawing/2014/main" id="{0105FBB9-F1E8-5988-7FE3-8D18258AB2EA}"/>
                </a:ext>
              </a:extLst>
            </p:cNvPr>
            <p:cNvGrpSpPr/>
            <p:nvPr/>
          </p:nvGrpSpPr>
          <p:grpSpPr>
            <a:xfrm>
              <a:off x="10219826" y="2674563"/>
              <a:ext cx="147437" cy="113074"/>
              <a:chOff x="7839715" y="2553300"/>
              <a:chExt cx="433812" cy="332704"/>
            </a:xfrm>
            <a:solidFill>
              <a:schemeClr val="accent5"/>
            </a:solidFill>
          </p:grpSpPr>
          <p:sp>
            <p:nvSpPr>
              <p:cNvPr id="871" name="Oval 870">
                <a:extLst>
                  <a:ext uri="{FF2B5EF4-FFF2-40B4-BE49-F238E27FC236}">
                    <a16:creationId xmlns:a16="http://schemas.microsoft.com/office/drawing/2014/main" id="{BE90F75F-ABE7-16DF-92F4-61AA6C1C94EF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72" name="Oval 871">
                <a:extLst>
                  <a:ext uri="{FF2B5EF4-FFF2-40B4-BE49-F238E27FC236}">
                    <a16:creationId xmlns:a16="http://schemas.microsoft.com/office/drawing/2014/main" id="{AF2C8213-0637-9E02-4594-F05A43A34DF1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73" name="Oval 872">
                <a:extLst>
                  <a:ext uri="{FF2B5EF4-FFF2-40B4-BE49-F238E27FC236}">
                    <a16:creationId xmlns:a16="http://schemas.microsoft.com/office/drawing/2014/main" id="{17802FAA-7DC2-6CD4-0F6B-565F81427B88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74" name="Oval 873">
                <a:extLst>
                  <a:ext uri="{FF2B5EF4-FFF2-40B4-BE49-F238E27FC236}">
                    <a16:creationId xmlns:a16="http://schemas.microsoft.com/office/drawing/2014/main" id="{5E0C4BBB-BFE4-2BEF-129E-0BF63A174BA4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08" name="Group 707">
              <a:extLst>
                <a:ext uri="{FF2B5EF4-FFF2-40B4-BE49-F238E27FC236}">
                  <a16:creationId xmlns:a16="http://schemas.microsoft.com/office/drawing/2014/main" id="{C5AD65B1-8DCE-3F93-C4EC-73D94CAAF238}"/>
                </a:ext>
              </a:extLst>
            </p:cNvPr>
            <p:cNvGrpSpPr/>
            <p:nvPr/>
          </p:nvGrpSpPr>
          <p:grpSpPr>
            <a:xfrm>
              <a:off x="10373620" y="2630092"/>
              <a:ext cx="147437" cy="113074"/>
              <a:chOff x="8292233" y="2422448"/>
              <a:chExt cx="433812" cy="332704"/>
            </a:xfrm>
            <a:solidFill>
              <a:schemeClr val="accent5"/>
            </a:solidFill>
          </p:grpSpPr>
          <p:sp>
            <p:nvSpPr>
              <p:cNvPr id="868" name="Oval 867">
                <a:extLst>
                  <a:ext uri="{FF2B5EF4-FFF2-40B4-BE49-F238E27FC236}">
                    <a16:creationId xmlns:a16="http://schemas.microsoft.com/office/drawing/2014/main" id="{47CD5C21-E507-1843-4C85-2B1015040B82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69" name="Oval 868">
                <a:extLst>
                  <a:ext uri="{FF2B5EF4-FFF2-40B4-BE49-F238E27FC236}">
                    <a16:creationId xmlns:a16="http://schemas.microsoft.com/office/drawing/2014/main" id="{FDD132D7-7198-9303-2375-549A6030295B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70" name="Oval 869">
                <a:extLst>
                  <a:ext uri="{FF2B5EF4-FFF2-40B4-BE49-F238E27FC236}">
                    <a16:creationId xmlns:a16="http://schemas.microsoft.com/office/drawing/2014/main" id="{3C73DAA6-2303-8DFF-AB9D-31AECC35AEB3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709" name="Oval 708">
              <a:extLst>
                <a:ext uri="{FF2B5EF4-FFF2-40B4-BE49-F238E27FC236}">
                  <a16:creationId xmlns:a16="http://schemas.microsoft.com/office/drawing/2014/main" id="{A3F2542B-E061-AD46-E5C8-7067F25FA4A9}"/>
                </a:ext>
              </a:extLst>
            </p:cNvPr>
            <p:cNvSpPr/>
            <p:nvPr/>
          </p:nvSpPr>
          <p:spPr>
            <a:xfrm>
              <a:off x="10405154" y="2708606"/>
              <a:ext cx="147437" cy="113074"/>
            </a:xfrm>
            <a:prstGeom prst="ellipse">
              <a:avLst/>
            </a:prstGeom>
            <a:solidFill>
              <a:schemeClr val="accent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10" name="Oval 709">
              <a:extLst>
                <a:ext uri="{FF2B5EF4-FFF2-40B4-BE49-F238E27FC236}">
                  <a16:creationId xmlns:a16="http://schemas.microsoft.com/office/drawing/2014/main" id="{21BF5DE6-FBA2-C381-1C05-94689E665A3E}"/>
                </a:ext>
              </a:extLst>
            </p:cNvPr>
            <p:cNvSpPr/>
            <p:nvPr/>
          </p:nvSpPr>
          <p:spPr>
            <a:xfrm>
              <a:off x="10495840" y="2776423"/>
              <a:ext cx="24321" cy="2432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11" name="Oval 710">
              <a:extLst>
                <a:ext uri="{FF2B5EF4-FFF2-40B4-BE49-F238E27FC236}">
                  <a16:creationId xmlns:a16="http://schemas.microsoft.com/office/drawing/2014/main" id="{7CEF9376-CF6A-7D3F-1A77-73B4312C34D8}"/>
                </a:ext>
              </a:extLst>
            </p:cNvPr>
            <p:cNvSpPr/>
            <p:nvPr/>
          </p:nvSpPr>
          <p:spPr>
            <a:xfrm>
              <a:off x="10525292" y="2766561"/>
              <a:ext cx="15538" cy="1553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712" name="Group 711">
              <a:extLst>
                <a:ext uri="{FF2B5EF4-FFF2-40B4-BE49-F238E27FC236}">
                  <a16:creationId xmlns:a16="http://schemas.microsoft.com/office/drawing/2014/main" id="{6E75881C-77B6-DE34-36E9-F85755A996F6}"/>
                </a:ext>
              </a:extLst>
            </p:cNvPr>
            <p:cNvGrpSpPr/>
            <p:nvPr/>
          </p:nvGrpSpPr>
          <p:grpSpPr>
            <a:xfrm>
              <a:off x="10424602" y="2574748"/>
              <a:ext cx="147437" cy="113074"/>
              <a:chOff x="8450452" y="2221310"/>
              <a:chExt cx="433812" cy="332704"/>
            </a:xfrm>
            <a:solidFill>
              <a:schemeClr val="accent5"/>
            </a:solidFill>
          </p:grpSpPr>
          <p:sp>
            <p:nvSpPr>
              <p:cNvPr id="866" name="Oval 865">
                <a:extLst>
                  <a:ext uri="{FF2B5EF4-FFF2-40B4-BE49-F238E27FC236}">
                    <a16:creationId xmlns:a16="http://schemas.microsoft.com/office/drawing/2014/main" id="{D2A30703-7A41-2EBD-E0E9-9D3B6568E7D5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67" name="Oval 866">
                <a:extLst>
                  <a:ext uri="{FF2B5EF4-FFF2-40B4-BE49-F238E27FC236}">
                    <a16:creationId xmlns:a16="http://schemas.microsoft.com/office/drawing/2014/main" id="{B797A585-E793-37B4-6DBB-D7C21966BBBA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13" name="Group 712">
              <a:extLst>
                <a:ext uri="{FF2B5EF4-FFF2-40B4-BE49-F238E27FC236}">
                  <a16:creationId xmlns:a16="http://schemas.microsoft.com/office/drawing/2014/main" id="{8D8B9EA3-9ABE-435F-ABD0-C4DF24AAC8F5}"/>
                </a:ext>
              </a:extLst>
            </p:cNvPr>
            <p:cNvGrpSpPr/>
            <p:nvPr/>
          </p:nvGrpSpPr>
          <p:grpSpPr>
            <a:xfrm>
              <a:off x="10130482" y="2607482"/>
              <a:ext cx="147437" cy="113074"/>
              <a:chOff x="7576832" y="2355919"/>
              <a:chExt cx="433812" cy="332704"/>
            </a:xfrm>
            <a:solidFill>
              <a:schemeClr val="accent5"/>
            </a:solidFill>
          </p:grpSpPr>
          <p:sp>
            <p:nvSpPr>
              <p:cNvPr id="863" name="Oval 862">
                <a:extLst>
                  <a:ext uri="{FF2B5EF4-FFF2-40B4-BE49-F238E27FC236}">
                    <a16:creationId xmlns:a16="http://schemas.microsoft.com/office/drawing/2014/main" id="{61664677-94AC-0D55-E1DD-D2EC5E963527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64" name="Oval 863">
                <a:extLst>
                  <a:ext uri="{FF2B5EF4-FFF2-40B4-BE49-F238E27FC236}">
                    <a16:creationId xmlns:a16="http://schemas.microsoft.com/office/drawing/2014/main" id="{19464412-7D78-D6CE-0A60-6E074B9DE4CD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65" name="Oval 864">
                <a:extLst>
                  <a:ext uri="{FF2B5EF4-FFF2-40B4-BE49-F238E27FC236}">
                    <a16:creationId xmlns:a16="http://schemas.microsoft.com/office/drawing/2014/main" id="{ACEC8475-2D44-481A-CC3B-5A9D4FB8BC52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14" name="Group 713">
              <a:extLst>
                <a:ext uri="{FF2B5EF4-FFF2-40B4-BE49-F238E27FC236}">
                  <a16:creationId xmlns:a16="http://schemas.microsoft.com/office/drawing/2014/main" id="{D5BBE604-06CB-9889-D07F-BC36DCE3AC57}"/>
                </a:ext>
              </a:extLst>
            </p:cNvPr>
            <p:cNvGrpSpPr/>
            <p:nvPr/>
          </p:nvGrpSpPr>
          <p:grpSpPr>
            <a:xfrm>
              <a:off x="10582213" y="2546017"/>
              <a:ext cx="147437" cy="113074"/>
              <a:chOff x="8905992" y="2175071"/>
              <a:chExt cx="433812" cy="332704"/>
            </a:xfrm>
            <a:solidFill>
              <a:schemeClr val="accent5"/>
            </a:solidFill>
          </p:grpSpPr>
          <p:sp>
            <p:nvSpPr>
              <p:cNvPr id="859" name="Oval 858">
                <a:extLst>
                  <a:ext uri="{FF2B5EF4-FFF2-40B4-BE49-F238E27FC236}">
                    <a16:creationId xmlns:a16="http://schemas.microsoft.com/office/drawing/2014/main" id="{FD30401A-ABCC-87A2-82FF-ECC0A3980788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60" name="Oval 859">
                <a:extLst>
                  <a:ext uri="{FF2B5EF4-FFF2-40B4-BE49-F238E27FC236}">
                    <a16:creationId xmlns:a16="http://schemas.microsoft.com/office/drawing/2014/main" id="{817F87CB-218E-E4FF-AC33-A46D00ABC390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61" name="Oval 860">
                <a:extLst>
                  <a:ext uri="{FF2B5EF4-FFF2-40B4-BE49-F238E27FC236}">
                    <a16:creationId xmlns:a16="http://schemas.microsoft.com/office/drawing/2014/main" id="{53847A63-33B0-5697-B350-A697558FC53F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62" name="Oval 861">
                <a:extLst>
                  <a:ext uri="{FF2B5EF4-FFF2-40B4-BE49-F238E27FC236}">
                    <a16:creationId xmlns:a16="http://schemas.microsoft.com/office/drawing/2014/main" id="{ECC14133-E5FB-5351-C452-8C7C6932AD95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15" name="Group 714">
              <a:extLst>
                <a:ext uri="{FF2B5EF4-FFF2-40B4-BE49-F238E27FC236}">
                  <a16:creationId xmlns:a16="http://schemas.microsoft.com/office/drawing/2014/main" id="{BFFA486F-DC7B-CA9C-FDCD-B1D48AE80D29}"/>
                </a:ext>
              </a:extLst>
            </p:cNvPr>
            <p:cNvGrpSpPr/>
            <p:nvPr/>
          </p:nvGrpSpPr>
          <p:grpSpPr>
            <a:xfrm>
              <a:off x="10668397" y="2668879"/>
              <a:ext cx="147437" cy="113074"/>
              <a:chOff x="9309655" y="2557406"/>
              <a:chExt cx="433812" cy="332704"/>
            </a:xfrm>
            <a:solidFill>
              <a:schemeClr val="accent5"/>
            </a:solidFill>
          </p:grpSpPr>
          <p:sp>
            <p:nvSpPr>
              <p:cNvPr id="855" name="Oval 854">
                <a:extLst>
                  <a:ext uri="{FF2B5EF4-FFF2-40B4-BE49-F238E27FC236}">
                    <a16:creationId xmlns:a16="http://schemas.microsoft.com/office/drawing/2014/main" id="{C6E21DD4-20DB-7A98-F9D5-6923CAE010D8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56" name="Oval 855">
                <a:extLst>
                  <a:ext uri="{FF2B5EF4-FFF2-40B4-BE49-F238E27FC236}">
                    <a16:creationId xmlns:a16="http://schemas.microsoft.com/office/drawing/2014/main" id="{1981E3C3-D552-C16B-0367-F2F21D80BEFA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57" name="Oval 856">
                <a:extLst>
                  <a:ext uri="{FF2B5EF4-FFF2-40B4-BE49-F238E27FC236}">
                    <a16:creationId xmlns:a16="http://schemas.microsoft.com/office/drawing/2014/main" id="{6EDE36D3-6FDB-A131-57FC-110C8CC42DC5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58" name="Oval 857">
                <a:extLst>
                  <a:ext uri="{FF2B5EF4-FFF2-40B4-BE49-F238E27FC236}">
                    <a16:creationId xmlns:a16="http://schemas.microsoft.com/office/drawing/2014/main" id="{4724F6D9-D51E-0355-D1B9-90874B3285BB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16" name="Group 715">
              <a:extLst>
                <a:ext uri="{FF2B5EF4-FFF2-40B4-BE49-F238E27FC236}">
                  <a16:creationId xmlns:a16="http://schemas.microsoft.com/office/drawing/2014/main" id="{9C11F77F-6CCD-A898-339E-3719FA2138B6}"/>
                </a:ext>
              </a:extLst>
            </p:cNvPr>
            <p:cNvGrpSpPr/>
            <p:nvPr/>
          </p:nvGrpSpPr>
          <p:grpSpPr>
            <a:xfrm>
              <a:off x="10541572" y="2663204"/>
              <a:ext cx="163375" cy="114008"/>
              <a:chOff x="8786411" y="2519876"/>
              <a:chExt cx="480707" cy="335455"/>
            </a:xfrm>
            <a:solidFill>
              <a:schemeClr val="accent5"/>
            </a:solidFill>
          </p:grpSpPr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4024C756-C406-F91A-B5E6-50CD9FCF735C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53" name="Oval 852">
                <a:extLst>
                  <a:ext uri="{FF2B5EF4-FFF2-40B4-BE49-F238E27FC236}">
                    <a16:creationId xmlns:a16="http://schemas.microsoft.com/office/drawing/2014/main" id="{5B8DBDB2-8DD5-75F1-3D10-E9DA884A3841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54" name="Oval 853">
                <a:extLst>
                  <a:ext uri="{FF2B5EF4-FFF2-40B4-BE49-F238E27FC236}">
                    <a16:creationId xmlns:a16="http://schemas.microsoft.com/office/drawing/2014/main" id="{4C6602ED-CE11-AE61-3B30-F975CDDAC802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17" name="Group 716">
              <a:extLst>
                <a:ext uri="{FF2B5EF4-FFF2-40B4-BE49-F238E27FC236}">
                  <a16:creationId xmlns:a16="http://schemas.microsoft.com/office/drawing/2014/main" id="{CFAB9478-FD18-E803-0EEB-B2737B8158B0}"/>
                </a:ext>
              </a:extLst>
            </p:cNvPr>
            <p:cNvGrpSpPr/>
            <p:nvPr/>
          </p:nvGrpSpPr>
          <p:grpSpPr>
            <a:xfrm rot="8866267">
              <a:off x="10144703" y="2501319"/>
              <a:ext cx="229165" cy="115827"/>
              <a:chOff x="7702717" y="2138490"/>
              <a:chExt cx="674286" cy="340804"/>
            </a:xfrm>
            <a:solidFill>
              <a:schemeClr val="accent5"/>
            </a:solidFill>
          </p:grpSpPr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6247889E-76A7-C1D3-247B-19ABE32DB541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49" name="Oval 848">
                <a:extLst>
                  <a:ext uri="{FF2B5EF4-FFF2-40B4-BE49-F238E27FC236}">
                    <a16:creationId xmlns:a16="http://schemas.microsoft.com/office/drawing/2014/main" id="{3A6EEF34-BE5E-F36A-F1C7-74C0A19CB814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50" name="Oval 849">
                <a:extLst>
                  <a:ext uri="{FF2B5EF4-FFF2-40B4-BE49-F238E27FC236}">
                    <a16:creationId xmlns:a16="http://schemas.microsoft.com/office/drawing/2014/main" id="{243F7822-8818-E86D-11E3-77BB1E94089D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51" name="Oval 850">
                <a:extLst>
                  <a:ext uri="{FF2B5EF4-FFF2-40B4-BE49-F238E27FC236}">
                    <a16:creationId xmlns:a16="http://schemas.microsoft.com/office/drawing/2014/main" id="{F263A24D-7118-2A44-E6B5-B7CAAD55765D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18" name="Group 717">
              <a:extLst>
                <a:ext uri="{FF2B5EF4-FFF2-40B4-BE49-F238E27FC236}">
                  <a16:creationId xmlns:a16="http://schemas.microsoft.com/office/drawing/2014/main" id="{0FE089C9-7C6A-6C68-91B9-81D8C103320F}"/>
                </a:ext>
              </a:extLst>
            </p:cNvPr>
            <p:cNvGrpSpPr/>
            <p:nvPr/>
          </p:nvGrpSpPr>
          <p:grpSpPr>
            <a:xfrm rot="10800000">
              <a:off x="10432358" y="2411359"/>
              <a:ext cx="185998" cy="113074"/>
              <a:chOff x="2616513" y="2273732"/>
              <a:chExt cx="547272" cy="332704"/>
            </a:xfrm>
            <a:solidFill>
              <a:schemeClr val="accent5"/>
            </a:solidFill>
          </p:grpSpPr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1C934942-29F9-A716-91CD-84FEFD34F7A9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45" name="Oval 844">
                <a:extLst>
                  <a:ext uri="{FF2B5EF4-FFF2-40B4-BE49-F238E27FC236}">
                    <a16:creationId xmlns:a16="http://schemas.microsoft.com/office/drawing/2014/main" id="{F68B22B4-3763-358B-9426-B098D918FCBD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46" name="Oval 845">
                <a:extLst>
                  <a:ext uri="{FF2B5EF4-FFF2-40B4-BE49-F238E27FC236}">
                    <a16:creationId xmlns:a16="http://schemas.microsoft.com/office/drawing/2014/main" id="{52BCBAF8-5264-9F05-F2DF-80539216C742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47" name="Oval 846">
                <a:extLst>
                  <a:ext uri="{FF2B5EF4-FFF2-40B4-BE49-F238E27FC236}">
                    <a16:creationId xmlns:a16="http://schemas.microsoft.com/office/drawing/2014/main" id="{1BC34780-1038-CADB-E3D7-5DE632C75CB7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19" name="Group 718">
              <a:extLst>
                <a:ext uri="{FF2B5EF4-FFF2-40B4-BE49-F238E27FC236}">
                  <a16:creationId xmlns:a16="http://schemas.microsoft.com/office/drawing/2014/main" id="{4FEFE3A3-7E6A-1F9B-A1FA-E772D21F79E7}"/>
                </a:ext>
              </a:extLst>
            </p:cNvPr>
            <p:cNvGrpSpPr/>
            <p:nvPr/>
          </p:nvGrpSpPr>
          <p:grpSpPr>
            <a:xfrm>
              <a:off x="10252987" y="2430740"/>
              <a:ext cx="147437" cy="113074"/>
              <a:chOff x="8292233" y="2422448"/>
              <a:chExt cx="433812" cy="332704"/>
            </a:xfrm>
            <a:solidFill>
              <a:schemeClr val="accent5"/>
            </a:solidFill>
          </p:grpSpPr>
          <p:sp>
            <p:nvSpPr>
              <p:cNvPr id="841" name="Oval 840">
                <a:extLst>
                  <a:ext uri="{FF2B5EF4-FFF2-40B4-BE49-F238E27FC236}">
                    <a16:creationId xmlns:a16="http://schemas.microsoft.com/office/drawing/2014/main" id="{8D88FF24-D8A7-FA7C-C1B6-434939FC4387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42" name="Oval 841">
                <a:extLst>
                  <a:ext uri="{FF2B5EF4-FFF2-40B4-BE49-F238E27FC236}">
                    <a16:creationId xmlns:a16="http://schemas.microsoft.com/office/drawing/2014/main" id="{C32D8BC2-9F40-CFC4-DF34-7829CC5CCAF7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43" name="Oval 842">
                <a:extLst>
                  <a:ext uri="{FF2B5EF4-FFF2-40B4-BE49-F238E27FC236}">
                    <a16:creationId xmlns:a16="http://schemas.microsoft.com/office/drawing/2014/main" id="{AA1E77F9-5808-7FA1-370D-07FECBBB8456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20" name="Group 719">
              <a:extLst>
                <a:ext uri="{FF2B5EF4-FFF2-40B4-BE49-F238E27FC236}">
                  <a16:creationId xmlns:a16="http://schemas.microsoft.com/office/drawing/2014/main" id="{A8FA10A9-1364-0DEE-6F9F-2A29C421F67B}"/>
                </a:ext>
              </a:extLst>
            </p:cNvPr>
            <p:cNvGrpSpPr/>
            <p:nvPr/>
          </p:nvGrpSpPr>
          <p:grpSpPr>
            <a:xfrm>
              <a:off x="10598880" y="2493074"/>
              <a:ext cx="147437" cy="113074"/>
              <a:chOff x="7839715" y="2553300"/>
              <a:chExt cx="433812" cy="332704"/>
            </a:xfrm>
            <a:solidFill>
              <a:schemeClr val="accent5"/>
            </a:solidFill>
          </p:grpSpPr>
          <p:sp>
            <p:nvSpPr>
              <p:cNvPr id="837" name="Oval 836">
                <a:extLst>
                  <a:ext uri="{FF2B5EF4-FFF2-40B4-BE49-F238E27FC236}">
                    <a16:creationId xmlns:a16="http://schemas.microsoft.com/office/drawing/2014/main" id="{423ACC42-2250-E4E7-7F9B-805C1BAEF77F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38" name="Oval 837">
                <a:extLst>
                  <a:ext uri="{FF2B5EF4-FFF2-40B4-BE49-F238E27FC236}">
                    <a16:creationId xmlns:a16="http://schemas.microsoft.com/office/drawing/2014/main" id="{3ABE7A30-E0C9-2E59-D748-F7A8306675DE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39" name="Oval 838">
                <a:extLst>
                  <a:ext uri="{FF2B5EF4-FFF2-40B4-BE49-F238E27FC236}">
                    <a16:creationId xmlns:a16="http://schemas.microsoft.com/office/drawing/2014/main" id="{486F518D-577D-2635-9BDA-6368893927D7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40" name="Oval 839">
                <a:extLst>
                  <a:ext uri="{FF2B5EF4-FFF2-40B4-BE49-F238E27FC236}">
                    <a16:creationId xmlns:a16="http://schemas.microsoft.com/office/drawing/2014/main" id="{5955A59F-8EAD-ACF5-D387-7187E1A172BA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21" name="Group 720">
              <a:extLst>
                <a:ext uri="{FF2B5EF4-FFF2-40B4-BE49-F238E27FC236}">
                  <a16:creationId xmlns:a16="http://schemas.microsoft.com/office/drawing/2014/main" id="{C075B136-208C-6729-FFEF-C2DBC9BB2BDA}"/>
                </a:ext>
              </a:extLst>
            </p:cNvPr>
            <p:cNvGrpSpPr/>
            <p:nvPr/>
          </p:nvGrpSpPr>
          <p:grpSpPr>
            <a:xfrm>
              <a:off x="10821190" y="2675510"/>
              <a:ext cx="147437" cy="113074"/>
              <a:chOff x="8905992" y="2175071"/>
              <a:chExt cx="433812" cy="332704"/>
            </a:xfrm>
            <a:solidFill>
              <a:schemeClr val="accent5"/>
            </a:solidFill>
          </p:grpSpPr>
          <p:sp>
            <p:nvSpPr>
              <p:cNvPr id="833" name="Oval 832">
                <a:extLst>
                  <a:ext uri="{FF2B5EF4-FFF2-40B4-BE49-F238E27FC236}">
                    <a16:creationId xmlns:a16="http://schemas.microsoft.com/office/drawing/2014/main" id="{0F0ECC94-FBFE-BB4D-AD5B-8D047AE82382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34" name="Oval 833">
                <a:extLst>
                  <a:ext uri="{FF2B5EF4-FFF2-40B4-BE49-F238E27FC236}">
                    <a16:creationId xmlns:a16="http://schemas.microsoft.com/office/drawing/2014/main" id="{DB886592-257B-4C50-9504-52E3CE3B32A8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35" name="Oval 834">
                <a:extLst>
                  <a:ext uri="{FF2B5EF4-FFF2-40B4-BE49-F238E27FC236}">
                    <a16:creationId xmlns:a16="http://schemas.microsoft.com/office/drawing/2014/main" id="{C1EE1433-EDBD-F2D9-6310-EBCC8124AFB0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36" name="Oval 835">
                <a:extLst>
                  <a:ext uri="{FF2B5EF4-FFF2-40B4-BE49-F238E27FC236}">
                    <a16:creationId xmlns:a16="http://schemas.microsoft.com/office/drawing/2014/main" id="{677E3A56-8D53-9F00-E2E4-7F6307D51241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22" name="Group 721">
              <a:extLst>
                <a:ext uri="{FF2B5EF4-FFF2-40B4-BE49-F238E27FC236}">
                  <a16:creationId xmlns:a16="http://schemas.microsoft.com/office/drawing/2014/main" id="{0B5A6C4E-5F75-8F60-1223-35031D06019B}"/>
                </a:ext>
              </a:extLst>
            </p:cNvPr>
            <p:cNvGrpSpPr/>
            <p:nvPr/>
          </p:nvGrpSpPr>
          <p:grpSpPr>
            <a:xfrm>
              <a:off x="10299407" y="2732046"/>
              <a:ext cx="147437" cy="113074"/>
              <a:chOff x="8905992" y="2175071"/>
              <a:chExt cx="433812" cy="332704"/>
            </a:xfrm>
            <a:solidFill>
              <a:schemeClr val="accent5"/>
            </a:solidFill>
          </p:grpSpPr>
          <p:sp>
            <p:nvSpPr>
              <p:cNvPr id="829" name="Oval 828">
                <a:extLst>
                  <a:ext uri="{FF2B5EF4-FFF2-40B4-BE49-F238E27FC236}">
                    <a16:creationId xmlns:a16="http://schemas.microsoft.com/office/drawing/2014/main" id="{D11AE6C4-41C9-C9CA-E494-3F266931A2F0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30" name="Oval 829">
                <a:extLst>
                  <a:ext uri="{FF2B5EF4-FFF2-40B4-BE49-F238E27FC236}">
                    <a16:creationId xmlns:a16="http://schemas.microsoft.com/office/drawing/2014/main" id="{E544B70B-7836-95FD-56B2-15C3EADCC35F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31" name="Oval 830">
                <a:extLst>
                  <a:ext uri="{FF2B5EF4-FFF2-40B4-BE49-F238E27FC236}">
                    <a16:creationId xmlns:a16="http://schemas.microsoft.com/office/drawing/2014/main" id="{9531E5EF-0B27-6C1F-6151-36EEA969CDD4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32" name="Oval 831">
                <a:extLst>
                  <a:ext uri="{FF2B5EF4-FFF2-40B4-BE49-F238E27FC236}">
                    <a16:creationId xmlns:a16="http://schemas.microsoft.com/office/drawing/2014/main" id="{21F8AF16-C9A6-5B9B-5445-7A83F9C07966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23" name="Group 722">
              <a:extLst>
                <a:ext uri="{FF2B5EF4-FFF2-40B4-BE49-F238E27FC236}">
                  <a16:creationId xmlns:a16="http://schemas.microsoft.com/office/drawing/2014/main" id="{EB279FC9-7A68-7419-E63F-E3D93B3E1776}"/>
                </a:ext>
              </a:extLst>
            </p:cNvPr>
            <p:cNvGrpSpPr/>
            <p:nvPr/>
          </p:nvGrpSpPr>
          <p:grpSpPr>
            <a:xfrm>
              <a:off x="10252085" y="2675510"/>
              <a:ext cx="185998" cy="113074"/>
              <a:chOff x="2616513" y="2273732"/>
              <a:chExt cx="547272" cy="332704"/>
            </a:xfrm>
            <a:solidFill>
              <a:schemeClr val="accent5"/>
            </a:solidFill>
          </p:grpSpPr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38DBEFFD-E679-FC6C-0658-8DEB6A6B7C46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26" name="Oval 825">
                <a:extLst>
                  <a:ext uri="{FF2B5EF4-FFF2-40B4-BE49-F238E27FC236}">
                    <a16:creationId xmlns:a16="http://schemas.microsoft.com/office/drawing/2014/main" id="{39B2A925-DD7C-854C-79DA-989029D1AE74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27" name="Oval 826">
                <a:extLst>
                  <a:ext uri="{FF2B5EF4-FFF2-40B4-BE49-F238E27FC236}">
                    <a16:creationId xmlns:a16="http://schemas.microsoft.com/office/drawing/2014/main" id="{DEA17E68-EC90-B40F-4836-2C79150F0CEA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28" name="Oval 827">
                <a:extLst>
                  <a:ext uri="{FF2B5EF4-FFF2-40B4-BE49-F238E27FC236}">
                    <a16:creationId xmlns:a16="http://schemas.microsoft.com/office/drawing/2014/main" id="{54F3A15A-3291-D966-8826-520101CDE807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24" name="Group 723">
              <a:extLst>
                <a:ext uri="{FF2B5EF4-FFF2-40B4-BE49-F238E27FC236}">
                  <a16:creationId xmlns:a16="http://schemas.microsoft.com/office/drawing/2014/main" id="{0C25B2F8-581E-2C93-663B-C8A6B46A1121}"/>
                </a:ext>
              </a:extLst>
            </p:cNvPr>
            <p:cNvGrpSpPr/>
            <p:nvPr/>
          </p:nvGrpSpPr>
          <p:grpSpPr>
            <a:xfrm>
              <a:off x="10507546" y="2715733"/>
              <a:ext cx="147437" cy="113074"/>
              <a:chOff x="7839715" y="2553300"/>
              <a:chExt cx="433812" cy="332704"/>
            </a:xfrm>
            <a:solidFill>
              <a:schemeClr val="accent5"/>
            </a:solidFill>
          </p:grpSpPr>
          <p:sp>
            <p:nvSpPr>
              <p:cNvPr id="821" name="Oval 820">
                <a:extLst>
                  <a:ext uri="{FF2B5EF4-FFF2-40B4-BE49-F238E27FC236}">
                    <a16:creationId xmlns:a16="http://schemas.microsoft.com/office/drawing/2014/main" id="{E9421DEE-2663-6597-87BA-A3BD5024434F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22" name="Oval 821">
                <a:extLst>
                  <a:ext uri="{FF2B5EF4-FFF2-40B4-BE49-F238E27FC236}">
                    <a16:creationId xmlns:a16="http://schemas.microsoft.com/office/drawing/2014/main" id="{648E25C7-1D7A-2A6C-30BF-51D63042F59F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23" name="Oval 822">
                <a:extLst>
                  <a:ext uri="{FF2B5EF4-FFF2-40B4-BE49-F238E27FC236}">
                    <a16:creationId xmlns:a16="http://schemas.microsoft.com/office/drawing/2014/main" id="{4A0EF64B-C2D3-0356-819F-AC0883165DA9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24" name="Oval 823">
                <a:extLst>
                  <a:ext uri="{FF2B5EF4-FFF2-40B4-BE49-F238E27FC236}">
                    <a16:creationId xmlns:a16="http://schemas.microsoft.com/office/drawing/2014/main" id="{6E893BDB-8A56-EA8D-5F07-C1A2E24AC48C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25" name="Group 724">
              <a:extLst>
                <a:ext uri="{FF2B5EF4-FFF2-40B4-BE49-F238E27FC236}">
                  <a16:creationId xmlns:a16="http://schemas.microsoft.com/office/drawing/2014/main" id="{B7129F63-D338-3F06-CD24-B5B1FD26D142}"/>
                </a:ext>
              </a:extLst>
            </p:cNvPr>
            <p:cNvGrpSpPr/>
            <p:nvPr/>
          </p:nvGrpSpPr>
          <p:grpSpPr>
            <a:xfrm>
              <a:off x="10661341" y="2671261"/>
              <a:ext cx="147437" cy="113074"/>
              <a:chOff x="8292233" y="2422448"/>
              <a:chExt cx="433812" cy="332704"/>
            </a:xfrm>
            <a:solidFill>
              <a:schemeClr val="accent5"/>
            </a:solidFill>
          </p:grpSpPr>
          <p:sp>
            <p:nvSpPr>
              <p:cNvPr id="818" name="Oval 817">
                <a:extLst>
                  <a:ext uri="{FF2B5EF4-FFF2-40B4-BE49-F238E27FC236}">
                    <a16:creationId xmlns:a16="http://schemas.microsoft.com/office/drawing/2014/main" id="{4410C17C-3CD7-8779-F015-53CF43F90A12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19" name="Oval 818">
                <a:extLst>
                  <a:ext uri="{FF2B5EF4-FFF2-40B4-BE49-F238E27FC236}">
                    <a16:creationId xmlns:a16="http://schemas.microsoft.com/office/drawing/2014/main" id="{03DDDB07-BEAE-C0DE-59FA-92C9CF3EBA4E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20" name="Oval 819">
                <a:extLst>
                  <a:ext uri="{FF2B5EF4-FFF2-40B4-BE49-F238E27FC236}">
                    <a16:creationId xmlns:a16="http://schemas.microsoft.com/office/drawing/2014/main" id="{50B46034-6C0A-A6A5-39E9-4DF2203A5DCC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726" name="Oval 725">
              <a:extLst>
                <a:ext uri="{FF2B5EF4-FFF2-40B4-BE49-F238E27FC236}">
                  <a16:creationId xmlns:a16="http://schemas.microsoft.com/office/drawing/2014/main" id="{BBDCF716-EE21-2F4D-83E3-187177BF0E35}"/>
                </a:ext>
              </a:extLst>
            </p:cNvPr>
            <p:cNvSpPr/>
            <p:nvPr/>
          </p:nvSpPr>
          <p:spPr>
            <a:xfrm>
              <a:off x="10692874" y="2749776"/>
              <a:ext cx="147437" cy="113074"/>
            </a:xfrm>
            <a:prstGeom prst="ellipse">
              <a:avLst/>
            </a:prstGeom>
            <a:solidFill>
              <a:schemeClr val="accent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27" name="Oval 726">
              <a:extLst>
                <a:ext uri="{FF2B5EF4-FFF2-40B4-BE49-F238E27FC236}">
                  <a16:creationId xmlns:a16="http://schemas.microsoft.com/office/drawing/2014/main" id="{5C5B38A7-C1A4-5FC7-56DF-5CFC4229A9DC}"/>
                </a:ext>
              </a:extLst>
            </p:cNvPr>
            <p:cNvSpPr/>
            <p:nvPr/>
          </p:nvSpPr>
          <p:spPr>
            <a:xfrm>
              <a:off x="10783560" y="2817591"/>
              <a:ext cx="24321" cy="2432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28" name="Oval 727">
              <a:extLst>
                <a:ext uri="{FF2B5EF4-FFF2-40B4-BE49-F238E27FC236}">
                  <a16:creationId xmlns:a16="http://schemas.microsoft.com/office/drawing/2014/main" id="{A66B2474-1C1D-5F2A-8CA8-42DAC353E6E3}"/>
                </a:ext>
              </a:extLst>
            </p:cNvPr>
            <p:cNvSpPr/>
            <p:nvPr/>
          </p:nvSpPr>
          <p:spPr>
            <a:xfrm>
              <a:off x="10813012" y="2807732"/>
              <a:ext cx="15538" cy="1553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729" name="Group 728">
              <a:extLst>
                <a:ext uri="{FF2B5EF4-FFF2-40B4-BE49-F238E27FC236}">
                  <a16:creationId xmlns:a16="http://schemas.microsoft.com/office/drawing/2014/main" id="{BA5CB8F1-A59C-DD60-3FFA-DB04B30164AC}"/>
                </a:ext>
              </a:extLst>
            </p:cNvPr>
            <p:cNvGrpSpPr/>
            <p:nvPr/>
          </p:nvGrpSpPr>
          <p:grpSpPr>
            <a:xfrm>
              <a:off x="10715112" y="2602903"/>
              <a:ext cx="147437" cy="113074"/>
              <a:chOff x="8450452" y="2221310"/>
              <a:chExt cx="433812" cy="332704"/>
            </a:xfrm>
            <a:solidFill>
              <a:schemeClr val="accent5"/>
            </a:solidFill>
          </p:grpSpPr>
          <p:sp>
            <p:nvSpPr>
              <p:cNvPr id="816" name="Oval 815">
                <a:extLst>
                  <a:ext uri="{FF2B5EF4-FFF2-40B4-BE49-F238E27FC236}">
                    <a16:creationId xmlns:a16="http://schemas.microsoft.com/office/drawing/2014/main" id="{7B97443D-612C-7459-7DD7-CA7C2664C7C7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17" name="Oval 816">
                <a:extLst>
                  <a:ext uri="{FF2B5EF4-FFF2-40B4-BE49-F238E27FC236}">
                    <a16:creationId xmlns:a16="http://schemas.microsoft.com/office/drawing/2014/main" id="{ACE70D85-4434-3556-82A8-A72FD2444144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30" name="Group 729">
              <a:extLst>
                <a:ext uri="{FF2B5EF4-FFF2-40B4-BE49-F238E27FC236}">
                  <a16:creationId xmlns:a16="http://schemas.microsoft.com/office/drawing/2014/main" id="{80BAC986-E528-BB7B-5EF6-561200728A6A}"/>
                </a:ext>
              </a:extLst>
            </p:cNvPr>
            <p:cNvGrpSpPr/>
            <p:nvPr/>
          </p:nvGrpSpPr>
          <p:grpSpPr>
            <a:xfrm>
              <a:off x="10418202" y="2648650"/>
              <a:ext cx="147437" cy="113074"/>
              <a:chOff x="7576832" y="2355919"/>
              <a:chExt cx="433812" cy="332704"/>
            </a:xfrm>
            <a:solidFill>
              <a:schemeClr val="accent5"/>
            </a:solidFill>
          </p:grpSpPr>
          <p:sp>
            <p:nvSpPr>
              <p:cNvPr id="813" name="Oval 812">
                <a:extLst>
                  <a:ext uri="{FF2B5EF4-FFF2-40B4-BE49-F238E27FC236}">
                    <a16:creationId xmlns:a16="http://schemas.microsoft.com/office/drawing/2014/main" id="{BB9BDC47-5A56-B540-A83A-D7E2B1B63E68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14" name="Oval 813">
                <a:extLst>
                  <a:ext uri="{FF2B5EF4-FFF2-40B4-BE49-F238E27FC236}">
                    <a16:creationId xmlns:a16="http://schemas.microsoft.com/office/drawing/2014/main" id="{98047312-1D5B-2E8A-DD55-2422C655F6FB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15" name="Oval 814">
                <a:extLst>
                  <a:ext uri="{FF2B5EF4-FFF2-40B4-BE49-F238E27FC236}">
                    <a16:creationId xmlns:a16="http://schemas.microsoft.com/office/drawing/2014/main" id="{5D972DF2-E2CA-EC53-A443-0F62B9A7F441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31" name="Group 730">
              <a:extLst>
                <a:ext uri="{FF2B5EF4-FFF2-40B4-BE49-F238E27FC236}">
                  <a16:creationId xmlns:a16="http://schemas.microsoft.com/office/drawing/2014/main" id="{14D9420C-5315-182B-634D-26514BD5D7B2}"/>
                </a:ext>
              </a:extLst>
            </p:cNvPr>
            <p:cNvGrpSpPr/>
            <p:nvPr/>
          </p:nvGrpSpPr>
          <p:grpSpPr>
            <a:xfrm>
              <a:off x="10869935" y="2587187"/>
              <a:ext cx="147437" cy="113074"/>
              <a:chOff x="8905992" y="2175071"/>
              <a:chExt cx="433812" cy="332704"/>
            </a:xfrm>
            <a:solidFill>
              <a:schemeClr val="accent5"/>
            </a:solidFill>
          </p:grpSpPr>
          <p:sp>
            <p:nvSpPr>
              <p:cNvPr id="809" name="Oval 808">
                <a:extLst>
                  <a:ext uri="{FF2B5EF4-FFF2-40B4-BE49-F238E27FC236}">
                    <a16:creationId xmlns:a16="http://schemas.microsoft.com/office/drawing/2014/main" id="{A5ED4B7C-2362-B937-4B1E-6BE24EBC30C6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10" name="Oval 809">
                <a:extLst>
                  <a:ext uri="{FF2B5EF4-FFF2-40B4-BE49-F238E27FC236}">
                    <a16:creationId xmlns:a16="http://schemas.microsoft.com/office/drawing/2014/main" id="{203FE8CA-51B5-4B7B-BCAA-8CA2805F0F6C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11" name="Oval 810">
                <a:extLst>
                  <a:ext uri="{FF2B5EF4-FFF2-40B4-BE49-F238E27FC236}">
                    <a16:creationId xmlns:a16="http://schemas.microsoft.com/office/drawing/2014/main" id="{765D25FA-DD0E-8D6F-76C1-6CAB7A933D69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12" name="Oval 811">
                <a:extLst>
                  <a:ext uri="{FF2B5EF4-FFF2-40B4-BE49-F238E27FC236}">
                    <a16:creationId xmlns:a16="http://schemas.microsoft.com/office/drawing/2014/main" id="{D8DE8BC8-CD2A-8F57-51E0-D2B4D423973C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32" name="Group 731">
              <a:extLst>
                <a:ext uri="{FF2B5EF4-FFF2-40B4-BE49-F238E27FC236}">
                  <a16:creationId xmlns:a16="http://schemas.microsoft.com/office/drawing/2014/main" id="{343C9027-0C76-D331-6872-DAD70143DBF6}"/>
                </a:ext>
              </a:extLst>
            </p:cNvPr>
            <p:cNvGrpSpPr/>
            <p:nvPr/>
          </p:nvGrpSpPr>
          <p:grpSpPr>
            <a:xfrm>
              <a:off x="10187575" y="2815197"/>
              <a:ext cx="147437" cy="113074"/>
              <a:chOff x="9309655" y="2557406"/>
              <a:chExt cx="433812" cy="332704"/>
            </a:xfrm>
            <a:solidFill>
              <a:schemeClr val="accent5"/>
            </a:solidFill>
          </p:grpSpPr>
          <p:sp>
            <p:nvSpPr>
              <p:cNvPr id="805" name="Oval 804">
                <a:extLst>
                  <a:ext uri="{FF2B5EF4-FFF2-40B4-BE49-F238E27FC236}">
                    <a16:creationId xmlns:a16="http://schemas.microsoft.com/office/drawing/2014/main" id="{7A457E68-616F-3505-8ACA-F2324A43634E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06" name="Oval 805">
                <a:extLst>
                  <a:ext uri="{FF2B5EF4-FFF2-40B4-BE49-F238E27FC236}">
                    <a16:creationId xmlns:a16="http://schemas.microsoft.com/office/drawing/2014/main" id="{E2D5152A-E953-B314-1BCA-D93544C49F91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07" name="Oval 806">
                <a:extLst>
                  <a:ext uri="{FF2B5EF4-FFF2-40B4-BE49-F238E27FC236}">
                    <a16:creationId xmlns:a16="http://schemas.microsoft.com/office/drawing/2014/main" id="{558077B9-0E66-F15B-BD85-BD20653A549C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08" name="Oval 807">
                <a:extLst>
                  <a:ext uri="{FF2B5EF4-FFF2-40B4-BE49-F238E27FC236}">
                    <a16:creationId xmlns:a16="http://schemas.microsoft.com/office/drawing/2014/main" id="{B4EB3353-431E-B74E-BC26-91831FA228F9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33" name="Group 732">
              <a:extLst>
                <a:ext uri="{FF2B5EF4-FFF2-40B4-BE49-F238E27FC236}">
                  <a16:creationId xmlns:a16="http://schemas.microsoft.com/office/drawing/2014/main" id="{9F05086B-2771-B5E7-EC12-2CDAA72924C8}"/>
                </a:ext>
              </a:extLst>
            </p:cNvPr>
            <p:cNvGrpSpPr/>
            <p:nvPr/>
          </p:nvGrpSpPr>
          <p:grpSpPr>
            <a:xfrm>
              <a:off x="10829293" y="2704373"/>
              <a:ext cx="163375" cy="114008"/>
              <a:chOff x="8786411" y="2519876"/>
              <a:chExt cx="480707" cy="335455"/>
            </a:xfrm>
            <a:solidFill>
              <a:schemeClr val="accent5"/>
            </a:solidFill>
          </p:grpSpPr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8377F2F5-119E-9374-1A3A-AB0F6846B394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03" name="Oval 802">
                <a:extLst>
                  <a:ext uri="{FF2B5EF4-FFF2-40B4-BE49-F238E27FC236}">
                    <a16:creationId xmlns:a16="http://schemas.microsoft.com/office/drawing/2014/main" id="{FFC6AA06-7476-0073-2D38-2B47480FE2B1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04" name="Oval 803">
                <a:extLst>
                  <a:ext uri="{FF2B5EF4-FFF2-40B4-BE49-F238E27FC236}">
                    <a16:creationId xmlns:a16="http://schemas.microsoft.com/office/drawing/2014/main" id="{C5B2A1E5-9D6A-645E-86D6-002A9AF25343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34" name="Group 733">
              <a:extLst>
                <a:ext uri="{FF2B5EF4-FFF2-40B4-BE49-F238E27FC236}">
                  <a16:creationId xmlns:a16="http://schemas.microsoft.com/office/drawing/2014/main" id="{310FF7A9-D6B6-CABE-6171-D2D8504FDD53}"/>
                </a:ext>
              </a:extLst>
            </p:cNvPr>
            <p:cNvGrpSpPr/>
            <p:nvPr/>
          </p:nvGrpSpPr>
          <p:grpSpPr>
            <a:xfrm>
              <a:off x="10359310" y="2820734"/>
              <a:ext cx="147437" cy="113074"/>
              <a:chOff x="7839715" y="2553300"/>
              <a:chExt cx="433812" cy="332704"/>
            </a:xfrm>
            <a:solidFill>
              <a:schemeClr val="accent5"/>
            </a:solidFill>
          </p:grpSpPr>
          <p:sp>
            <p:nvSpPr>
              <p:cNvPr id="798" name="Oval 797">
                <a:extLst>
                  <a:ext uri="{FF2B5EF4-FFF2-40B4-BE49-F238E27FC236}">
                    <a16:creationId xmlns:a16="http://schemas.microsoft.com/office/drawing/2014/main" id="{C265A40B-FADC-8080-2BA7-2DA391DABB23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99" name="Oval 798">
                <a:extLst>
                  <a:ext uri="{FF2B5EF4-FFF2-40B4-BE49-F238E27FC236}">
                    <a16:creationId xmlns:a16="http://schemas.microsoft.com/office/drawing/2014/main" id="{D1616C41-FA30-33E3-E574-8E2AFAD5DB45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00" name="Oval 799">
                <a:extLst>
                  <a:ext uri="{FF2B5EF4-FFF2-40B4-BE49-F238E27FC236}">
                    <a16:creationId xmlns:a16="http://schemas.microsoft.com/office/drawing/2014/main" id="{B7B5B1B0-0A49-8180-5B7A-4C0C36B9B344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801" name="Oval 800">
                <a:extLst>
                  <a:ext uri="{FF2B5EF4-FFF2-40B4-BE49-F238E27FC236}">
                    <a16:creationId xmlns:a16="http://schemas.microsoft.com/office/drawing/2014/main" id="{D9893999-757A-5F80-3DD9-4AD89873A016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35" name="Group 734">
              <a:extLst>
                <a:ext uri="{FF2B5EF4-FFF2-40B4-BE49-F238E27FC236}">
                  <a16:creationId xmlns:a16="http://schemas.microsoft.com/office/drawing/2014/main" id="{54268369-233F-0B80-E0DF-D01BBA6B3C51}"/>
                </a:ext>
              </a:extLst>
            </p:cNvPr>
            <p:cNvGrpSpPr/>
            <p:nvPr/>
          </p:nvGrpSpPr>
          <p:grpSpPr>
            <a:xfrm>
              <a:off x="10513105" y="2776262"/>
              <a:ext cx="147437" cy="113074"/>
              <a:chOff x="8292233" y="2422448"/>
              <a:chExt cx="433812" cy="332704"/>
            </a:xfrm>
            <a:solidFill>
              <a:schemeClr val="accent5"/>
            </a:solidFill>
          </p:grpSpPr>
          <p:sp>
            <p:nvSpPr>
              <p:cNvPr id="795" name="Oval 794">
                <a:extLst>
                  <a:ext uri="{FF2B5EF4-FFF2-40B4-BE49-F238E27FC236}">
                    <a16:creationId xmlns:a16="http://schemas.microsoft.com/office/drawing/2014/main" id="{E1B32270-6F61-A293-B4CC-D067FCE434FF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96" name="Oval 795">
                <a:extLst>
                  <a:ext uri="{FF2B5EF4-FFF2-40B4-BE49-F238E27FC236}">
                    <a16:creationId xmlns:a16="http://schemas.microsoft.com/office/drawing/2014/main" id="{E1190616-F77F-3168-56E3-49CA0B168408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97" name="Oval 796">
                <a:extLst>
                  <a:ext uri="{FF2B5EF4-FFF2-40B4-BE49-F238E27FC236}">
                    <a16:creationId xmlns:a16="http://schemas.microsoft.com/office/drawing/2014/main" id="{E4437FAA-9545-41F0-5F7F-ECE5B1EF1E4C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736" name="Oval 735">
              <a:extLst>
                <a:ext uri="{FF2B5EF4-FFF2-40B4-BE49-F238E27FC236}">
                  <a16:creationId xmlns:a16="http://schemas.microsoft.com/office/drawing/2014/main" id="{7F531B56-F598-1196-BAF8-4E3339BA9777}"/>
                </a:ext>
              </a:extLst>
            </p:cNvPr>
            <p:cNvSpPr/>
            <p:nvPr/>
          </p:nvSpPr>
          <p:spPr>
            <a:xfrm>
              <a:off x="10544638" y="2854775"/>
              <a:ext cx="147437" cy="113074"/>
            </a:xfrm>
            <a:prstGeom prst="ellipse">
              <a:avLst/>
            </a:prstGeom>
            <a:solidFill>
              <a:schemeClr val="accent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37" name="Oval 736">
              <a:extLst>
                <a:ext uri="{FF2B5EF4-FFF2-40B4-BE49-F238E27FC236}">
                  <a16:creationId xmlns:a16="http://schemas.microsoft.com/office/drawing/2014/main" id="{85CBF7DC-D1E4-7167-7479-F1EB450BCD39}"/>
                </a:ext>
              </a:extLst>
            </p:cNvPr>
            <p:cNvSpPr/>
            <p:nvPr/>
          </p:nvSpPr>
          <p:spPr>
            <a:xfrm>
              <a:off x="10635324" y="2922592"/>
              <a:ext cx="24321" cy="2432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38" name="Oval 737">
              <a:extLst>
                <a:ext uri="{FF2B5EF4-FFF2-40B4-BE49-F238E27FC236}">
                  <a16:creationId xmlns:a16="http://schemas.microsoft.com/office/drawing/2014/main" id="{356B3483-3E9C-FF74-E0DE-676E8C7BBABA}"/>
                </a:ext>
              </a:extLst>
            </p:cNvPr>
            <p:cNvSpPr/>
            <p:nvPr/>
          </p:nvSpPr>
          <p:spPr>
            <a:xfrm>
              <a:off x="10664776" y="2912731"/>
              <a:ext cx="15538" cy="1553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739" name="Group 738">
              <a:extLst>
                <a:ext uri="{FF2B5EF4-FFF2-40B4-BE49-F238E27FC236}">
                  <a16:creationId xmlns:a16="http://schemas.microsoft.com/office/drawing/2014/main" id="{5D88BF3E-C28D-1826-E191-BCE1F7592D1A}"/>
                </a:ext>
              </a:extLst>
            </p:cNvPr>
            <p:cNvGrpSpPr/>
            <p:nvPr/>
          </p:nvGrpSpPr>
          <p:grpSpPr>
            <a:xfrm rot="19612653">
              <a:off x="10566876" y="2707902"/>
              <a:ext cx="147437" cy="113074"/>
              <a:chOff x="8450452" y="2221310"/>
              <a:chExt cx="433812" cy="332704"/>
            </a:xfrm>
            <a:solidFill>
              <a:schemeClr val="accent5"/>
            </a:solidFill>
          </p:grpSpPr>
          <p:sp>
            <p:nvSpPr>
              <p:cNvPr id="793" name="Oval 792">
                <a:extLst>
                  <a:ext uri="{FF2B5EF4-FFF2-40B4-BE49-F238E27FC236}">
                    <a16:creationId xmlns:a16="http://schemas.microsoft.com/office/drawing/2014/main" id="{FAB4D19C-C7DD-2A6B-51A4-7517FC219768}"/>
                  </a:ext>
                </a:extLst>
              </p:cNvPr>
              <p:cNvSpPr/>
              <p:nvPr/>
            </p:nvSpPr>
            <p:spPr>
              <a:xfrm>
                <a:off x="8450452" y="222131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94" name="Oval 793">
                <a:extLst>
                  <a:ext uri="{FF2B5EF4-FFF2-40B4-BE49-F238E27FC236}">
                    <a16:creationId xmlns:a16="http://schemas.microsoft.com/office/drawing/2014/main" id="{6967610E-84C9-85D1-AFFA-27EAA6711218}"/>
                  </a:ext>
                </a:extLst>
              </p:cNvPr>
              <p:cNvSpPr/>
              <p:nvPr/>
            </p:nvSpPr>
            <p:spPr>
              <a:xfrm>
                <a:off x="8782488" y="233788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40" name="Group 739">
              <a:extLst>
                <a:ext uri="{FF2B5EF4-FFF2-40B4-BE49-F238E27FC236}">
                  <a16:creationId xmlns:a16="http://schemas.microsoft.com/office/drawing/2014/main" id="{DCCEAC3E-4219-3E92-5C2A-1A5F9DFB76B6}"/>
                </a:ext>
              </a:extLst>
            </p:cNvPr>
            <p:cNvGrpSpPr/>
            <p:nvPr/>
          </p:nvGrpSpPr>
          <p:grpSpPr>
            <a:xfrm>
              <a:off x="10269966" y="2753651"/>
              <a:ext cx="147437" cy="113074"/>
              <a:chOff x="7576832" y="2355919"/>
              <a:chExt cx="433812" cy="332704"/>
            </a:xfrm>
            <a:solidFill>
              <a:schemeClr val="accent5"/>
            </a:solidFill>
          </p:grpSpPr>
          <p:sp>
            <p:nvSpPr>
              <p:cNvPr id="790" name="Oval 789">
                <a:extLst>
                  <a:ext uri="{FF2B5EF4-FFF2-40B4-BE49-F238E27FC236}">
                    <a16:creationId xmlns:a16="http://schemas.microsoft.com/office/drawing/2014/main" id="{23BAF6C7-82C8-3E06-5965-403D8B77D080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91" name="Oval 790">
                <a:extLst>
                  <a:ext uri="{FF2B5EF4-FFF2-40B4-BE49-F238E27FC236}">
                    <a16:creationId xmlns:a16="http://schemas.microsoft.com/office/drawing/2014/main" id="{CC23EA99-8438-3912-2250-DA74A4A39DDA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92" name="Oval 791">
                <a:extLst>
                  <a:ext uri="{FF2B5EF4-FFF2-40B4-BE49-F238E27FC236}">
                    <a16:creationId xmlns:a16="http://schemas.microsoft.com/office/drawing/2014/main" id="{5014FE0E-9D60-C186-5966-BAA4B6BE6818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41" name="Group 740">
              <a:extLst>
                <a:ext uri="{FF2B5EF4-FFF2-40B4-BE49-F238E27FC236}">
                  <a16:creationId xmlns:a16="http://schemas.microsoft.com/office/drawing/2014/main" id="{D8E6872E-7F85-65AF-5263-66F1956E02D6}"/>
                </a:ext>
              </a:extLst>
            </p:cNvPr>
            <p:cNvGrpSpPr/>
            <p:nvPr/>
          </p:nvGrpSpPr>
          <p:grpSpPr>
            <a:xfrm>
              <a:off x="10721699" y="2692187"/>
              <a:ext cx="147437" cy="113074"/>
              <a:chOff x="8905992" y="2175071"/>
              <a:chExt cx="433812" cy="332704"/>
            </a:xfrm>
            <a:solidFill>
              <a:schemeClr val="accent5"/>
            </a:solidFill>
          </p:grpSpPr>
          <p:sp>
            <p:nvSpPr>
              <p:cNvPr id="786" name="Oval 785">
                <a:extLst>
                  <a:ext uri="{FF2B5EF4-FFF2-40B4-BE49-F238E27FC236}">
                    <a16:creationId xmlns:a16="http://schemas.microsoft.com/office/drawing/2014/main" id="{E5D0748D-0397-5618-0B7D-8F6DF6FC7850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87" name="Oval 786">
                <a:extLst>
                  <a:ext uri="{FF2B5EF4-FFF2-40B4-BE49-F238E27FC236}">
                    <a16:creationId xmlns:a16="http://schemas.microsoft.com/office/drawing/2014/main" id="{B8BB6308-C2F3-1BF8-7294-77CFC77CA3DF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88" name="Oval 787">
                <a:extLst>
                  <a:ext uri="{FF2B5EF4-FFF2-40B4-BE49-F238E27FC236}">
                    <a16:creationId xmlns:a16="http://schemas.microsoft.com/office/drawing/2014/main" id="{7FBE6758-D40D-857E-533E-997DA2872210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89" name="Oval 788">
                <a:extLst>
                  <a:ext uri="{FF2B5EF4-FFF2-40B4-BE49-F238E27FC236}">
                    <a16:creationId xmlns:a16="http://schemas.microsoft.com/office/drawing/2014/main" id="{B81C8E70-FE14-F4CE-FC60-5FEBD68C7865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42" name="Group 741">
              <a:extLst>
                <a:ext uri="{FF2B5EF4-FFF2-40B4-BE49-F238E27FC236}">
                  <a16:creationId xmlns:a16="http://schemas.microsoft.com/office/drawing/2014/main" id="{A9C10C20-F2CC-B1A4-BF07-2C8C29EB98E0}"/>
                </a:ext>
              </a:extLst>
            </p:cNvPr>
            <p:cNvGrpSpPr/>
            <p:nvPr/>
          </p:nvGrpSpPr>
          <p:grpSpPr>
            <a:xfrm>
              <a:off x="10807882" y="2815049"/>
              <a:ext cx="147437" cy="113074"/>
              <a:chOff x="9309655" y="2557406"/>
              <a:chExt cx="433812" cy="332704"/>
            </a:xfrm>
            <a:solidFill>
              <a:schemeClr val="accent5"/>
            </a:solidFill>
          </p:grpSpPr>
          <p:sp>
            <p:nvSpPr>
              <p:cNvPr id="782" name="Oval 781">
                <a:extLst>
                  <a:ext uri="{FF2B5EF4-FFF2-40B4-BE49-F238E27FC236}">
                    <a16:creationId xmlns:a16="http://schemas.microsoft.com/office/drawing/2014/main" id="{5824BAB8-3607-03FE-49BE-C179C38129E1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83" name="Oval 782">
                <a:extLst>
                  <a:ext uri="{FF2B5EF4-FFF2-40B4-BE49-F238E27FC236}">
                    <a16:creationId xmlns:a16="http://schemas.microsoft.com/office/drawing/2014/main" id="{C2451CCD-0904-713B-C865-D7A164F4FED6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84" name="Oval 783">
                <a:extLst>
                  <a:ext uri="{FF2B5EF4-FFF2-40B4-BE49-F238E27FC236}">
                    <a16:creationId xmlns:a16="http://schemas.microsoft.com/office/drawing/2014/main" id="{4357F53B-1B95-C19D-0097-2D8508043BBC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85" name="Oval 784">
                <a:extLst>
                  <a:ext uri="{FF2B5EF4-FFF2-40B4-BE49-F238E27FC236}">
                    <a16:creationId xmlns:a16="http://schemas.microsoft.com/office/drawing/2014/main" id="{901F5163-979B-8AA5-B3F6-8B5E38978556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43" name="Group 742">
              <a:extLst>
                <a:ext uri="{FF2B5EF4-FFF2-40B4-BE49-F238E27FC236}">
                  <a16:creationId xmlns:a16="http://schemas.microsoft.com/office/drawing/2014/main" id="{A11AF93E-44A8-D111-540C-DD7B7B8F5384}"/>
                </a:ext>
              </a:extLst>
            </p:cNvPr>
            <p:cNvGrpSpPr/>
            <p:nvPr/>
          </p:nvGrpSpPr>
          <p:grpSpPr>
            <a:xfrm rot="9713598">
              <a:off x="10655311" y="2838064"/>
              <a:ext cx="163375" cy="114008"/>
              <a:chOff x="8786411" y="2519876"/>
              <a:chExt cx="480707" cy="335455"/>
            </a:xfrm>
            <a:solidFill>
              <a:schemeClr val="accent5"/>
            </a:solidFill>
          </p:grpSpPr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7856FC2F-BE9A-702E-9A26-C425BDAB7806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80" name="Oval 779">
                <a:extLst>
                  <a:ext uri="{FF2B5EF4-FFF2-40B4-BE49-F238E27FC236}">
                    <a16:creationId xmlns:a16="http://schemas.microsoft.com/office/drawing/2014/main" id="{182D6760-95A9-9A55-52C3-2A9AB438C5A0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81" name="Oval 780">
                <a:extLst>
                  <a:ext uri="{FF2B5EF4-FFF2-40B4-BE49-F238E27FC236}">
                    <a16:creationId xmlns:a16="http://schemas.microsoft.com/office/drawing/2014/main" id="{2D1A1D5A-A0C3-ABFD-A961-D2CF8BBD6EAC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44" name="Group 743">
              <a:extLst>
                <a:ext uri="{FF2B5EF4-FFF2-40B4-BE49-F238E27FC236}">
                  <a16:creationId xmlns:a16="http://schemas.microsoft.com/office/drawing/2014/main" id="{9DC295EE-6832-F255-A318-EA3C20745E54}"/>
                </a:ext>
              </a:extLst>
            </p:cNvPr>
            <p:cNvGrpSpPr/>
            <p:nvPr/>
          </p:nvGrpSpPr>
          <p:grpSpPr>
            <a:xfrm>
              <a:off x="10254083" y="2658505"/>
              <a:ext cx="229165" cy="115827"/>
              <a:chOff x="7702717" y="2138490"/>
              <a:chExt cx="674286" cy="340804"/>
            </a:xfrm>
            <a:solidFill>
              <a:schemeClr val="accent5"/>
            </a:solidFill>
          </p:grpSpPr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906FE5DA-AC76-9C4B-B40E-47C2F36A1AFE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76" name="Oval 775">
                <a:extLst>
                  <a:ext uri="{FF2B5EF4-FFF2-40B4-BE49-F238E27FC236}">
                    <a16:creationId xmlns:a16="http://schemas.microsoft.com/office/drawing/2014/main" id="{28CAAFCF-B9A9-3D0E-4F95-6AAD605059D6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77" name="Oval 776">
                <a:extLst>
                  <a:ext uri="{FF2B5EF4-FFF2-40B4-BE49-F238E27FC236}">
                    <a16:creationId xmlns:a16="http://schemas.microsoft.com/office/drawing/2014/main" id="{77425BDD-1784-DD7C-19FD-593D701984D8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78" name="Oval 777">
                <a:extLst>
                  <a:ext uri="{FF2B5EF4-FFF2-40B4-BE49-F238E27FC236}">
                    <a16:creationId xmlns:a16="http://schemas.microsoft.com/office/drawing/2014/main" id="{2F925982-F035-470B-84A0-556DA732E148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45" name="Group 744">
              <a:extLst>
                <a:ext uri="{FF2B5EF4-FFF2-40B4-BE49-F238E27FC236}">
                  <a16:creationId xmlns:a16="http://schemas.microsoft.com/office/drawing/2014/main" id="{43D9D3A7-5ACF-730F-D60A-9834ED2F01A1}"/>
                </a:ext>
              </a:extLst>
            </p:cNvPr>
            <p:cNvGrpSpPr/>
            <p:nvPr/>
          </p:nvGrpSpPr>
          <p:grpSpPr>
            <a:xfrm>
              <a:off x="10775682" y="2508624"/>
              <a:ext cx="185998" cy="113074"/>
              <a:chOff x="2616513" y="2273732"/>
              <a:chExt cx="547272" cy="332704"/>
            </a:xfrm>
            <a:solidFill>
              <a:schemeClr val="accent5"/>
            </a:solidFill>
          </p:grpSpPr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54090892-17D9-1F06-0E6E-26F96E35FA7C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72" name="Oval 771">
                <a:extLst>
                  <a:ext uri="{FF2B5EF4-FFF2-40B4-BE49-F238E27FC236}">
                    <a16:creationId xmlns:a16="http://schemas.microsoft.com/office/drawing/2014/main" id="{B9226C9B-3F18-2AA7-82F4-FA4BA00ED6AB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73" name="Oval 772">
                <a:extLst>
                  <a:ext uri="{FF2B5EF4-FFF2-40B4-BE49-F238E27FC236}">
                    <a16:creationId xmlns:a16="http://schemas.microsoft.com/office/drawing/2014/main" id="{E1FB2D6F-45A1-6D56-BBEF-A13FC8F51FDB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74" name="Oval 773">
                <a:extLst>
                  <a:ext uri="{FF2B5EF4-FFF2-40B4-BE49-F238E27FC236}">
                    <a16:creationId xmlns:a16="http://schemas.microsoft.com/office/drawing/2014/main" id="{25030C7D-EC4B-EB8A-9445-C500B3DB38AA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46" name="Group 745">
              <a:extLst>
                <a:ext uri="{FF2B5EF4-FFF2-40B4-BE49-F238E27FC236}">
                  <a16:creationId xmlns:a16="http://schemas.microsoft.com/office/drawing/2014/main" id="{93CF6030-B681-6E8F-3BA5-F652B287C82C}"/>
                </a:ext>
              </a:extLst>
            </p:cNvPr>
            <p:cNvGrpSpPr/>
            <p:nvPr/>
          </p:nvGrpSpPr>
          <p:grpSpPr>
            <a:xfrm>
              <a:off x="10329669" y="2555677"/>
              <a:ext cx="147437" cy="113074"/>
              <a:chOff x="8292233" y="2422448"/>
              <a:chExt cx="433812" cy="332704"/>
            </a:xfrm>
            <a:solidFill>
              <a:schemeClr val="accent5"/>
            </a:solidFill>
          </p:grpSpPr>
          <p:sp>
            <p:nvSpPr>
              <p:cNvPr id="768" name="Oval 767">
                <a:extLst>
                  <a:ext uri="{FF2B5EF4-FFF2-40B4-BE49-F238E27FC236}">
                    <a16:creationId xmlns:a16="http://schemas.microsoft.com/office/drawing/2014/main" id="{4446E5A6-43E8-AA36-B5E2-130C4292389C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69" name="Oval 768">
                <a:extLst>
                  <a:ext uri="{FF2B5EF4-FFF2-40B4-BE49-F238E27FC236}">
                    <a16:creationId xmlns:a16="http://schemas.microsoft.com/office/drawing/2014/main" id="{D84F3089-CA27-3CEE-A557-653ED09B7D64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70" name="Oval 769">
                <a:extLst>
                  <a:ext uri="{FF2B5EF4-FFF2-40B4-BE49-F238E27FC236}">
                    <a16:creationId xmlns:a16="http://schemas.microsoft.com/office/drawing/2014/main" id="{CC9EA521-BAEA-19C4-FA2E-6F2524BD58AD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47" name="Group 746">
              <a:extLst>
                <a:ext uri="{FF2B5EF4-FFF2-40B4-BE49-F238E27FC236}">
                  <a16:creationId xmlns:a16="http://schemas.microsoft.com/office/drawing/2014/main" id="{38464DF0-9993-FC26-5423-5CD5AFCCB9A4}"/>
                </a:ext>
              </a:extLst>
            </p:cNvPr>
            <p:cNvGrpSpPr/>
            <p:nvPr/>
          </p:nvGrpSpPr>
          <p:grpSpPr>
            <a:xfrm>
              <a:off x="10738364" y="2639244"/>
              <a:ext cx="147437" cy="113074"/>
              <a:chOff x="7839715" y="2553300"/>
              <a:chExt cx="433812" cy="332704"/>
            </a:xfrm>
            <a:solidFill>
              <a:schemeClr val="accent5"/>
            </a:solidFill>
          </p:grpSpPr>
          <p:sp>
            <p:nvSpPr>
              <p:cNvPr id="764" name="Oval 763">
                <a:extLst>
                  <a:ext uri="{FF2B5EF4-FFF2-40B4-BE49-F238E27FC236}">
                    <a16:creationId xmlns:a16="http://schemas.microsoft.com/office/drawing/2014/main" id="{8C524D43-2DE1-1F29-2E2E-19DC9E408058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65" name="Oval 764">
                <a:extLst>
                  <a:ext uri="{FF2B5EF4-FFF2-40B4-BE49-F238E27FC236}">
                    <a16:creationId xmlns:a16="http://schemas.microsoft.com/office/drawing/2014/main" id="{2B33A2F8-4500-48E9-9AB4-42688B910548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66" name="Oval 765">
                <a:extLst>
                  <a:ext uri="{FF2B5EF4-FFF2-40B4-BE49-F238E27FC236}">
                    <a16:creationId xmlns:a16="http://schemas.microsoft.com/office/drawing/2014/main" id="{6F84D3DD-77AF-CCBF-F7D8-D59D7F7B3AC7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67" name="Oval 766">
                <a:extLst>
                  <a:ext uri="{FF2B5EF4-FFF2-40B4-BE49-F238E27FC236}">
                    <a16:creationId xmlns:a16="http://schemas.microsoft.com/office/drawing/2014/main" id="{14589F03-F558-0F57-E43B-ED0B36E16550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48" name="Group 747">
              <a:extLst>
                <a:ext uri="{FF2B5EF4-FFF2-40B4-BE49-F238E27FC236}">
                  <a16:creationId xmlns:a16="http://schemas.microsoft.com/office/drawing/2014/main" id="{5237D891-855B-E220-3681-79A9E1544705}"/>
                </a:ext>
              </a:extLst>
            </p:cNvPr>
            <p:cNvGrpSpPr/>
            <p:nvPr/>
          </p:nvGrpSpPr>
          <p:grpSpPr>
            <a:xfrm>
              <a:off x="10906875" y="2806312"/>
              <a:ext cx="147437" cy="113074"/>
              <a:chOff x="8905992" y="2175071"/>
              <a:chExt cx="433812" cy="332704"/>
            </a:xfrm>
            <a:solidFill>
              <a:schemeClr val="accent5"/>
            </a:solidFill>
          </p:grpSpPr>
          <p:sp>
            <p:nvSpPr>
              <p:cNvPr id="760" name="Oval 759">
                <a:extLst>
                  <a:ext uri="{FF2B5EF4-FFF2-40B4-BE49-F238E27FC236}">
                    <a16:creationId xmlns:a16="http://schemas.microsoft.com/office/drawing/2014/main" id="{62BA76F0-BDFC-00FA-DB2D-73A2D50A37D7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61" name="Oval 760">
                <a:extLst>
                  <a:ext uri="{FF2B5EF4-FFF2-40B4-BE49-F238E27FC236}">
                    <a16:creationId xmlns:a16="http://schemas.microsoft.com/office/drawing/2014/main" id="{A362C4CC-6649-8614-6B29-70F79E041209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62" name="Oval 761">
                <a:extLst>
                  <a:ext uri="{FF2B5EF4-FFF2-40B4-BE49-F238E27FC236}">
                    <a16:creationId xmlns:a16="http://schemas.microsoft.com/office/drawing/2014/main" id="{C9997516-E1FB-B72B-6831-968BB94A434B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63" name="Oval 762">
                <a:extLst>
                  <a:ext uri="{FF2B5EF4-FFF2-40B4-BE49-F238E27FC236}">
                    <a16:creationId xmlns:a16="http://schemas.microsoft.com/office/drawing/2014/main" id="{47ABE901-481E-9ABC-1B9B-DBB39BB5685A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49" name="Group 748">
              <a:extLst>
                <a:ext uri="{FF2B5EF4-FFF2-40B4-BE49-F238E27FC236}">
                  <a16:creationId xmlns:a16="http://schemas.microsoft.com/office/drawing/2014/main" id="{6541EDCC-E2BE-E432-8543-00120B0AB342}"/>
                </a:ext>
              </a:extLst>
            </p:cNvPr>
            <p:cNvGrpSpPr/>
            <p:nvPr/>
          </p:nvGrpSpPr>
          <p:grpSpPr>
            <a:xfrm>
              <a:off x="10438891" y="2878216"/>
              <a:ext cx="147437" cy="113074"/>
              <a:chOff x="8905992" y="2175071"/>
              <a:chExt cx="433812" cy="332704"/>
            </a:xfrm>
            <a:solidFill>
              <a:schemeClr val="accent5"/>
            </a:solidFill>
          </p:grpSpPr>
          <p:sp>
            <p:nvSpPr>
              <p:cNvPr id="756" name="Oval 755">
                <a:extLst>
                  <a:ext uri="{FF2B5EF4-FFF2-40B4-BE49-F238E27FC236}">
                    <a16:creationId xmlns:a16="http://schemas.microsoft.com/office/drawing/2014/main" id="{97A1181C-D17C-4E4A-A379-6CAB9AFC03FB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57" name="Oval 756">
                <a:extLst>
                  <a:ext uri="{FF2B5EF4-FFF2-40B4-BE49-F238E27FC236}">
                    <a16:creationId xmlns:a16="http://schemas.microsoft.com/office/drawing/2014/main" id="{334D83B0-3390-2047-B47C-CE26897735BA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58" name="Oval 757">
                <a:extLst>
                  <a:ext uri="{FF2B5EF4-FFF2-40B4-BE49-F238E27FC236}">
                    <a16:creationId xmlns:a16="http://schemas.microsoft.com/office/drawing/2014/main" id="{F7A69CE7-D21D-B68B-FEA3-4E880DE8E28A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59" name="Oval 758">
                <a:extLst>
                  <a:ext uri="{FF2B5EF4-FFF2-40B4-BE49-F238E27FC236}">
                    <a16:creationId xmlns:a16="http://schemas.microsoft.com/office/drawing/2014/main" id="{943B59C5-26B1-E8D2-8AF3-63D65E2476F7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750" name="Group 749">
              <a:extLst>
                <a:ext uri="{FF2B5EF4-FFF2-40B4-BE49-F238E27FC236}">
                  <a16:creationId xmlns:a16="http://schemas.microsoft.com/office/drawing/2014/main" id="{20D663A5-34F6-EF65-6B8D-D3960DF0F7E5}"/>
                </a:ext>
              </a:extLst>
            </p:cNvPr>
            <p:cNvGrpSpPr/>
            <p:nvPr/>
          </p:nvGrpSpPr>
          <p:grpSpPr>
            <a:xfrm>
              <a:off x="10391569" y="2821680"/>
              <a:ext cx="185998" cy="113074"/>
              <a:chOff x="2616513" y="2273732"/>
              <a:chExt cx="547272" cy="332704"/>
            </a:xfrm>
            <a:solidFill>
              <a:schemeClr val="accent5"/>
            </a:solidFill>
          </p:grpSpPr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A4F410A6-A25D-258C-3261-F25E09B8E069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53" name="Oval 752">
                <a:extLst>
                  <a:ext uri="{FF2B5EF4-FFF2-40B4-BE49-F238E27FC236}">
                    <a16:creationId xmlns:a16="http://schemas.microsoft.com/office/drawing/2014/main" id="{2387C2C3-AEB4-A023-080F-9C8F85E51C7C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54" name="Oval 753">
                <a:extLst>
                  <a:ext uri="{FF2B5EF4-FFF2-40B4-BE49-F238E27FC236}">
                    <a16:creationId xmlns:a16="http://schemas.microsoft.com/office/drawing/2014/main" id="{AADFBEA3-C8A2-D76E-53E2-68E89207D83B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755" name="Oval 754">
                <a:extLst>
                  <a:ext uri="{FF2B5EF4-FFF2-40B4-BE49-F238E27FC236}">
                    <a16:creationId xmlns:a16="http://schemas.microsoft.com/office/drawing/2014/main" id="{7712674A-2779-EA72-FEC8-7BFCD463A846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cxnSp>
          <p:nvCxnSpPr>
            <p:cNvPr id="751" name="Straight Arrow Connector 750">
              <a:extLst>
                <a:ext uri="{FF2B5EF4-FFF2-40B4-BE49-F238E27FC236}">
                  <a16:creationId xmlns:a16="http://schemas.microsoft.com/office/drawing/2014/main" id="{8DBC577D-296A-F9EA-CA08-80B45A33E8A8}"/>
                </a:ext>
              </a:extLst>
            </p:cNvPr>
            <p:cNvCxnSpPr>
              <a:cxnSpLocks/>
            </p:cNvCxnSpPr>
            <p:nvPr/>
          </p:nvCxnSpPr>
          <p:spPr>
            <a:xfrm>
              <a:off x="9587461" y="2618962"/>
              <a:ext cx="447770" cy="0"/>
            </a:xfrm>
            <a:prstGeom prst="straightConnector1">
              <a:avLst/>
            </a:prstGeom>
            <a:solidFill>
              <a:schemeClr val="accent5"/>
            </a:solidFill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134" name="Group 1133">
              <a:extLst>
                <a:ext uri="{FF2B5EF4-FFF2-40B4-BE49-F238E27FC236}">
                  <a16:creationId xmlns:a16="http://schemas.microsoft.com/office/drawing/2014/main" id="{2F357734-77AC-7AA2-9D1B-10C5024220A7}"/>
                </a:ext>
              </a:extLst>
            </p:cNvPr>
            <p:cNvGrpSpPr/>
            <p:nvPr/>
          </p:nvGrpSpPr>
          <p:grpSpPr>
            <a:xfrm>
              <a:off x="9106364" y="2565555"/>
              <a:ext cx="185998" cy="113074"/>
              <a:chOff x="2616513" y="2273732"/>
              <a:chExt cx="547272" cy="332704"/>
            </a:xfrm>
            <a:solidFill>
              <a:schemeClr val="accent5"/>
            </a:solidFill>
          </p:grpSpPr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E4F3D365-D6B3-8F6A-E981-877D7C1D32DF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36" name="Oval 1135">
                <a:extLst>
                  <a:ext uri="{FF2B5EF4-FFF2-40B4-BE49-F238E27FC236}">
                    <a16:creationId xmlns:a16="http://schemas.microsoft.com/office/drawing/2014/main" id="{03C15308-D838-5B31-1A5B-4C7DF6AD0B7D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37" name="Oval 1136">
                <a:extLst>
                  <a:ext uri="{FF2B5EF4-FFF2-40B4-BE49-F238E27FC236}">
                    <a16:creationId xmlns:a16="http://schemas.microsoft.com/office/drawing/2014/main" id="{98A7F817-B76F-C6F8-0BFA-8B50BE775777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38" name="Oval 1137">
                <a:extLst>
                  <a:ext uri="{FF2B5EF4-FFF2-40B4-BE49-F238E27FC236}">
                    <a16:creationId xmlns:a16="http://schemas.microsoft.com/office/drawing/2014/main" id="{20D87A5A-D74C-1886-5502-5A0C043F3703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39" name="Group 1138">
              <a:extLst>
                <a:ext uri="{FF2B5EF4-FFF2-40B4-BE49-F238E27FC236}">
                  <a16:creationId xmlns:a16="http://schemas.microsoft.com/office/drawing/2014/main" id="{622E4AB6-46B2-AFDB-AAD8-3DB957F28B91}"/>
                </a:ext>
              </a:extLst>
            </p:cNvPr>
            <p:cNvGrpSpPr/>
            <p:nvPr/>
          </p:nvGrpSpPr>
          <p:grpSpPr>
            <a:xfrm>
              <a:off x="9161780" y="2369326"/>
              <a:ext cx="185998" cy="113074"/>
              <a:chOff x="2616513" y="2273732"/>
              <a:chExt cx="547272" cy="332704"/>
            </a:xfrm>
            <a:solidFill>
              <a:schemeClr val="accent5"/>
            </a:solidFill>
          </p:grpSpPr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624D18C4-F66D-75D3-7F4D-098247AE90DF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41" name="Oval 1140">
                <a:extLst>
                  <a:ext uri="{FF2B5EF4-FFF2-40B4-BE49-F238E27FC236}">
                    <a16:creationId xmlns:a16="http://schemas.microsoft.com/office/drawing/2014/main" id="{06525D3C-2D7A-329B-59EC-B12C80D8DA85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42" name="Oval 1141">
                <a:extLst>
                  <a:ext uri="{FF2B5EF4-FFF2-40B4-BE49-F238E27FC236}">
                    <a16:creationId xmlns:a16="http://schemas.microsoft.com/office/drawing/2014/main" id="{58F718BD-B53F-FD7E-1C5E-7C5D40CC89A1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43" name="Oval 1142">
                <a:extLst>
                  <a:ext uri="{FF2B5EF4-FFF2-40B4-BE49-F238E27FC236}">
                    <a16:creationId xmlns:a16="http://schemas.microsoft.com/office/drawing/2014/main" id="{A96721EE-38E8-E6B1-793E-05D2457580E2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144" name="Group 1143">
              <a:extLst>
                <a:ext uri="{FF2B5EF4-FFF2-40B4-BE49-F238E27FC236}">
                  <a16:creationId xmlns:a16="http://schemas.microsoft.com/office/drawing/2014/main" id="{153759CB-F80C-526E-471F-9B6B011C148F}"/>
                </a:ext>
              </a:extLst>
            </p:cNvPr>
            <p:cNvGrpSpPr/>
            <p:nvPr/>
          </p:nvGrpSpPr>
          <p:grpSpPr>
            <a:xfrm>
              <a:off x="9193241" y="2839224"/>
              <a:ext cx="185998" cy="113074"/>
              <a:chOff x="2616513" y="2273732"/>
              <a:chExt cx="547272" cy="332704"/>
            </a:xfrm>
            <a:solidFill>
              <a:schemeClr val="accent5"/>
            </a:solidFill>
          </p:grpSpPr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E35C893E-69DC-AA53-9BA2-8B0F371425DC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46" name="Oval 1145">
                <a:extLst>
                  <a:ext uri="{FF2B5EF4-FFF2-40B4-BE49-F238E27FC236}">
                    <a16:creationId xmlns:a16="http://schemas.microsoft.com/office/drawing/2014/main" id="{46AA836E-D079-0762-4065-879EB8FD2A56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47" name="Oval 1146">
                <a:extLst>
                  <a:ext uri="{FF2B5EF4-FFF2-40B4-BE49-F238E27FC236}">
                    <a16:creationId xmlns:a16="http://schemas.microsoft.com/office/drawing/2014/main" id="{868D1A28-FB26-8257-7076-BF385D5CC8E1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48" name="Oval 1147">
                <a:extLst>
                  <a:ext uri="{FF2B5EF4-FFF2-40B4-BE49-F238E27FC236}">
                    <a16:creationId xmlns:a16="http://schemas.microsoft.com/office/drawing/2014/main" id="{0A995C4C-2F40-34DA-7FC9-7DE9B011189C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1374" name="TextBox 1373">
              <a:extLst>
                <a:ext uri="{FF2B5EF4-FFF2-40B4-BE49-F238E27FC236}">
                  <a16:creationId xmlns:a16="http://schemas.microsoft.com/office/drawing/2014/main" id="{6CC0F992-ACE8-A435-8057-57D26DD0EF61}"/>
                </a:ext>
              </a:extLst>
            </p:cNvPr>
            <p:cNvSpPr txBox="1"/>
            <p:nvPr/>
          </p:nvSpPr>
          <p:spPr>
            <a:xfrm>
              <a:off x="9384652" y="2607755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noProof="0" dirty="0">
                  <a:solidFill>
                    <a:schemeClr val="accent5"/>
                  </a:solidFill>
                </a:rPr>
                <a:t>cond5</a:t>
              </a:r>
            </a:p>
          </p:txBody>
        </p:sp>
      </p:grpSp>
      <p:grpSp>
        <p:nvGrpSpPr>
          <p:cNvPr id="1406" name="Group 1405">
            <a:extLst>
              <a:ext uri="{FF2B5EF4-FFF2-40B4-BE49-F238E27FC236}">
                <a16:creationId xmlns:a16="http://schemas.microsoft.com/office/drawing/2014/main" id="{590305C2-B102-9E6B-F4C8-F23CBA888860}"/>
              </a:ext>
            </a:extLst>
          </p:cNvPr>
          <p:cNvGrpSpPr/>
          <p:nvPr/>
        </p:nvGrpSpPr>
        <p:grpSpPr>
          <a:xfrm>
            <a:off x="9791174" y="1575337"/>
            <a:ext cx="1854033" cy="611888"/>
            <a:chOff x="9869175" y="1642710"/>
            <a:chExt cx="1854033" cy="611888"/>
          </a:xfrm>
        </p:grpSpPr>
        <p:grpSp>
          <p:nvGrpSpPr>
            <p:cNvPr id="914" name="Group 913">
              <a:extLst>
                <a:ext uri="{FF2B5EF4-FFF2-40B4-BE49-F238E27FC236}">
                  <a16:creationId xmlns:a16="http://schemas.microsoft.com/office/drawing/2014/main" id="{7F5EFDD0-7614-B29A-5F36-4FDE59ED7392}"/>
                </a:ext>
              </a:extLst>
            </p:cNvPr>
            <p:cNvGrpSpPr/>
            <p:nvPr/>
          </p:nvGrpSpPr>
          <p:grpSpPr>
            <a:xfrm>
              <a:off x="11231143" y="1642710"/>
              <a:ext cx="229165" cy="115827"/>
              <a:chOff x="7702717" y="2138490"/>
              <a:chExt cx="674286" cy="340804"/>
            </a:xfrm>
            <a:solidFill>
              <a:schemeClr val="accent6"/>
            </a:solidFill>
          </p:grpSpPr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380CE929-4E81-40C7-84AA-A8341C1704E7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31" name="Oval 1130">
                <a:extLst>
                  <a:ext uri="{FF2B5EF4-FFF2-40B4-BE49-F238E27FC236}">
                    <a16:creationId xmlns:a16="http://schemas.microsoft.com/office/drawing/2014/main" id="{2C6A9993-FA30-2B2C-4111-1FC49B5C167F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32" name="Oval 1131">
                <a:extLst>
                  <a:ext uri="{FF2B5EF4-FFF2-40B4-BE49-F238E27FC236}">
                    <a16:creationId xmlns:a16="http://schemas.microsoft.com/office/drawing/2014/main" id="{B009E2A2-E39B-BE02-9BCD-87B74D648BD3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33" name="Oval 1132">
                <a:extLst>
                  <a:ext uri="{FF2B5EF4-FFF2-40B4-BE49-F238E27FC236}">
                    <a16:creationId xmlns:a16="http://schemas.microsoft.com/office/drawing/2014/main" id="{1ECD4B79-F786-C3CA-CF22-563C684E2EC3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15" name="Group 914">
              <a:extLst>
                <a:ext uri="{FF2B5EF4-FFF2-40B4-BE49-F238E27FC236}">
                  <a16:creationId xmlns:a16="http://schemas.microsoft.com/office/drawing/2014/main" id="{A825BA30-E6E1-B19F-FB2B-979E10D96011}"/>
                </a:ext>
              </a:extLst>
            </p:cNvPr>
            <p:cNvGrpSpPr/>
            <p:nvPr/>
          </p:nvGrpSpPr>
          <p:grpSpPr>
            <a:xfrm>
              <a:off x="11073898" y="1849483"/>
              <a:ext cx="147437" cy="113074"/>
              <a:chOff x="7839715" y="2553300"/>
              <a:chExt cx="433812" cy="332704"/>
            </a:xfrm>
            <a:solidFill>
              <a:schemeClr val="accent6"/>
            </a:solidFill>
          </p:grpSpPr>
          <p:sp>
            <p:nvSpPr>
              <p:cNvPr id="1126" name="Oval 1125">
                <a:extLst>
                  <a:ext uri="{FF2B5EF4-FFF2-40B4-BE49-F238E27FC236}">
                    <a16:creationId xmlns:a16="http://schemas.microsoft.com/office/drawing/2014/main" id="{DDCA3587-66E1-B299-AC5B-1D7FF03091F2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27" name="Oval 1126">
                <a:extLst>
                  <a:ext uri="{FF2B5EF4-FFF2-40B4-BE49-F238E27FC236}">
                    <a16:creationId xmlns:a16="http://schemas.microsoft.com/office/drawing/2014/main" id="{B9A82AD3-2B35-0947-6DB4-6826031A16E8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28" name="Oval 1127">
                <a:extLst>
                  <a:ext uri="{FF2B5EF4-FFF2-40B4-BE49-F238E27FC236}">
                    <a16:creationId xmlns:a16="http://schemas.microsoft.com/office/drawing/2014/main" id="{869C139D-0074-C835-A43D-C27BF76948DC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29" name="Oval 1128">
                <a:extLst>
                  <a:ext uri="{FF2B5EF4-FFF2-40B4-BE49-F238E27FC236}">
                    <a16:creationId xmlns:a16="http://schemas.microsoft.com/office/drawing/2014/main" id="{9820CCA7-0443-5A2E-C544-1E44924C1BF5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16" name="Group 915">
              <a:extLst>
                <a:ext uri="{FF2B5EF4-FFF2-40B4-BE49-F238E27FC236}">
                  <a16:creationId xmlns:a16="http://schemas.microsoft.com/office/drawing/2014/main" id="{E7987D72-A9EF-B54E-E820-C0DBE6479F59}"/>
                </a:ext>
              </a:extLst>
            </p:cNvPr>
            <p:cNvGrpSpPr/>
            <p:nvPr/>
          </p:nvGrpSpPr>
          <p:grpSpPr>
            <a:xfrm>
              <a:off x="11227692" y="1805011"/>
              <a:ext cx="147437" cy="113074"/>
              <a:chOff x="8292233" y="2422448"/>
              <a:chExt cx="433812" cy="332704"/>
            </a:xfrm>
            <a:solidFill>
              <a:schemeClr val="accent6"/>
            </a:solidFill>
          </p:grpSpPr>
          <p:sp>
            <p:nvSpPr>
              <p:cNvPr id="1123" name="Oval 1122">
                <a:extLst>
                  <a:ext uri="{FF2B5EF4-FFF2-40B4-BE49-F238E27FC236}">
                    <a16:creationId xmlns:a16="http://schemas.microsoft.com/office/drawing/2014/main" id="{64F38F6B-CFF7-8A12-3CF8-5A040A4F5555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24" name="Oval 1123">
                <a:extLst>
                  <a:ext uri="{FF2B5EF4-FFF2-40B4-BE49-F238E27FC236}">
                    <a16:creationId xmlns:a16="http://schemas.microsoft.com/office/drawing/2014/main" id="{745F5EC5-7480-7B3B-D026-233E2E2C4B95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25" name="Oval 1124">
                <a:extLst>
                  <a:ext uri="{FF2B5EF4-FFF2-40B4-BE49-F238E27FC236}">
                    <a16:creationId xmlns:a16="http://schemas.microsoft.com/office/drawing/2014/main" id="{E7FB7FE0-9E74-B284-4014-1A24D12F427A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917" name="Oval 916">
              <a:extLst>
                <a:ext uri="{FF2B5EF4-FFF2-40B4-BE49-F238E27FC236}">
                  <a16:creationId xmlns:a16="http://schemas.microsoft.com/office/drawing/2014/main" id="{4CD54026-8243-F527-4EC8-8449EED4EBA0}"/>
                </a:ext>
              </a:extLst>
            </p:cNvPr>
            <p:cNvSpPr/>
            <p:nvPr/>
          </p:nvSpPr>
          <p:spPr>
            <a:xfrm>
              <a:off x="11259225" y="1883524"/>
              <a:ext cx="147437" cy="113074"/>
            </a:xfrm>
            <a:prstGeom prst="ellipse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18" name="Oval 917">
              <a:extLst>
                <a:ext uri="{FF2B5EF4-FFF2-40B4-BE49-F238E27FC236}">
                  <a16:creationId xmlns:a16="http://schemas.microsoft.com/office/drawing/2014/main" id="{B4ECD349-DEE0-CC62-46D6-1C985F87BC17}"/>
                </a:ext>
              </a:extLst>
            </p:cNvPr>
            <p:cNvSpPr/>
            <p:nvPr/>
          </p:nvSpPr>
          <p:spPr>
            <a:xfrm>
              <a:off x="11349912" y="1951341"/>
              <a:ext cx="24321" cy="2432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919" name="Group 918">
              <a:extLst>
                <a:ext uri="{FF2B5EF4-FFF2-40B4-BE49-F238E27FC236}">
                  <a16:creationId xmlns:a16="http://schemas.microsoft.com/office/drawing/2014/main" id="{A672EAA4-0972-71F2-F928-6F0C9AC9E62E}"/>
                </a:ext>
              </a:extLst>
            </p:cNvPr>
            <p:cNvGrpSpPr/>
            <p:nvPr/>
          </p:nvGrpSpPr>
          <p:grpSpPr>
            <a:xfrm>
              <a:off x="10000814" y="1821815"/>
              <a:ext cx="185998" cy="113074"/>
              <a:chOff x="2616513" y="2273732"/>
              <a:chExt cx="547272" cy="332704"/>
            </a:xfrm>
            <a:solidFill>
              <a:schemeClr val="accent6"/>
            </a:solidFill>
          </p:grpSpPr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77D86BA1-3B52-BE71-7C66-7A0E4E8B47AB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20" name="Oval 1119">
                <a:extLst>
                  <a:ext uri="{FF2B5EF4-FFF2-40B4-BE49-F238E27FC236}">
                    <a16:creationId xmlns:a16="http://schemas.microsoft.com/office/drawing/2014/main" id="{73C7EBD8-DA2E-8C00-9D1E-6062869DA5BB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21" name="Oval 1120">
                <a:extLst>
                  <a:ext uri="{FF2B5EF4-FFF2-40B4-BE49-F238E27FC236}">
                    <a16:creationId xmlns:a16="http://schemas.microsoft.com/office/drawing/2014/main" id="{13944998-7EF6-B434-9C9D-1B639606424A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22" name="Oval 1121">
                <a:extLst>
                  <a:ext uri="{FF2B5EF4-FFF2-40B4-BE49-F238E27FC236}">
                    <a16:creationId xmlns:a16="http://schemas.microsoft.com/office/drawing/2014/main" id="{7778965A-B627-93DF-A0CD-754EB5DD6658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920" name="Oval 919">
              <a:extLst>
                <a:ext uri="{FF2B5EF4-FFF2-40B4-BE49-F238E27FC236}">
                  <a16:creationId xmlns:a16="http://schemas.microsoft.com/office/drawing/2014/main" id="{389450B8-4668-6D24-FEBB-7CDD6E0EBD39}"/>
                </a:ext>
              </a:extLst>
            </p:cNvPr>
            <p:cNvSpPr/>
            <p:nvPr/>
          </p:nvSpPr>
          <p:spPr>
            <a:xfrm>
              <a:off x="11379364" y="1941480"/>
              <a:ext cx="15538" cy="1553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923" name="Group 922">
              <a:extLst>
                <a:ext uri="{FF2B5EF4-FFF2-40B4-BE49-F238E27FC236}">
                  <a16:creationId xmlns:a16="http://schemas.microsoft.com/office/drawing/2014/main" id="{4F87781A-BB06-21CC-579E-9915046E6145}"/>
                </a:ext>
              </a:extLst>
            </p:cNvPr>
            <p:cNvGrpSpPr/>
            <p:nvPr/>
          </p:nvGrpSpPr>
          <p:grpSpPr>
            <a:xfrm>
              <a:off x="11436287" y="1720936"/>
              <a:ext cx="147437" cy="113074"/>
              <a:chOff x="8905992" y="2175071"/>
              <a:chExt cx="433812" cy="332704"/>
            </a:xfrm>
            <a:solidFill>
              <a:schemeClr val="accent6"/>
            </a:solidFill>
          </p:grpSpPr>
          <p:sp>
            <p:nvSpPr>
              <p:cNvPr id="1110" name="Oval 1109">
                <a:extLst>
                  <a:ext uri="{FF2B5EF4-FFF2-40B4-BE49-F238E27FC236}">
                    <a16:creationId xmlns:a16="http://schemas.microsoft.com/office/drawing/2014/main" id="{85360599-DBDC-0393-C2E3-A737E2D3F71F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11" name="Oval 1110">
                <a:extLst>
                  <a:ext uri="{FF2B5EF4-FFF2-40B4-BE49-F238E27FC236}">
                    <a16:creationId xmlns:a16="http://schemas.microsoft.com/office/drawing/2014/main" id="{933C5A98-131F-0947-A7A7-ECF8A507360D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12" name="Oval 1111">
                <a:extLst>
                  <a:ext uri="{FF2B5EF4-FFF2-40B4-BE49-F238E27FC236}">
                    <a16:creationId xmlns:a16="http://schemas.microsoft.com/office/drawing/2014/main" id="{4AA2D0F9-38E9-7795-A33E-23CFC489910C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13" name="Oval 1112">
                <a:extLst>
                  <a:ext uri="{FF2B5EF4-FFF2-40B4-BE49-F238E27FC236}">
                    <a16:creationId xmlns:a16="http://schemas.microsoft.com/office/drawing/2014/main" id="{227E75E8-8B91-4A48-07BC-091B15779F2D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24" name="Group 923">
              <a:extLst>
                <a:ext uri="{FF2B5EF4-FFF2-40B4-BE49-F238E27FC236}">
                  <a16:creationId xmlns:a16="http://schemas.microsoft.com/office/drawing/2014/main" id="{CC86BF66-AB4C-8EC2-5496-DB6473E5E352}"/>
                </a:ext>
              </a:extLst>
            </p:cNvPr>
            <p:cNvGrpSpPr/>
            <p:nvPr/>
          </p:nvGrpSpPr>
          <p:grpSpPr>
            <a:xfrm>
              <a:off x="11522470" y="1843798"/>
              <a:ext cx="147437" cy="113074"/>
              <a:chOff x="9309655" y="2557406"/>
              <a:chExt cx="433812" cy="332704"/>
            </a:xfrm>
            <a:solidFill>
              <a:schemeClr val="accent6"/>
            </a:solidFill>
          </p:grpSpPr>
          <p:sp>
            <p:nvSpPr>
              <p:cNvPr id="1106" name="Oval 1105">
                <a:extLst>
                  <a:ext uri="{FF2B5EF4-FFF2-40B4-BE49-F238E27FC236}">
                    <a16:creationId xmlns:a16="http://schemas.microsoft.com/office/drawing/2014/main" id="{FD7B67E7-B000-5F97-3A8C-51DBCA1315FF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07" name="Oval 1106">
                <a:extLst>
                  <a:ext uri="{FF2B5EF4-FFF2-40B4-BE49-F238E27FC236}">
                    <a16:creationId xmlns:a16="http://schemas.microsoft.com/office/drawing/2014/main" id="{D17195AA-36C0-2D1E-4551-EF663FBFE0CE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08" name="Oval 1107">
                <a:extLst>
                  <a:ext uri="{FF2B5EF4-FFF2-40B4-BE49-F238E27FC236}">
                    <a16:creationId xmlns:a16="http://schemas.microsoft.com/office/drawing/2014/main" id="{6F5F185B-F870-D733-FF8C-4D1FCB09887E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09" name="Oval 1108">
                <a:extLst>
                  <a:ext uri="{FF2B5EF4-FFF2-40B4-BE49-F238E27FC236}">
                    <a16:creationId xmlns:a16="http://schemas.microsoft.com/office/drawing/2014/main" id="{3DA094BE-30A2-6009-0183-771FDC41E34F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26" name="Group 925">
              <a:extLst>
                <a:ext uri="{FF2B5EF4-FFF2-40B4-BE49-F238E27FC236}">
                  <a16:creationId xmlns:a16="http://schemas.microsoft.com/office/drawing/2014/main" id="{9932A8D7-A87E-A5D3-77F2-E58C51E4BF54}"/>
                </a:ext>
              </a:extLst>
            </p:cNvPr>
            <p:cNvGrpSpPr/>
            <p:nvPr/>
          </p:nvGrpSpPr>
          <p:grpSpPr>
            <a:xfrm rot="13449155">
              <a:off x="11027337" y="1708503"/>
              <a:ext cx="229165" cy="115827"/>
              <a:chOff x="7702717" y="2138490"/>
              <a:chExt cx="674286" cy="340804"/>
            </a:xfrm>
            <a:solidFill>
              <a:schemeClr val="accent6"/>
            </a:solidFill>
          </p:grpSpPr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CCFBA5FB-623E-9B48-6C75-9BDD8DA4716C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00" name="Oval 1099">
                <a:extLst>
                  <a:ext uri="{FF2B5EF4-FFF2-40B4-BE49-F238E27FC236}">
                    <a16:creationId xmlns:a16="http://schemas.microsoft.com/office/drawing/2014/main" id="{45AEA1F1-7341-CCCE-12C4-0DC9A2631C60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01" name="Oval 1100">
                <a:extLst>
                  <a:ext uri="{FF2B5EF4-FFF2-40B4-BE49-F238E27FC236}">
                    <a16:creationId xmlns:a16="http://schemas.microsoft.com/office/drawing/2014/main" id="{D1E66A1D-1FED-4511-8075-EA358D758439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102" name="Oval 1101">
                <a:extLst>
                  <a:ext uri="{FF2B5EF4-FFF2-40B4-BE49-F238E27FC236}">
                    <a16:creationId xmlns:a16="http://schemas.microsoft.com/office/drawing/2014/main" id="{35AC9BB5-AB8C-7B51-743E-2FA53A5B4DCD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27" name="Group 926">
              <a:extLst>
                <a:ext uri="{FF2B5EF4-FFF2-40B4-BE49-F238E27FC236}">
                  <a16:creationId xmlns:a16="http://schemas.microsoft.com/office/drawing/2014/main" id="{552D1131-79DC-ED51-F593-AA4C0C01D8D5}"/>
                </a:ext>
              </a:extLst>
            </p:cNvPr>
            <p:cNvGrpSpPr/>
            <p:nvPr/>
          </p:nvGrpSpPr>
          <p:grpSpPr>
            <a:xfrm>
              <a:off x="9869175" y="1922063"/>
              <a:ext cx="147437" cy="113074"/>
              <a:chOff x="8292233" y="2422448"/>
              <a:chExt cx="433812" cy="332704"/>
            </a:xfrm>
            <a:solidFill>
              <a:schemeClr val="accent6"/>
            </a:solidFill>
          </p:grpSpPr>
          <p:sp>
            <p:nvSpPr>
              <p:cNvPr id="1096" name="Oval 1095">
                <a:extLst>
                  <a:ext uri="{FF2B5EF4-FFF2-40B4-BE49-F238E27FC236}">
                    <a16:creationId xmlns:a16="http://schemas.microsoft.com/office/drawing/2014/main" id="{E0E454F7-7E58-90C5-FAFF-421E06D9496C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97" name="Oval 1096">
                <a:extLst>
                  <a:ext uri="{FF2B5EF4-FFF2-40B4-BE49-F238E27FC236}">
                    <a16:creationId xmlns:a16="http://schemas.microsoft.com/office/drawing/2014/main" id="{904FF250-3C74-92EF-DF2E-0B404B9AE6EF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98" name="Oval 1097">
                <a:extLst>
                  <a:ext uri="{FF2B5EF4-FFF2-40B4-BE49-F238E27FC236}">
                    <a16:creationId xmlns:a16="http://schemas.microsoft.com/office/drawing/2014/main" id="{A92D64D2-B8A8-4044-4019-22155440FD12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28" name="Group 927">
              <a:extLst>
                <a:ext uri="{FF2B5EF4-FFF2-40B4-BE49-F238E27FC236}">
                  <a16:creationId xmlns:a16="http://schemas.microsoft.com/office/drawing/2014/main" id="{58CE4739-803E-BE7B-FEEC-8C9C96366359}"/>
                </a:ext>
              </a:extLst>
            </p:cNvPr>
            <p:cNvGrpSpPr/>
            <p:nvPr/>
          </p:nvGrpSpPr>
          <p:grpSpPr>
            <a:xfrm>
              <a:off x="10925662" y="1954483"/>
              <a:ext cx="147437" cy="113074"/>
              <a:chOff x="7839715" y="2553300"/>
              <a:chExt cx="433812" cy="332704"/>
            </a:xfrm>
            <a:solidFill>
              <a:schemeClr val="accent6"/>
            </a:solidFill>
          </p:grpSpPr>
          <p:sp>
            <p:nvSpPr>
              <p:cNvPr id="1092" name="Oval 1091">
                <a:extLst>
                  <a:ext uri="{FF2B5EF4-FFF2-40B4-BE49-F238E27FC236}">
                    <a16:creationId xmlns:a16="http://schemas.microsoft.com/office/drawing/2014/main" id="{4D80E88E-73D3-9AC2-FBDB-DD7DE43408A9}"/>
                  </a:ext>
                </a:extLst>
              </p:cNvPr>
              <p:cNvSpPr/>
              <p:nvPr/>
            </p:nvSpPr>
            <p:spPr>
              <a:xfrm>
                <a:off x="7839715" y="2553300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93" name="Oval 1092">
                <a:extLst>
                  <a:ext uri="{FF2B5EF4-FFF2-40B4-BE49-F238E27FC236}">
                    <a16:creationId xmlns:a16="http://schemas.microsoft.com/office/drawing/2014/main" id="{6514C963-C1FB-E469-9458-D8A02453E4D2}"/>
                  </a:ext>
                </a:extLst>
              </p:cNvPr>
              <p:cNvSpPr/>
              <p:nvPr/>
            </p:nvSpPr>
            <p:spPr>
              <a:xfrm>
                <a:off x="8019128" y="2669197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94" name="Oval 1093">
                <a:extLst>
                  <a:ext uri="{FF2B5EF4-FFF2-40B4-BE49-F238E27FC236}">
                    <a16:creationId xmlns:a16="http://schemas.microsoft.com/office/drawing/2014/main" id="{528716DF-396C-4DBE-AF34-D1CCABA02F2F}"/>
                  </a:ext>
                </a:extLst>
              </p:cNvPr>
              <p:cNvSpPr/>
              <p:nvPr/>
            </p:nvSpPr>
            <p:spPr>
              <a:xfrm>
                <a:off x="8181946" y="269783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95" name="Oval 1094">
                <a:extLst>
                  <a:ext uri="{FF2B5EF4-FFF2-40B4-BE49-F238E27FC236}">
                    <a16:creationId xmlns:a16="http://schemas.microsoft.com/office/drawing/2014/main" id="{1BE11C7E-8597-1CCE-3D49-D53569C093D3}"/>
                  </a:ext>
                </a:extLst>
              </p:cNvPr>
              <p:cNvSpPr/>
              <p:nvPr/>
            </p:nvSpPr>
            <p:spPr>
              <a:xfrm>
                <a:off x="8087666" y="280485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29" name="Group 928">
              <a:extLst>
                <a:ext uri="{FF2B5EF4-FFF2-40B4-BE49-F238E27FC236}">
                  <a16:creationId xmlns:a16="http://schemas.microsoft.com/office/drawing/2014/main" id="{B6F7D0E4-5EED-4E0E-18DF-CB968E1874AD}"/>
                </a:ext>
              </a:extLst>
            </p:cNvPr>
            <p:cNvGrpSpPr/>
            <p:nvPr/>
          </p:nvGrpSpPr>
          <p:grpSpPr>
            <a:xfrm>
              <a:off x="11079456" y="1910012"/>
              <a:ext cx="147437" cy="113074"/>
              <a:chOff x="8292233" y="2422448"/>
              <a:chExt cx="433812" cy="332704"/>
            </a:xfrm>
            <a:solidFill>
              <a:schemeClr val="accent6"/>
            </a:solidFill>
          </p:grpSpPr>
          <p:sp>
            <p:nvSpPr>
              <p:cNvPr id="1089" name="Oval 1088">
                <a:extLst>
                  <a:ext uri="{FF2B5EF4-FFF2-40B4-BE49-F238E27FC236}">
                    <a16:creationId xmlns:a16="http://schemas.microsoft.com/office/drawing/2014/main" id="{76B021C7-C43D-698F-FF86-71A1F568F655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90" name="Oval 1089">
                <a:extLst>
                  <a:ext uri="{FF2B5EF4-FFF2-40B4-BE49-F238E27FC236}">
                    <a16:creationId xmlns:a16="http://schemas.microsoft.com/office/drawing/2014/main" id="{DA84810F-CCBC-D215-AD70-F8806AC1C9AE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91" name="Oval 1090">
                <a:extLst>
                  <a:ext uri="{FF2B5EF4-FFF2-40B4-BE49-F238E27FC236}">
                    <a16:creationId xmlns:a16="http://schemas.microsoft.com/office/drawing/2014/main" id="{C5D8C4E6-448D-290E-C86B-B0BB7B971C3A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930" name="Oval 929">
              <a:extLst>
                <a:ext uri="{FF2B5EF4-FFF2-40B4-BE49-F238E27FC236}">
                  <a16:creationId xmlns:a16="http://schemas.microsoft.com/office/drawing/2014/main" id="{C8EC87DB-531F-374D-98C0-FECC6BAACF0B}"/>
                </a:ext>
              </a:extLst>
            </p:cNvPr>
            <p:cNvSpPr/>
            <p:nvPr/>
          </p:nvSpPr>
          <p:spPr>
            <a:xfrm>
              <a:off x="11110990" y="1988526"/>
              <a:ext cx="147437" cy="113074"/>
            </a:xfrm>
            <a:prstGeom prst="ellipse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31" name="Oval 930">
              <a:extLst>
                <a:ext uri="{FF2B5EF4-FFF2-40B4-BE49-F238E27FC236}">
                  <a16:creationId xmlns:a16="http://schemas.microsoft.com/office/drawing/2014/main" id="{AAF09A67-8744-4BAA-93C5-A31765FE0D1C}"/>
                </a:ext>
              </a:extLst>
            </p:cNvPr>
            <p:cNvSpPr/>
            <p:nvPr/>
          </p:nvSpPr>
          <p:spPr>
            <a:xfrm>
              <a:off x="11201676" y="2056343"/>
              <a:ext cx="24321" cy="2432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32" name="Oval 931">
              <a:extLst>
                <a:ext uri="{FF2B5EF4-FFF2-40B4-BE49-F238E27FC236}">
                  <a16:creationId xmlns:a16="http://schemas.microsoft.com/office/drawing/2014/main" id="{9706A997-3193-74A8-6B32-DDFE3B102D6A}"/>
                </a:ext>
              </a:extLst>
            </p:cNvPr>
            <p:cNvSpPr/>
            <p:nvPr/>
          </p:nvSpPr>
          <p:spPr>
            <a:xfrm>
              <a:off x="11231128" y="2046481"/>
              <a:ext cx="15538" cy="1553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936" name="Group 935">
              <a:extLst>
                <a:ext uri="{FF2B5EF4-FFF2-40B4-BE49-F238E27FC236}">
                  <a16:creationId xmlns:a16="http://schemas.microsoft.com/office/drawing/2014/main" id="{22E66EEC-92AD-3D79-D394-E6DABA9790A4}"/>
                </a:ext>
              </a:extLst>
            </p:cNvPr>
            <p:cNvGrpSpPr/>
            <p:nvPr/>
          </p:nvGrpSpPr>
          <p:grpSpPr>
            <a:xfrm>
              <a:off x="11374233" y="1948799"/>
              <a:ext cx="147437" cy="113074"/>
              <a:chOff x="9309655" y="2557406"/>
              <a:chExt cx="433812" cy="332704"/>
            </a:xfrm>
            <a:solidFill>
              <a:schemeClr val="accent6"/>
            </a:solidFill>
          </p:grpSpPr>
          <p:sp>
            <p:nvSpPr>
              <p:cNvPr id="1076" name="Oval 1075">
                <a:extLst>
                  <a:ext uri="{FF2B5EF4-FFF2-40B4-BE49-F238E27FC236}">
                    <a16:creationId xmlns:a16="http://schemas.microsoft.com/office/drawing/2014/main" id="{BAF24FD3-AB1A-6658-7E81-50165DD16589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77" name="Oval 1076">
                <a:extLst>
                  <a:ext uri="{FF2B5EF4-FFF2-40B4-BE49-F238E27FC236}">
                    <a16:creationId xmlns:a16="http://schemas.microsoft.com/office/drawing/2014/main" id="{95B31D55-14E2-6E2A-30D4-34101981F645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78" name="Oval 1077">
                <a:extLst>
                  <a:ext uri="{FF2B5EF4-FFF2-40B4-BE49-F238E27FC236}">
                    <a16:creationId xmlns:a16="http://schemas.microsoft.com/office/drawing/2014/main" id="{FA3C1E17-CD0C-455C-04D0-D5C550795121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79" name="Oval 1078">
                <a:extLst>
                  <a:ext uri="{FF2B5EF4-FFF2-40B4-BE49-F238E27FC236}">
                    <a16:creationId xmlns:a16="http://schemas.microsoft.com/office/drawing/2014/main" id="{BA3BDCE1-8F58-5112-A1E1-4A77980B4F23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38" name="Group 937">
              <a:extLst>
                <a:ext uri="{FF2B5EF4-FFF2-40B4-BE49-F238E27FC236}">
                  <a16:creationId xmlns:a16="http://schemas.microsoft.com/office/drawing/2014/main" id="{E161C36A-8659-A9D1-2C1E-CD32E9CB3917}"/>
                </a:ext>
              </a:extLst>
            </p:cNvPr>
            <p:cNvGrpSpPr/>
            <p:nvPr/>
          </p:nvGrpSpPr>
          <p:grpSpPr>
            <a:xfrm rot="8866267">
              <a:off x="10850539" y="1781239"/>
              <a:ext cx="229165" cy="115827"/>
              <a:chOff x="7702717" y="2138490"/>
              <a:chExt cx="674286" cy="340804"/>
            </a:xfrm>
            <a:solidFill>
              <a:schemeClr val="accent6"/>
            </a:solidFill>
          </p:grpSpPr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F172927E-2588-81BA-207A-D5A6FB7526BC}"/>
                  </a:ext>
                </a:extLst>
              </p:cNvPr>
              <p:cNvSpPr/>
              <p:nvPr/>
            </p:nvSpPr>
            <p:spPr>
              <a:xfrm rot="917677">
                <a:off x="7702717" y="2138490"/>
                <a:ext cx="674286" cy="340804"/>
              </a:xfrm>
              <a:custGeom>
                <a:avLst/>
                <a:gdLst>
                  <a:gd name="csX0" fmla="*/ 87689 w 674286"/>
                  <a:gd name="csY0" fmla="*/ 41417 h 340804"/>
                  <a:gd name="csX1" fmla="*/ 143575 w 674286"/>
                  <a:gd name="csY1" fmla="*/ 32764 h 340804"/>
                  <a:gd name="csX2" fmla="*/ 275867 w 674286"/>
                  <a:gd name="csY2" fmla="*/ 100016 h 340804"/>
                  <a:gd name="csX3" fmla="*/ 277391 w 674286"/>
                  <a:gd name="csY3" fmla="*/ 105804 h 340804"/>
                  <a:gd name="csX4" fmla="*/ 281496 w 674286"/>
                  <a:gd name="csY4" fmla="*/ 97397 h 340804"/>
                  <a:gd name="csX5" fmla="*/ 416587 w 674286"/>
                  <a:gd name="csY5" fmla="*/ 9942 h 340804"/>
                  <a:gd name="csX6" fmla="*/ 669691 w 674286"/>
                  <a:gd name="csY6" fmla="*/ 113186 h 340804"/>
                  <a:gd name="csX7" fmla="*/ 504348 w 674286"/>
                  <a:gd name="csY7" fmla="*/ 330862 h 340804"/>
                  <a:gd name="csX8" fmla="*/ 251244 w 674286"/>
                  <a:gd name="csY8" fmla="*/ 227618 h 340804"/>
                  <a:gd name="csX9" fmla="*/ 251113 w 674286"/>
                  <a:gd name="csY9" fmla="*/ 213896 h 340804"/>
                  <a:gd name="csX10" fmla="*/ 245098 w 674286"/>
                  <a:gd name="csY10" fmla="*/ 220739 h 340804"/>
                  <a:gd name="csX11" fmla="*/ 143575 w 674286"/>
                  <a:gd name="csY11" fmla="*/ 252990 h 340804"/>
                  <a:gd name="csX12" fmla="*/ 0 w 674286"/>
                  <a:gd name="csY12" fmla="*/ 142877 h 340804"/>
                  <a:gd name="csX13" fmla="*/ 87689 w 674286"/>
                  <a:gd name="csY13" fmla="*/ 41417 h 34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674286" h="340804">
                    <a:moveTo>
                      <a:pt x="87689" y="41417"/>
                    </a:moveTo>
                    <a:cubicBezTo>
                      <a:pt x="104866" y="35845"/>
                      <a:pt x="123752" y="32764"/>
                      <a:pt x="143575" y="32764"/>
                    </a:cubicBezTo>
                    <a:cubicBezTo>
                      <a:pt x="203045" y="32764"/>
                      <a:pt x="254071" y="60495"/>
                      <a:pt x="275867" y="100016"/>
                    </a:cubicBezTo>
                    <a:lnTo>
                      <a:pt x="277391" y="105804"/>
                    </a:lnTo>
                    <a:lnTo>
                      <a:pt x="281496" y="97397"/>
                    </a:lnTo>
                    <a:cubicBezTo>
                      <a:pt x="311417" y="58006"/>
                      <a:pt x="358811" y="25742"/>
                      <a:pt x="416587" y="9942"/>
                    </a:cubicBezTo>
                    <a:cubicBezTo>
                      <a:pt x="532138" y="-21657"/>
                      <a:pt x="645456" y="24566"/>
                      <a:pt x="669691" y="113186"/>
                    </a:cubicBezTo>
                    <a:cubicBezTo>
                      <a:pt x="693926" y="201806"/>
                      <a:pt x="619899" y="299263"/>
                      <a:pt x="504348" y="330862"/>
                    </a:cubicBezTo>
                    <a:cubicBezTo>
                      <a:pt x="388797" y="362462"/>
                      <a:pt x="275478" y="316238"/>
                      <a:pt x="251244" y="227618"/>
                    </a:cubicBezTo>
                    <a:lnTo>
                      <a:pt x="251113" y="213896"/>
                    </a:lnTo>
                    <a:lnTo>
                      <a:pt x="245098" y="220739"/>
                    </a:lnTo>
                    <a:cubicBezTo>
                      <a:pt x="219116" y="240665"/>
                      <a:pt x="183222" y="252990"/>
                      <a:pt x="143575" y="252990"/>
                    </a:cubicBezTo>
                    <a:cubicBezTo>
                      <a:pt x="64281" y="252990"/>
                      <a:pt x="0" y="203691"/>
                      <a:pt x="0" y="142877"/>
                    </a:cubicBezTo>
                    <a:cubicBezTo>
                      <a:pt x="0" y="97266"/>
                      <a:pt x="36158" y="58133"/>
                      <a:pt x="87689" y="41417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70" name="Oval 1069">
                <a:extLst>
                  <a:ext uri="{FF2B5EF4-FFF2-40B4-BE49-F238E27FC236}">
                    <a16:creationId xmlns:a16="http://schemas.microsoft.com/office/drawing/2014/main" id="{3C3FFBC8-4F56-EE80-F465-82E245F445AB}"/>
                  </a:ext>
                </a:extLst>
              </p:cNvPr>
              <p:cNvSpPr/>
              <p:nvPr/>
            </p:nvSpPr>
            <p:spPr>
              <a:xfrm>
                <a:off x="8204523" y="223128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71" name="Oval 1070">
                <a:extLst>
                  <a:ext uri="{FF2B5EF4-FFF2-40B4-BE49-F238E27FC236}">
                    <a16:creationId xmlns:a16="http://schemas.microsoft.com/office/drawing/2014/main" id="{F81F2F88-C21D-8735-D5B7-0517302A4F6B}"/>
                  </a:ext>
                </a:extLst>
              </p:cNvPr>
              <p:cNvSpPr/>
              <p:nvPr/>
            </p:nvSpPr>
            <p:spPr>
              <a:xfrm>
                <a:off x="7835407" y="2226054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72" name="Oval 1071">
                <a:extLst>
                  <a:ext uri="{FF2B5EF4-FFF2-40B4-BE49-F238E27FC236}">
                    <a16:creationId xmlns:a16="http://schemas.microsoft.com/office/drawing/2014/main" id="{D45487CB-4F7E-F00C-768A-3E8485F4A8AF}"/>
                  </a:ext>
                </a:extLst>
              </p:cNvPr>
              <p:cNvSpPr/>
              <p:nvPr/>
            </p:nvSpPr>
            <p:spPr>
              <a:xfrm>
                <a:off x="8054010" y="2342294"/>
                <a:ext cx="79376" cy="793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39" name="Group 938">
              <a:extLst>
                <a:ext uri="{FF2B5EF4-FFF2-40B4-BE49-F238E27FC236}">
                  <a16:creationId xmlns:a16="http://schemas.microsoft.com/office/drawing/2014/main" id="{A73D22E9-E94D-33EF-4C95-9A73625F9BE9}"/>
                </a:ext>
              </a:extLst>
            </p:cNvPr>
            <p:cNvGrpSpPr/>
            <p:nvPr/>
          </p:nvGrpSpPr>
          <p:grpSpPr>
            <a:xfrm rot="10800000">
              <a:off x="11138194" y="1691279"/>
              <a:ext cx="185998" cy="113074"/>
              <a:chOff x="2616513" y="2273732"/>
              <a:chExt cx="547272" cy="332704"/>
            </a:xfrm>
            <a:solidFill>
              <a:schemeClr val="accent6"/>
            </a:solidFill>
          </p:grpSpPr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9DA217AA-DB08-06ED-0F1B-C2DA7CE25F1F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66" name="Oval 1065">
                <a:extLst>
                  <a:ext uri="{FF2B5EF4-FFF2-40B4-BE49-F238E27FC236}">
                    <a16:creationId xmlns:a16="http://schemas.microsoft.com/office/drawing/2014/main" id="{0CD13261-4DF9-8760-70BA-54BB911393BC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67" name="Oval 1066">
                <a:extLst>
                  <a:ext uri="{FF2B5EF4-FFF2-40B4-BE49-F238E27FC236}">
                    <a16:creationId xmlns:a16="http://schemas.microsoft.com/office/drawing/2014/main" id="{1BD68A08-FFD8-6D7B-C1F2-F09284270BAC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68" name="Oval 1067">
                <a:extLst>
                  <a:ext uri="{FF2B5EF4-FFF2-40B4-BE49-F238E27FC236}">
                    <a16:creationId xmlns:a16="http://schemas.microsoft.com/office/drawing/2014/main" id="{66BE4F26-0C5C-977A-B158-EAD0B40692BD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40" name="Group 939">
              <a:extLst>
                <a:ext uri="{FF2B5EF4-FFF2-40B4-BE49-F238E27FC236}">
                  <a16:creationId xmlns:a16="http://schemas.microsoft.com/office/drawing/2014/main" id="{EFDD809A-283C-7D38-A36C-EC4E8EAE88FA}"/>
                </a:ext>
              </a:extLst>
            </p:cNvPr>
            <p:cNvGrpSpPr/>
            <p:nvPr/>
          </p:nvGrpSpPr>
          <p:grpSpPr>
            <a:xfrm>
              <a:off x="10958823" y="1710660"/>
              <a:ext cx="147437" cy="113074"/>
              <a:chOff x="8292233" y="2422448"/>
              <a:chExt cx="433812" cy="332704"/>
            </a:xfrm>
            <a:solidFill>
              <a:schemeClr val="accent6"/>
            </a:solidFill>
          </p:grpSpPr>
          <p:sp>
            <p:nvSpPr>
              <p:cNvPr id="1062" name="Oval 1061">
                <a:extLst>
                  <a:ext uri="{FF2B5EF4-FFF2-40B4-BE49-F238E27FC236}">
                    <a16:creationId xmlns:a16="http://schemas.microsoft.com/office/drawing/2014/main" id="{1974051E-FB61-F716-DB1E-2C92CE4CA0F5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63" name="Oval 1062">
                <a:extLst>
                  <a:ext uri="{FF2B5EF4-FFF2-40B4-BE49-F238E27FC236}">
                    <a16:creationId xmlns:a16="http://schemas.microsoft.com/office/drawing/2014/main" id="{D48D38D3-728F-7FB7-E9FE-3BDE99653557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64" name="Oval 1063">
                <a:extLst>
                  <a:ext uri="{FF2B5EF4-FFF2-40B4-BE49-F238E27FC236}">
                    <a16:creationId xmlns:a16="http://schemas.microsoft.com/office/drawing/2014/main" id="{52D75AF2-634D-9859-5DC3-61392C2EABC2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42" name="Group 941">
              <a:extLst>
                <a:ext uri="{FF2B5EF4-FFF2-40B4-BE49-F238E27FC236}">
                  <a16:creationId xmlns:a16="http://schemas.microsoft.com/office/drawing/2014/main" id="{8A0E25CA-4006-20CD-8B06-98A9D01D2A9B}"/>
                </a:ext>
              </a:extLst>
            </p:cNvPr>
            <p:cNvGrpSpPr/>
            <p:nvPr/>
          </p:nvGrpSpPr>
          <p:grpSpPr>
            <a:xfrm>
              <a:off x="11527026" y="1955430"/>
              <a:ext cx="147437" cy="113074"/>
              <a:chOff x="8905992" y="2175071"/>
              <a:chExt cx="433812" cy="332704"/>
            </a:xfrm>
            <a:solidFill>
              <a:schemeClr val="accent6"/>
            </a:solidFill>
          </p:grpSpPr>
          <p:sp>
            <p:nvSpPr>
              <p:cNvPr id="1054" name="Oval 1053">
                <a:extLst>
                  <a:ext uri="{FF2B5EF4-FFF2-40B4-BE49-F238E27FC236}">
                    <a16:creationId xmlns:a16="http://schemas.microsoft.com/office/drawing/2014/main" id="{EB8F7BFC-BDCF-B649-CFCD-A581858221CD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55" name="Oval 1054">
                <a:extLst>
                  <a:ext uri="{FF2B5EF4-FFF2-40B4-BE49-F238E27FC236}">
                    <a16:creationId xmlns:a16="http://schemas.microsoft.com/office/drawing/2014/main" id="{FEBC8D15-448E-9E2B-F201-F72ADE716E7F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56" name="Oval 1055">
                <a:extLst>
                  <a:ext uri="{FF2B5EF4-FFF2-40B4-BE49-F238E27FC236}">
                    <a16:creationId xmlns:a16="http://schemas.microsoft.com/office/drawing/2014/main" id="{7CA6DBFD-7666-029A-2006-407CEA7E4703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57" name="Oval 1056">
                <a:extLst>
                  <a:ext uri="{FF2B5EF4-FFF2-40B4-BE49-F238E27FC236}">
                    <a16:creationId xmlns:a16="http://schemas.microsoft.com/office/drawing/2014/main" id="{FF16780E-13AD-287E-1914-9D8892C96DD5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43" name="Group 942">
              <a:extLst>
                <a:ext uri="{FF2B5EF4-FFF2-40B4-BE49-F238E27FC236}">
                  <a16:creationId xmlns:a16="http://schemas.microsoft.com/office/drawing/2014/main" id="{845D34DF-6775-94E0-02FE-24EA3B718CCA}"/>
                </a:ext>
              </a:extLst>
            </p:cNvPr>
            <p:cNvGrpSpPr/>
            <p:nvPr/>
          </p:nvGrpSpPr>
          <p:grpSpPr>
            <a:xfrm>
              <a:off x="11005243" y="2011966"/>
              <a:ext cx="147437" cy="113074"/>
              <a:chOff x="8905992" y="2175071"/>
              <a:chExt cx="433812" cy="332704"/>
            </a:xfrm>
            <a:solidFill>
              <a:schemeClr val="accent6"/>
            </a:solidFill>
          </p:grpSpPr>
          <p:sp>
            <p:nvSpPr>
              <p:cNvPr id="1050" name="Oval 1049">
                <a:extLst>
                  <a:ext uri="{FF2B5EF4-FFF2-40B4-BE49-F238E27FC236}">
                    <a16:creationId xmlns:a16="http://schemas.microsoft.com/office/drawing/2014/main" id="{4545A5D1-A709-97D5-4ED5-26311D8EBE21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51" name="Oval 1050">
                <a:extLst>
                  <a:ext uri="{FF2B5EF4-FFF2-40B4-BE49-F238E27FC236}">
                    <a16:creationId xmlns:a16="http://schemas.microsoft.com/office/drawing/2014/main" id="{4CEEA433-8BB6-0B0A-80F8-A4BC5B8D37EC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52" name="Oval 1051">
                <a:extLst>
                  <a:ext uri="{FF2B5EF4-FFF2-40B4-BE49-F238E27FC236}">
                    <a16:creationId xmlns:a16="http://schemas.microsoft.com/office/drawing/2014/main" id="{51121DB2-3718-D14F-100F-08E0A6B511DF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53" name="Oval 1052">
                <a:extLst>
                  <a:ext uri="{FF2B5EF4-FFF2-40B4-BE49-F238E27FC236}">
                    <a16:creationId xmlns:a16="http://schemas.microsoft.com/office/drawing/2014/main" id="{F1DA73D6-D9CA-E807-FAF0-E0980220BD37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44" name="Group 943">
              <a:extLst>
                <a:ext uri="{FF2B5EF4-FFF2-40B4-BE49-F238E27FC236}">
                  <a16:creationId xmlns:a16="http://schemas.microsoft.com/office/drawing/2014/main" id="{5AF628E7-870F-BD61-020D-92431490A5D8}"/>
                </a:ext>
              </a:extLst>
            </p:cNvPr>
            <p:cNvGrpSpPr/>
            <p:nvPr/>
          </p:nvGrpSpPr>
          <p:grpSpPr>
            <a:xfrm>
              <a:off x="10957921" y="1955430"/>
              <a:ext cx="185998" cy="113074"/>
              <a:chOff x="2616513" y="2273732"/>
              <a:chExt cx="547272" cy="332704"/>
            </a:xfrm>
            <a:solidFill>
              <a:schemeClr val="accent6"/>
            </a:solidFill>
          </p:grpSpPr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83186ECD-2D03-7692-9BB3-2648BA6A1481}"/>
                  </a:ext>
                </a:extLst>
              </p:cNvPr>
              <p:cNvSpPr/>
              <p:nvPr/>
            </p:nvSpPr>
            <p:spPr>
              <a:xfrm>
                <a:off x="2616513" y="2273732"/>
                <a:ext cx="547272" cy="332704"/>
              </a:xfrm>
              <a:custGeom>
                <a:avLst/>
                <a:gdLst>
                  <a:gd name="csX0" fmla="*/ 216906 w 547272"/>
                  <a:gd name="csY0" fmla="*/ 0 h 332704"/>
                  <a:gd name="csX1" fmla="*/ 370282 w 547272"/>
                  <a:gd name="csY1" fmla="*/ 48723 h 332704"/>
                  <a:gd name="csX2" fmla="*/ 384427 w 547272"/>
                  <a:gd name="csY2" fmla="*/ 64813 h 332704"/>
                  <a:gd name="csX3" fmla="*/ 387559 w 547272"/>
                  <a:gd name="csY3" fmla="*/ 57910 h 332704"/>
                  <a:gd name="csX4" fmla="*/ 441278 w 547272"/>
                  <a:gd name="csY4" fmla="*/ 20930 h 332704"/>
                  <a:gd name="csX5" fmla="*/ 544995 w 547272"/>
                  <a:gd name="csY5" fmla="*/ 59846 h 332704"/>
                  <a:gd name="csX6" fmla="*/ 480516 w 547272"/>
                  <a:gd name="csY6" fmla="*/ 149924 h 332704"/>
                  <a:gd name="csX7" fmla="*/ 446240 w 547272"/>
                  <a:gd name="csY7" fmla="*/ 154813 h 332704"/>
                  <a:gd name="csX8" fmla="*/ 429987 w 547272"/>
                  <a:gd name="csY8" fmla="*/ 151823 h 332704"/>
                  <a:gd name="csX9" fmla="*/ 433812 w 547272"/>
                  <a:gd name="csY9" fmla="*/ 166352 h 332704"/>
                  <a:gd name="csX10" fmla="*/ 216906 w 547272"/>
                  <a:gd name="csY10" fmla="*/ 332704 h 332704"/>
                  <a:gd name="csX11" fmla="*/ 0 w 547272"/>
                  <a:gd name="csY11" fmla="*/ 166352 h 332704"/>
                  <a:gd name="csX12" fmla="*/ 216906 w 547272"/>
                  <a:gd name="csY12" fmla="*/ 0 h 332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7272" h="332704">
                    <a:moveTo>
                      <a:pt x="216906" y="0"/>
                    </a:moveTo>
                    <a:cubicBezTo>
                      <a:pt x="276803" y="0"/>
                      <a:pt x="331030" y="18620"/>
                      <a:pt x="370282" y="48723"/>
                    </a:cubicBezTo>
                    <a:lnTo>
                      <a:pt x="384427" y="64813"/>
                    </a:lnTo>
                    <a:lnTo>
                      <a:pt x="387559" y="57910"/>
                    </a:lnTo>
                    <a:cubicBezTo>
                      <a:pt x="399227" y="41609"/>
                      <a:pt x="418055" y="27994"/>
                      <a:pt x="441278" y="20930"/>
                    </a:cubicBezTo>
                    <a:cubicBezTo>
                      <a:pt x="487724" y="6802"/>
                      <a:pt x="534159" y="24225"/>
                      <a:pt x="544995" y="59846"/>
                    </a:cubicBezTo>
                    <a:cubicBezTo>
                      <a:pt x="555830" y="95466"/>
                      <a:pt x="526962" y="135796"/>
                      <a:pt x="480516" y="149924"/>
                    </a:cubicBezTo>
                    <a:cubicBezTo>
                      <a:pt x="468905" y="153456"/>
                      <a:pt x="457294" y="155016"/>
                      <a:pt x="446240" y="154813"/>
                    </a:cubicBezTo>
                    <a:lnTo>
                      <a:pt x="429987" y="151823"/>
                    </a:lnTo>
                    <a:lnTo>
                      <a:pt x="433812" y="166352"/>
                    </a:lnTo>
                    <a:cubicBezTo>
                      <a:pt x="433812" y="258226"/>
                      <a:pt x="336700" y="332704"/>
                      <a:pt x="216906" y="332704"/>
                    </a:cubicBezTo>
                    <a:cubicBezTo>
                      <a:pt x="97112" y="332704"/>
                      <a:pt x="0" y="258226"/>
                      <a:pt x="0" y="166352"/>
                    </a:cubicBezTo>
                    <a:cubicBezTo>
                      <a:pt x="0" y="74478"/>
                      <a:pt x="97112" y="0"/>
                      <a:pt x="216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47" name="Oval 1046">
                <a:extLst>
                  <a:ext uri="{FF2B5EF4-FFF2-40B4-BE49-F238E27FC236}">
                    <a16:creationId xmlns:a16="http://schemas.microsoft.com/office/drawing/2014/main" id="{65D2D926-3C30-0A19-3099-74B5F19FC06A}"/>
                  </a:ext>
                </a:extLst>
              </p:cNvPr>
              <p:cNvSpPr/>
              <p:nvPr/>
            </p:nvSpPr>
            <p:spPr>
              <a:xfrm>
                <a:off x="2729609" y="2360838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48" name="Oval 1047">
                <a:extLst>
                  <a:ext uri="{FF2B5EF4-FFF2-40B4-BE49-F238E27FC236}">
                    <a16:creationId xmlns:a16="http://schemas.microsoft.com/office/drawing/2014/main" id="{FF5AEA3B-0906-ACB0-4F1F-538D16511D13}"/>
                  </a:ext>
                </a:extLst>
              </p:cNvPr>
              <p:cNvSpPr/>
              <p:nvPr/>
            </p:nvSpPr>
            <p:spPr>
              <a:xfrm>
                <a:off x="2934345" y="237144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49" name="Oval 1048">
                <a:extLst>
                  <a:ext uri="{FF2B5EF4-FFF2-40B4-BE49-F238E27FC236}">
                    <a16:creationId xmlns:a16="http://schemas.microsoft.com/office/drawing/2014/main" id="{3CE07EB4-9945-038F-CAE2-9C7166A73D1E}"/>
                  </a:ext>
                </a:extLst>
              </p:cNvPr>
              <p:cNvSpPr/>
              <p:nvPr/>
            </p:nvSpPr>
            <p:spPr>
              <a:xfrm>
                <a:off x="2836956" y="2469173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46" name="Group 945">
              <a:extLst>
                <a:ext uri="{FF2B5EF4-FFF2-40B4-BE49-F238E27FC236}">
                  <a16:creationId xmlns:a16="http://schemas.microsoft.com/office/drawing/2014/main" id="{C61974F7-3C87-59F9-38D2-DF984EDA2A76}"/>
                </a:ext>
              </a:extLst>
            </p:cNvPr>
            <p:cNvGrpSpPr/>
            <p:nvPr/>
          </p:nvGrpSpPr>
          <p:grpSpPr>
            <a:xfrm>
              <a:off x="11367177" y="1951181"/>
              <a:ext cx="147437" cy="113074"/>
              <a:chOff x="8292233" y="2422448"/>
              <a:chExt cx="433812" cy="332704"/>
            </a:xfrm>
            <a:solidFill>
              <a:schemeClr val="accent6"/>
            </a:solidFill>
          </p:grpSpPr>
          <p:sp>
            <p:nvSpPr>
              <p:cNvPr id="1039" name="Oval 1038">
                <a:extLst>
                  <a:ext uri="{FF2B5EF4-FFF2-40B4-BE49-F238E27FC236}">
                    <a16:creationId xmlns:a16="http://schemas.microsoft.com/office/drawing/2014/main" id="{98335893-DF01-1D5C-0A4A-98218252351F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40" name="Oval 1039">
                <a:extLst>
                  <a:ext uri="{FF2B5EF4-FFF2-40B4-BE49-F238E27FC236}">
                    <a16:creationId xmlns:a16="http://schemas.microsoft.com/office/drawing/2014/main" id="{64AA1662-90D8-E791-1832-558CDC02812A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41" name="Oval 1040">
                <a:extLst>
                  <a:ext uri="{FF2B5EF4-FFF2-40B4-BE49-F238E27FC236}">
                    <a16:creationId xmlns:a16="http://schemas.microsoft.com/office/drawing/2014/main" id="{6BE424F2-0931-CA89-6905-104FAD9AA91E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947" name="Oval 946">
              <a:extLst>
                <a:ext uri="{FF2B5EF4-FFF2-40B4-BE49-F238E27FC236}">
                  <a16:creationId xmlns:a16="http://schemas.microsoft.com/office/drawing/2014/main" id="{E61434D6-E3DF-9545-61FF-3E20438D8EA5}"/>
                </a:ext>
              </a:extLst>
            </p:cNvPr>
            <p:cNvSpPr/>
            <p:nvPr/>
          </p:nvSpPr>
          <p:spPr>
            <a:xfrm>
              <a:off x="11398710" y="2029696"/>
              <a:ext cx="147437" cy="113074"/>
            </a:xfrm>
            <a:prstGeom prst="ellipse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48" name="Oval 947">
              <a:extLst>
                <a:ext uri="{FF2B5EF4-FFF2-40B4-BE49-F238E27FC236}">
                  <a16:creationId xmlns:a16="http://schemas.microsoft.com/office/drawing/2014/main" id="{DD4ECCF2-FC07-255C-7141-BA443F231FF3}"/>
                </a:ext>
              </a:extLst>
            </p:cNvPr>
            <p:cNvSpPr/>
            <p:nvPr/>
          </p:nvSpPr>
          <p:spPr>
            <a:xfrm>
              <a:off x="11489396" y="2097511"/>
              <a:ext cx="24321" cy="2432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49" name="Oval 948">
              <a:extLst>
                <a:ext uri="{FF2B5EF4-FFF2-40B4-BE49-F238E27FC236}">
                  <a16:creationId xmlns:a16="http://schemas.microsoft.com/office/drawing/2014/main" id="{D011F223-564D-B010-CCC8-C18DF552486E}"/>
                </a:ext>
              </a:extLst>
            </p:cNvPr>
            <p:cNvSpPr/>
            <p:nvPr/>
          </p:nvSpPr>
          <p:spPr>
            <a:xfrm>
              <a:off x="11518848" y="2087652"/>
              <a:ext cx="15538" cy="1553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952" name="Group 951">
              <a:extLst>
                <a:ext uri="{FF2B5EF4-FFF2-40B4-BE49-F238E27FC236}">
                  <a16:creationId xmlns:a16="http://schemas.microsoft.com/office/drawing/2014/main" id="{87E99FEE-CADE-7A23-ABE3-3981C4C88B41}"/>
                </a:ext>
              </a:extLst>
            </p:cNvPr>
            <p:cNvGrpSpPr/>
            <p:nvPr/>
          </p:nvGrpSpPr>
          <p:grpSpPr>
            <a:xfrm>
              <a:off x="11575771" y="1867107"/>
              <a:ext cx="147437" cy="113074"/>
              <a:chOff x="8905992" y="2175071"/>
              <a:chExt cx="433812" cy="332704"/>
            </a:xfrm>
            <a:solidFill>
              <a:schemeClr val="accent6"/>
            </a:solidFill>
          </p:grpSpPr>
          <p:sp>
            <p:nvSpPr>
              <p:cNvPr id="1030" name="Oval 1029">
                <a:extLst>
                  <a:ext uri="{FF2B5EF4-FFF2-40B4-BE49-F238E27FC236}">
                    <a16:creationId xmlns:a16="http://schemas.microsoft.com/office/drawing/2014/main" id="{83EB2EA2-850C-D91E-D53A-7EBE21689CFD}"/>
                  </a:ext>
                </a:extLst>
              </p:cNvPr>
              <p:cNvSpPr/>
              <p:nvPr/>
            </p:nvSpPr>
            <p:spPr>
              <a:xfrm>
                <a:off x="8905992" y="2175071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31" name="Oval 1030">
                <a:extLst>
                  <a:ext uri="{FF2B5EF4-FFF2-40B4-BE49-F238E27FC236}">
                    <a16:creationId xmlns:a16="http://schemas.microsoft.com/office/drawing/2014/main" id="{00992257-8D1F-08E9-7A4B-E9F8877302BB}"/>
                  </a:ext>
                </a:extLst>
              </p:cNvPr>
              <p:cNvSpPr/>
              <p:nvPr/>
            </p:nvSpPr>
            <p:spPr>
              <a:xfrm>
                <a:off x="9172826" y="2374612"/>
                <a:ext cx="71562" cy="715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32" name="Oval 1031">
                <a:extLst>
                  <a:ext uri="{FF2B5EF4-FFF2-40B4-BE49-F238E27FC236}">
                    <a16:creationId xmlns:a16="http://schemas.microsoft.com/office/drawing/2014/main" id="{50C0243C-F47D-12F1-0DB5-5061D9EDD6F6}"/>
                  </a:ext>
                </a:extLst>
              </p:cNvPr>
              <p:cNvSpPr/>
              <p:nvPr/>
            </p:nvSpPr>
            <p:spPr>
              <a:xfrm>
                <a:off x="9259484" y="234559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33" name="Oval 1032">
                <a:extLst>
                  <a:ext uri="{FF2B5EF4-FFF2-40B4-BE49-F238E27FC236}">
                    <a16:creationId xmlns:a16="http://schemas.microsoft.com/office/drawing/2014/main" id="{4DF97857-2B8E-A890-FCB3-7AC1E75CDD35}"/>
                  </a:ext>
                </a:extLst>
              </p:cNvPr>
              <p:cNvSpPr/>
              <p:nvPr/>
            </p:nvSpPr>
            <p:spPr>
              <a:xfrm>
                <a:off x="9010890" y="2323995"/>
                <a:ext cx="83608" cy="836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53" name="Group 952">
              <a:extLst>
                <a:ext uri="{FF2B5EF4-FFF2-40B4-BE49-F238E27FC236}">
                  <a16:creationId xmlns:a16="http://schemas.microsoft.com/office/drawing/2014/main" id="{109EF84C-29A3-2787-89F3-68CD10B39271}"/>
                </a:ext>
              </a:extLst>
            </p:cNvPr>
            <p:cNvGrpSpPr/>
            <p:nvPr/>
          </p:nvGrpSpPr>
          <p:grpSpPr>
            <a:xfrm>
              <a:off x="10893411" y="2095117"/>
              <a:ext cx="147437" cy="113074"/>
              <a:chOff x="9309655" y="2557406"/>
              <a:chExt cx="433812" cy="332704"/>
            </a:xfrm>
            <a:solidFill>
              <a:schemeClr val="accent6"/>
            </a:solidFill>
          </p:grpSpPr>
          <p:sp>
            <p:nvSpPr>
              <p:cNvPr id="1026" name="Oval 1025">
                <a:extLst>
                  <a:ext uri="{FF2B5EF4-FFF2-40B4-BE49-F238E27FC236}">
                    <a16:creationId xmlns:a16="http://schemas.microsoft.com/office/drawing/2014/main" id="{2A77DF8A-0AEB-4BD9-653F-3D1D88A4E8C3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27" name="Oval 1026">
                <a:extLst>
                  <a:ext uri="{FF2B5EF4-FFF2-40B4-BE49-F238E27FC236}">
                    <a16:creationId xmlns:a16="http://schemas.microsoft.com/office/drawing/2014/main" id="{AA5D8473-148B-B782-A510-BE4147070DEA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28" name="Oval 1027">
                <a:extLst>
                  <a:ext uri="{FF2B5EF4-FFF2-40B4-BE49-F238E27FC236}">
                    <a16:creationId xmlns:a16="http://schemas.microsoft.com/office/drawing/2014/main" id="{5A63FA3F-E8E3-E38A-A7EF-36EA1B78D0CA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F0B5546E-8314-BC3A-F60B-4FDBAD5D9A3C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54" name="Group 953">
              <a:extLst>
                <a:ext uri="{FF2B5EF4-FFF2-40B4-BE49-F238E27FC236}">
                  <a16:creationId xmlns:a16="http://schemas.microsoft.com/office/drawing/2014/main" id="{AC872A1B-7BD3-A58F-ADC2-F345D9544420}"/>
                </a:ext>
              </a:extLst>
            </p:cNvPr>
            <p:cNvGrpSpPr/>
            <p:nvPr/>
          </p:nvGrpSpPr>
          <p:grpSpPr>
            <a:xfrm>
              <a:off x="11535129" y="1984293"/>
              <a:ext cx="163375" cy="114008"/>
              <a:chOff x="8786411" y="2519876"/>
              <a:chExt cx="480707" cy="335455"/>
            </a:xfrm>
            <a:solidFill>
              <a:schemeClr val="accent6"/>
            </a:solidFill>
          </p:grpSpPr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2818B6C6-D5C6-0795-A5E2-72E3F2B2876E}"/>
                  </a:ext>
                </a:extLst>
              </p:cNvPr>
              <p:cNvSpPr/>
              <p:nvPr/>
            </p:nvSpPr>
            <p:spPr>
              <a:xfrm rot="525284">
                <a:off x="8786411" y="2519876"/>
                <a:ext cx="480707" cy="335455"/>
              </a:xfrm>
              <a:custGeom>
                <a:avLst/>
                <a:gdLst>
                  <a:gd name="csX0" fmla="*/ 190569 w 480707"/>
                  <a:gd name="csY0" fmla="*/ 3314 h 335455"/>
                  <a:gd name="csX1" fmla="*/ 430268 w 480707"/>
                  <a:gd name="csY1" fmla="*/ 134713 h 335455"/>
                  <a:gd name="csX2" fmla="*/ 423276 w 480707"/>
                  <a:gd name="csY2" fmla="*/ 201305 h 335455"/>
                  <a:gd name="csX3" fmla="*/ 410350 w 480707"/>
                  <a:gd name="csY3" fmla="*/ 221545 h 335455"/>
                  <a:gd name="csX4" fmla="*/ 436602 w 480707"/>
                  <a:gd name="csY4" fmla="*/ 225610 h 335455"/>
                  <a:gd name="csX5" fmla="*/ 480707 w 480707"/>
                  <a:gd name="csY5" fmla="*/ 276641 h 335455"/>
                  <a:gd name="csX6" fmla="*/ 408494 w 480707"/>
                  <a:gd name="csY6" fmla="*/ 332024 h 335455"/>
                  <a:gd name="csX7" fmla="*/ 341956 w 480707"/>
                  <a:gd name="csY7" fmla="*/ 298198 h 335455"/>
                  <a:gd name="csX8" fmla="*/ 340654 w 480707"/>
                  <a:gd name="csY8" fmla="*/ 293254 h 335455"/>
                  <a:gd name="csX9" fmla="*/ 322665 w 480707"/>
                  <a:gd name="csY9" fmla="*/ 306370 h 335455"/>
                  <a:gd name="csX10" fmla="*/ 241208 w 480707"/>
                  <a:gd name="csY10" fmla="*/ 332141 h 335455"/>
                  <a:gd name="csX11" fmla="*/ 1510 w 480707"/>
                  <a:gd name="csY11" fmla="*/ 200742 h 335455"/>
                  <a:gd name="csX12" fmla="*/ 190569 w 480707"/>
                  <a:gd name="csY12" fmla="*/ 3314 h 33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0707" h="335455">
                    <a:moveTo>
                      <a:pt x="190569" y="3314"/>
                    </a:moveTo>
                    <a:cubicBezTo>
                      <a:pt x="308967" y="-14920"/>
                      <a:pt x="416284" y="43910"/>
                      <a:pt x="430268" y="134713"/>
                    </a:cubicBezTo>
                    <a:cubicBezTo>
                      <a:pt x="433764" y="157414"/>
                      <a:pt x="431095" y="179964"/>
                      <a:pt x="423276" y="201305"/>
                    </a:cubicBezTo>
                    <a:lnTo>
                      <a:pt x="410350" y="221545"/>
                    </a:lnTo>
                    <a:lnTo>
                      <a:pt x="436602" y="225610"/>
                    </a:lnTo>
                    <a:cubicBezTo>
                      <a:pt x="462521" y="234018"/>
                      <a:pt x="480707" y="253701"/>
                      <a:pt x="480707" y="276641"/>
                    </a:cubicBezTo>
                    <a:cubicBezTo>
                      <a:pt x="480707" y="307228"/>
                      <a:pt x="448376" y="332024"/>
                      <a:pt x="408494" y="332024"/>
                    </a:cubicBezTo>
                    <a:cubicBezTo>
                      <a:pt x="378582" y="332024"/>
                      <a:pt x="352918" y="318076"/>
                      <a:pt x="341956" y="298198"/>
                    </a:cubicBezTo>
                    <a:lnTo>
                      <a:pt x="340654" y="293254"/>
                    </a:lnTo>
                    <a:lnTo>
                      <a:pt x="322665" y="306370"/>
                    </a:lnTo>
                    <a:cubicBezTo>
                      <a:pt x="298298" y="318640"/>
                      <a:pt x="270808" y="327583"/>
                      <a:pt x="241208" y="332141"/>
                    </a:cubicBezTo>
                    <a:cubicBezTo>
                      <a:pt x="122810" y="350375"/>
                      <a:pt x="15494" y="291545"/>
                      <a:pt x="1510" y="200742"/>
                    </a:cubicBezTo>
                    <a:cubicBezTo>
                      <a:pt x="-12474" y="109938"/>
                      <a:pt x="72171" y="21547"/>
                      <a:pt x="190569" y="331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24" name="Oval 1023">
                <a:extLst>
                  <a:ext uri="{FF2B5EF4-FFF2-40B4-BE49-F238E27FC236}">
                    <a16:creationId xmlns:a16="http://schemas.microsoft.com/office/drawing/2014/main" id="{225E27CE-523C-ABD7-FF47-FBA168DB6B25}"/>
                  </a:ext>
                </a:extLst>
              </p:cNvPr>
              <p:cNvSpPr/>
              <p:nvPr/>
            </p:nvSpPr>
            <p:spPr>
              <a:xfrm>
                <a:off x="9041381" y="2669197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25" name="Oval 1024">
                <a:extLst>
                  <a:ext uri="{FF2B5EF4-FFF2-40B4-BE49-F238E27FC236}">
                    <a16:creationId xmlns:a16="http://schemas.microsoft.com/office/drawing/2014/main" id="{6CDD706A-4475-7070-5D8E-D44089225421}"/>
                  </a:ext>
                </a:extLst>
              </p:cNvPr>
              <p:cNvSpPr/>
              <p:nvPr/>
            </p:nvSpPr>
            <p:spPr>
              <a:xfrm>
                <a:off x="8880523" y="2610483"/>
                <a:ext cx="88384" cy="8838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957" name="Oval 956">
              <a:extLst>
                <a:ext uri="{FF2B5EF4-FFF2-40B4-BE49-F238E27FC236}">
                  <a16:creationId xmlns:a16="http://schemas.microsoft.com/office/drawing/2014/main" id="{0BB64163-CFC1-C588-6941-1DB53F4D1BC2}"/>
                </a:ext>
              </a:extLst>
            </p:cNvPr>
            <p:cNvSpPr/>
            <p:nvPr/>
          </p:nvSpPr>
          <p:spPr>
            <a:xfrm>
              <a:off x="11250474" y="2134695"/>
              <a:ext cx="147437" cy="113074"/>
            </a:xfrm>
            <a:prstGeom prst="ellipse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58" name="Oval 957">
              <a:extLst>
                <a:ext uri="{FF2B5EF4-FFF2-40B4-BE49-F238E27FC236}">
                  <a16:creationId xmlns:a16="http://schemas.microsoft.com/office/drawing/2014/main" id="{18EDCCC5-69E9-7471-7C59-B2DD0D167B7D}"/>
                </a:ext>
              </a:extLst>
            </p:cNvPr>
            <p:cNvSpPr/>
            <p:nvPr/>
          </p:nvSpPr>
          <p:spPr>
            <a:xfrm>
              <a:off x="11341160" y="2202512"/>
              <a:ext cx="24321" cy="2432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59" name="Oval 958">
              <a:extLst>
                <a:ext uri="{FF2B5EF4-FFF2-40B4-BE49-F238E27FC236}">
                  <a16:creationId xmlns:a16="http://schemas.microsoft.com/office/drawing/2014/main" id="{7D09C6C8-39CA-E76C-23A1-A5BDD795FC38}"/>
                </a:ext>
              </a:extLst>
            </p:cNvPr>
            <p:cNvSpPr/>
            <p:nvPr/>
          </p:nvSpPr>
          <p:spPr>
            <a:xfrm>
              <a:off x="11370612" y="2192651"/>
              <a:ext cx="15538" cy="1553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961" name="Group 960">
              <a:extLst>
                <a:ext uri="{FF2B5EF4-FFF2-40B4-BE49-F238E27FC236}">
                  <a16:creationId xmlns:a16="http://schemas.microsoft.com/office/drawing/2014/main" id="{2CE1F988-A0F3-EA3F-5A8D-DF9F99C4A971}"/>
                </a:ext>
              </a:extLst>
            </p:cNvPr>
            <p:cNvGrpSpPr/>
            <p:nvPr/>
          </p:nvGrpSpPr>
          <p:grpSpPr>
            <a:xfrm>
              <a:off x="10975802" y="2033571"/>
              <a:ext cx="147437" cy="113074"/>
              <a:chOff x="7576832" y="2355919"/>
              <a:chExt cx="433812" cy="332704"/>
            </a:xfrm>
            <a:solidFill>
              <a:schemeClr val="accent6"/>
            </a:solidFill>
          </p:grpSpPr>
          <p:sp>
            <p:nvSpPr>
              <p:cNvPr id="1011" name="Oval 1010">
                <a:extLst>
                  <a:ext uri="{FF2B5EF4-FFF2-40B4-BE49-F238E27FC236}">
                    <a16:creationId xmlns:a16="http://schemas.microsoft.com/office/drawing/2014/main" id="{EDF5B7A9-07B6-8677-9224-4E367B79689B}"/>
                  </a:ext>
                </a:extLst>
              </p:cNvPr>
              <p:cNvSpPr/>
              <p:nvPr/>
            </p:nvSpPr>
            <p:spPr>
              <a:xfrm>
                <a:off x="7576832" y="2355919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12" name="Oval 1011">
                <a:extLst>
                  <a:ext uri="{FF2B5EF4-FFF2-40B4-BE49-F238E27FC236}">
                    <a16:creationId xmlns:a16="http://schemas.microsoft.com/office/drawing/2014/main" id="{07515B6F-59DC-F2EE-2DA8-360E6BAF9B75}"/>
                  </a:ext>
                </a:extLst>
              </p:cNvPr>
              <p:cNvSpPr/>
              <p:nvPr/>
            </p:nvSpPr>
            <p:spPr>
              <a:xfrm>
                <a:off x="7848295" y="2412309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13" name="Oval 1012">
                <a:extLst>
                  <a:ext uri="{FF2B5EF4-FFF2-40B4-BE49-F238E27FC236}">
                    <a16:creationId xmlns:a16="http://schemas.microsoft.com/office/drawing/2014/main" id="{2D285490-6457-5A97-7A63-2D4891693BCF}"/>
                  </a:ext>
                </a:extLst>
              </p:cNvPr>
              <p:cNvSpPr/>
              <p:nvPr/>
            </p:nvSpPr>
            <p:spPr>
              <a:xfrm>
                <a:off x="7701012" y="249533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63" name="Group 962">
              <a:extLst>
                <a:ext uri="{FF2B5EF4-FFF2-40B4-BE49-F238E27FC236}">
                  <a16:creationId xmlns:a16="http://schemas.microsoft.com/office/drawing/2014/main" id="{319E562A-E6B1-3DAD-F8D4-F729395E03B9}"/>
                </a:ext>
              </a:extLst>
            </p:cNvPr>
            <p:cNvGrpSpPr/>
            <p:nvPr/>
          </p:nvGrpSpPr>
          <p:grpSpPr>
            <a:xfrm>
              <a:off x="11513718" y="2094969"/>
              <a:ext cx="147437" cy="113074"/>
              <a:chOff x="9309655" y="2557406"/>
              <a:chExt cx="433812" cy="332704"/>
            </a:xfrm>
            <a:solidFill>
              <a:schemeClr val="accent6"/>
            </a:solidFill>
          </p:grpSpPr>
          <p:sp>
            <p:nvSpPr>
              <p:cNvPr id="1003" name="Oval 1002">
                <a:extLst>
                  <a:ext uri="{FF2B5EF4-FFF2-40B4-BE49-F238E27FC236}">
                    <a16:creationId xmlns:a16="http://schemas.microsoft.com/office/drawing/2014/main" id="{F8EA7D20-C90D-2E7C-332B-DBACDFEBEDC7}"/>
                  </a:ext>
                </a:extLst>
              </p:cNvPr>
              <p:cNvSpPr/>
              <p:nvPr/>
            </p:nvSpPr>
            <p:spPr>
              <a:xfrm>
                <a:off x="9309655" y="2557406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04" name="Oval 1003">
                <a:extLst>
                  <a:ext uri="{FF2B5EF4-FFF2-40B4-BE49-F238E27FC236}">
                    <a16:creationId xmlns:a16="http://schemas.microsoft.com/office/drawing/2014/main" id="{769F8B4E-BC73-CE7B-766C-C68106525BEA}"/>
                  </a:ext>
                </a:extLst>
              </p:cNvPr>
              <p:cNvSpPr/>
              <p:nvPr/>
            </p:nvSpPr>
            <p:spPr>
              <a:xfrm>
                <a:off x="9656487" y="267600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05" name="Oval 1004">
                <a:extLst>
                  <a:ext uri="{FF2B5EF4-FFF2-40B4-BE49-F238E27FC236}">
                    <a16:creationId xmlns:a16="http://schemas.microsoft.com/office/drawing/2014/main" id="{C57FDE0D-CBFC-1377-5422-DF34460CAAE2}"/>
                  </a:ext>
                </a:extLst>
              </p:cNvPr>
              <p:cNvSpPr/>
              <p:nvPr/>
            </p:nvSpPr>
            <p:spPr>
              <a:xfrm>
                <a:off x="9593862" y="2698868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1006" name="Oval 1005">
                <a:extLst>
                  <a:ext uri="{FF2B5EF4-FFF2-40B4-BE49-F238E27FC236}">
                    <a16:creationId xmlns:a16="http://schemas.microsoft.com/office/drawing/2014/main" id="{8F570676-463F-525C-60C7-F1857D6949D3}"/>
                  </a:ext>
                </a:extLst>
              </p:cNvPr>
              <p:cNvSpPr/>
              <p:nvPr/>
            </p:nvSpPr>
            <p:spPr>
              <a:xfrm>
                <a:off x="9397586" y="2653882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967" name="Group 966">
              <a:extLst>
                <a:ext uri="{FF2B5EF4-FFF2-40B4-BE49-F238E27FC236}">
                  <a16:creationId xmlns:a16="http://schemas.microsoft.com/office/drawing/2014/main" id="{3DC92541-F516-B8C6-C983-26CFDD53B49C}"/>
                </a:ext>
              </a:extLst>
            </p:cNvPr>
            <p:cNvGrpSpPr/>
            <p:nvPr/>
          </p:nvGrpSpPr>
          <p:grpSpPr>
            <a:xfrm>
              <a:off x="11035505" y="1835597"/>
              <a:ext cx="147437" cy="113074"/>
              <a:chOff x="8292233" y="2422448"/>
              <a:chExt cx="433812" cy="332704"/>
            </a:xfrm>
            <a:solidFill>
              <a:schemeClr val="accent6"/>
            </a:solidFill>
          </p:grpSpPr>
          <p:sp>
            <p:nvSpPr>
              <p:cNvPr id="989" name="Oval 988">
                <a:extLst>
                  <a:ext uri="{FF2B5EF4-FFF2-40B4-BE49-F238E27FC236}">
                    <a16:creationId xmlns:a16="http://schemas.microsoft.com/office/drawing/2014/main" id="{32D5FA8C-0711-22CA-4C40-9E2B9FBC50A2}"/>
                  </a:ext>
                </a:extLst>
              </p:cNvPr>
              <p:cNvSpPr/>
              <p:nvPr/>
            </p:nvSpPr>
            <p:spPr>
              <a:xfrm>
                <a:off x="8292233" y="2422448"/>
                <a:ext cx="433812" cy="3327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90" name="Oval 989">
                <a:extLst>
                  <a:ext uri="{FF2B5EF4-FFF2-40B4-BE49-F238E27FC236}">
                    <a16:creationId xmlns:a16="http://schemas.microsoft.com/office/drawing/2014/main" id="{2D92F2AA-2E8C-44C6-DC0A-2A781B870D8D}"/>
                  </a:ext>
                </a:extLst>
              </p:cNvPr>
              <p:cNvSpPr/>
              <p:nvPr/>
            </p:nvSpPr>
            <p:spPr>
              <a:xfrm>
                <a:off x="8639065" y="2541050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991" name="Oval 990">
                <a:extLst>
                  <a:ext uri="{FF2B5EF4-FFF2-40B4-BE49-F238E27FC236}">
                    <a16:creationId xmlns:a16="http://schemas.microsoft.com/office/drawing/2014/main" id="{37B01C8D-791D-9148-CC0D-195452B51367}"/>
                  </a:ext>
                </a:extLst>
              </p:cNvPr>
              <p:cNvSpPr/>
              <p:nvPr/>
            </p:nvSpPr>
            <p:spPr>
              <a:xfrm>
                <a:off x="8404012" y="2534361"/>
                <a:ext cx="45720" cy="4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cxnSp>
          <p:nvCxnSpPr>
            <p:cNvPr id="972" name="Straight Arrow Connector 971">
              <a:extLst>
                <a:ext uri="{FF2B5EF4-FFF2-40B4-BE49-F238E27FC236}">
                  <a16:creationId xmlns:a16="http://schemas.microsoft.com/office/drawing/2014/main" id="{1C92E1FB-723A-7445-4C6F-3FC2E3229F2E}"/>
                </a:ext>
              </a:extLst>
            </p:cNvPr>
            <p:cNvCxnSpPr>
              <a:cxnSpLocks/>
            </p:cNvCxnSpPr>
            <p:nvPr/>
          </p:nvCxnSpPr>
          <p:spPr>
            <a:xfrm>
              <a:off x="10293297" y="1898882"/>
              <a:ext cx="447770" cy="0"/>
            </a:xfrm>
            <a:prstGeom prst="straightConnector1">
              <a:avLst/>
            </a:prstGeom>
            <a:solidFill>
              <a:schemeClr val="accent6"/>
            </a:solidFill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75" name="TextBox 1374">
              <a:extLst>
                <a:ext uri="{FF2B5EF4-FFF2-40B4-BE49-F238E27FC236}">
                  <a16:creationId xmlns:a16="http://schemas.microsoft.com/office/drawing/2014/main" id="{94C3270D-DD38-C2F8-1203-E66BECADEC67}"/>
                </a:ext>
              </a:extLst>
            </p:cNvPr>
            <p:cNvSpPr txBox="1"/>
            <p:nvPr/>
          </p:nvSpPr>
          <p:spPr>
            <a:xfrm>
              <a:off x="10101478" y="1885266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noProof="0" dirty="0">
                  <a:solidFill>
                    <a:schemeClr val="accent6"/>
                  </a:solidFill>
                </a:rPr>
                <a:t>cond6</a:t>
              </a:r>
            </a:p>
          </p:txBody>
        </p:sp>
      </p:grpSp>
      <p:pic>
        <p:nvPicPr>
          <p:cNvPr id="1383" name="Picture 1382">
            <a:extLst>
              <a:ext uri="{FF2B5EF4-FFF2-40B4-BE49-F238E27FC236}">
                <a16:creationId xmlns:a16="http://schemas.microsoft.com/office/drawing/2014/main" id="{3BC2B5D1-6F93-91E0-502E-127CC228E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88" y="3217055"/>
            <a:ext cx="2631886" cy="2800746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1391" name="TextBox 1390">
            <a:extLst>
              <a:ext uri="{FF2B5EF4-FFF2-40B4-BE49-F238E27FC236}">
                <a16:creationId xmlns:a16="http://schemas.microsoft.com/office/drawing/2014/main" id="{58918CB7-775F-6486-83B6-A386E9F02D40}"/>
              </a:ext>
            </a:extLst>
          </p:cNvPr>
          <p:cNvSpPr txBox="1"/>
          <p:nvPr/>
        </p:nvSpPr>
        <p:spPr>
          <a:xfrm>
            <a:off x="3918792" y="3368924"/>
            <a:ext cx="2204834" cy="36933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chemeClr val="bg1"/>
                </a:solidFill>
              </a:rPr>
              <a:t>nuevos parámetros</a:t>
            </a:r>
          </a:p>
        </p:txBody>
      </p:sp>
      <p:sp>
        <p:nvSpPr>
          <p:cNvPr id="1392" name="TextBox 1391">
            <a:extLst>
              <a:ext uri="{FF2B5EF4-FFF2-40B4-BE49-F238E27FC236}">
                <a16:creationId xmlns:a16="http://schemas.microsoft.com/office/drawing/2014/main" id="{E0885427-C51E-AEF9-209E-0699A06E3CF8}"/>
              </a:ext>
            </a:extLst>
          </p:cNvPr>
          <p:cNvSpPr txBox="1"/>
          <p:nvPr/>
        </p:nvSpPr>
        <p:spPr>
          <a:xfrm>
            <a:off x="7310573" y="3368924"/>
            <a:ext cx="2204834" cy="369332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chemeClr val="bg1"/>
                </a:solidFill>
              </a:rPr>
              <a:t>nuevos parámetros</a:t>
            </a:r>
          </a:p>
        </p:txBody>
      </p:sp>
      <p:pic>
        <p:nvPicPr>
          <p:cNvPr id="1388" name="Picture 1387">
            <a:extLst>
              <a:ext uri="{FF2B5EF4-FFF2-40B4-BE49-F238E27FC236}">
                <a16:creationId xmlns:a16="http://schemas.microsoft.com/office/drawing/2014/main" id="{7F0E53A5-E08C-7332-495F-EFB5DD7E2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163" y="3362325"/>
            <a:ext cx="2631886" cy="2800746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sp>
        <p:nvSpPr>
          <p:cNvPr id="1396" name="TextBox 1395">
            <a:extLst>
              <a:ext uri="{FF2B5EF4-FFF2-40B4-BE49-F238E27FC236}">
                <a16:creationId xmlns:a16="http://schemas.microsoft.com/office/drawing/2014/main" id="{B4A44526-E285-7042-CCBD-4266C7945B69}"/>
              </a:ext>
            </a:extLst>
          </p:cNvPr>
          <p:cNvSpPr txBox="1"/>
          <p:nvPr/>
        </p:nvSpPr>
        <p:spPr>
          <a:xfrm>
            <a:off x="7830397" y="3497479"/>
            <a:ext cx="2204834" cy="36933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chemeClr val="bg1"/>
                </a:solidFill>
              </a:rPr>
              <a:t>nuevos parámetros</a:t>
            </a:r>
          </a:p>
        </p:txBody>
      </p:sp>
      <p:pic>
        <p:nvPicPr>
          <p:cNvPr id="1389" name="Picture 1388">
            <a:extLst>
              <a:ext uri="{FF2B5EF4-FFF2-40B4-BE49-F238E27FC236}">
                <a16:creationId xmlns:a16="http://schemas.microsoft.com/office/drawing/2014/main" id="{B56E6159-7458-FD0D-D4DA-0CBFAE09E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038" y="3492091"/>
            <a:ext cx="2631886" cy="2800746"/>
          </a:xfrm>
          <a:prstGeom prst="rect">
            <a:avLst/>
          </a:prstGeom>
          <a:ln w="28575">
            <a:solidFill>
              <a:schemeClr val="accent5"/>
            </a:solidFill>
          </a:ln>
        </p:spPr>
      </p:pic>
      <p:sp>
        <p:nvSpPr>
          <p:cNvPr id="1397" name="TextBox 1396">
            <a:extLst>
              <a:ext uri="{FF2B5EF4-FFF2-40B4-BE49-F238E27FC236}">
                <a16:creationId xmlns:a16="http://schemas.microsoft.com/office/drawing/2014/main" id="{8103854B-EFAA-F58C-3408-074DD5D84778}"/>
              </a:ext>
            </a:extLst>
          </p:cNvPr>
          <p:cNvSpPr txBox="1"/>
          <p:nvPr/>
        </p:nvSpPr>
        <p:spPr>
          <a:xfrm>
            <a:off x="8394798" y="3602338"/>
            <a:ext cx="2204834" cy="36933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chemeClr val="bg1"/>
                </a:solidFill>
              </a:rPr>
              <a:t>nuevos parámetros</a:t>
            </a:r>
          </a:p>
        </p:txBody>
      </p:sp>
      <p:pic>
        <p:nvPicPr>
          <p:cNvPr id="1390" name="Picture 1389">
            <a:extLst>
              <a:ext uri="{FF2B5EF4-FFF2-40B4-BE49-F238E27FC236}">
                <a16:creationId xmlns:a16="http://schemas.microsoft.com/office/drawing/2014/main" id="{BB1B95F2-BF8B-89B9-5EB0-F5BC6B185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914" y="3664444"/>
            <a:ext cx="2631886" cy="2800746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sp>
        <p:nvSpPr>
          <p:cNvPr id="1398" name="TextBox 1397">
            <a:extLst>
              <a:ext uri="{FF2B5EF4-FFF2-40B4-BE49-F238E27FC236}">
                <a16:creationId xmlns:a16="http://schemas.microsoft.com/office/drawing/2014/main" id="{1BDD7D17-AE1C-F521-7EA0-C8516F0FE704}"/>
              </a:ext>
            </a:extLst>
          </p:cNvPr>
          <p:cNvSpPr txBox="1"/>
          <p:nvPr/>
        </p:nvSpPr>
        <p:spPr>
          <a:xfrm>
            <a:off x="8990537" y="3792392"/>
            <a:ext cx="2204834" cy="36933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chemeClr val="bg1"/>
                </a:solidFill>
              </a:rPr>
              <a:t>nuevos parámetros</a:t>
            </a:r>
          </a:p>
        </p:txBody>
      </p:sp>
      <p:sp>
        <p:nvSpPr>
          <p:cNvPr id="1400" name="TextBox 1399">
            <a:extLst>
              <a:ext uri="{FF2B5EF4-FFF2-40B4-BE49-F238E27FC236}">
                <a16:creationId xmlns:a16="http://schemas.microsoft.com/office/drawing/2014/main" id="{3A7B2D28-4E9A-ED84-75C0-7103FE721AE2}"/>
              </a:ext>
            </a:extLst>
          </p:cNvPr>
          <p:cNvSpPr txBox="1"/>
          <p:nvPr/>
        </p:nvSpPr>
        <p:spPr>
          <a:xfrm>
            <a:off x="924286" y="6163071"/>
            <a:ext cx="1665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No funcionó...</a:t>
            </a:r>
          </a:p>
        </p:txBody>
      </p:sp>
      <p:sp>
        <p:nvSpPr>
          <p:cNvPr id="1401" name="TextBox 1400">
            <a:extLst>
              <a:ext uri="{FF2B5EF4-FFF2-40B4-BE49-F238E27FC236}">
                <a16:creationId xmlns:a16="http://schemas.microsoft.com/office/drawing/2014/main" id="{AD82FB59-A79D-CE8D-37DF-094B11FD74CF}"/>
              </a:ext>
            </a:extLst>
          </p:cNvPr>
          <p:cNvSpPr txBox="1"/>
          <p:nvPr/>
        </p:nvSpPr>
        <p:spPr>
          <a:xfrm>
            <a:off x="4175674" y="6163071"/>
            <a:ext cx="1665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No funcionó...</a:t>
            </a:r>
          </a:p>
        </p:txBody>
      </p:sp>
      <p:sp>
        <p:nvSpPr>
          <p:cNvPr id="1407" name="TextBox 1406">
            <a:extLst>
              <a:ext uri="{FF2B5EF4-FFF2-40B4-BE49-F238E27FC236}">
                <a16:creationId xmlns:a16="http://schemas.microsoft.com/office/drawing/2014/main" id="{9BCCD895-CB28-7CFD-4A49-BCC7ACE93E22}"/>
              </a:ext>
            </a:extLst>
          </p:cNvPr>
          <p:cNvSpPr txBox="1"/>
          <p:nvPr/>
        </p:nvSpPr>
        <p:spPr>
          <a:xfrm>
            <a:off x="6932109" y="6280524"/>
            <a:ext cx="1665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No funcionó...</a:t>
            </a:r>
          </a:p>
        </p:txBody>
      </p:sp>
      <p:sp>
        <p:nvSpPr>
          <p:cNvPr id="1408" name="TextBox 1407">
            <a:extLst>
              <a:ext uri="{FF2B5EF4-FFF2-40B4-BE49-F238E27FC236}">
                <a16:creationId xmlns:a16="http://schemas.microsoft.com/office/drawing/2014/main" id="{FBFF1157-53C9-248B-913A-0DED1560A5A3}"/>
              </a:ext>
            </a:extLst>
          </p:cNvPr>
          <p:cNvSpPr txBox="1"/>
          <p:nvPr/>
        </p:nvSpPr>
        <p:spPr>
          <a:xfrm>
            <a:off x="2313368" y="4052597"/>
            <a:ext cx="7565265" cy="163449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s-ES" noProof="0" dirty="0"/>
              <a:t>El lunes se da cuenta que en realidad tenía un </a:t>
            </a:r>
            <a:r>
              <a:rPr lang="es-ES" b="1" noProof="0" dirty="0"/>
              <a:t>error en el código original</a:t>
            </a:r>
          </a:p>
          <a:p>
            <a:pPr algn="ctr"/>
            <a:r>
              <a:rPr lang="es-ES" noProof="0" dirty="0"/>
              <a:t>↓</a:t>
            </a:r>
          </a:p>
          <a:p>
            <a:pPr algn="ctr"/>
            <a:r>
              <a:rPr lang="es-ES" noProof="0" dirty="0"/>
              <a:t>Tiene que </a:t>
            </a:r>
            <a:r>
              <a:rPr lang="es-ES" b="1" noProof="0" dirty="0"/>
              <a:t>corregir lo mismo en 6 lugares </a:t>
            </a:r>
            <a:r>
              <a:rPr lang="es-ES" noProof="0" dirty="0"/>
              <a:t>distintos y volver a probar</a:t>
            </a:r>
          </a:p>
          <a:p>
            <a:pPr algn="ctr"/>
            <a:r>
              <a:rPr lang="es-ES" noProof="0" dirty="0"/>
              <a:t>↓</a:t>
            </a:r>
          </a:p>
          <a:p>
            <a:pPr algn="ctr"/>
            <a:r>
              <a:rPr lang="es-ES" noProof="0" dirty="0"/>
              <a:t>¡Alta probabilidad de error! (y un embole..)</a:t>
            </a:r>
          </a:p>
        </p:txBody>
      </p:sp>
    </p:spTree>
    <p:extLst>
      <p:ext uri="{BB962C8B-B14F-4D97-AF65-F5344CB8AC3E}">
        <p14:creationId xmlns:p14="http://schemas.microsoft.com/office/powerpoint/2010/main" val="3863969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0"/>
      <p:bldP spid="467" grpId="0"/>
      <p:bldP spid="469" grpId="0"/>
      <p:bldP spid="691" grpId="0"/>
      <p:bldP spid="1373" grpId="0"/>
      <p:bldP spid="1391" grpId="0" animBg="1"/>
      <p:bldP spid="1392" grpId="0" animBg="1"/>
      <p:bldP spid="1396" grpId="0" animBg="1"/>
      <p:bldP spid="1397" grpId="0" animBg="1"/>
      <p:bldP spid="1398" grpId="0" animBg="1"/>
      <p:bldP spid="1400" grpId="0"/>
      <p:bldP spid="1401" grpId="0"/>
      <p:bldP spid="1407" grpId="0"/>
      <p:bldP spid="140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1708A-EF3F-6738-C062-0897506CA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376914-CBC7-0BC8-9BF6-DAFC915D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Reutilización de código </a:t>
            </a:r>
            <a:r>
              <a:rPr lang="es-ES" b="1" noProof="0" dirty="0"/>
              <a:t>EFICIENTE</a:t>
            </a:r>
            <a:r>
              <a:rPr lang="es-ES" noProof="0" dirty="0"/>
              <a:t>: funciones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64DB3-0154-20F7-93E5-5DF7A7F9221E}"/>
              </a:ext>
            </a:extLst>
          </p:cNvPr>
          <p:cNvSpPr txBox="1"/>
          <p:nvPr/>
        </p:nvSpPr>
        <p:spPr>
          <a:xfrm>
            <a:off x="3076574" y="2233613"/>
            <a:ext cx="6038852" cy="16049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s-ES" sz="20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2000" noProof="0" dirty="0">
                <a:latin typeface="Consolas" panose="020B0609020204030204" pitchFamily="49" charset="0"/>
              </a:rPr>
              <a:t> </a:t>
            </a:r>
            <a:r>
              <a:rPr lang="es-ES" sz="2000" noProof="0" dirty="0">
                <a:solidFill>
                  <a:srgbClr val="58D9E5"/>
                </a:solidFill>
                <a:latin typeface="Consolas" panose="020B0609020204030204" pitchFamily="49" charset="0"/>
              </a:rPr>
              <a:t>&lt;</a:t>
            </a:r>
            <a:r>
              <a:rPr lang="es-ES" sz="20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nombre_función</a:t>
            </a:r>
            <a:r>
              <a:rPr lang="es-ES" sz="2000" noProof="0" dirty="0">
                <a:solidFill>
                  <a:srgbClr val="58D9E5"/>
                </a:solidFill>
                <a:latin typeface="Consolas" panose="020B0609020204030204" pitchFamily="49" charset="0"/>
              </a:rPr>
              <a:t>&gt;</a:t>
            </a:r>
            <a:r>
              <a:rPr lang="es-ES" sz="2000" noProof="0" dirty="0">
                <a:latin typeface="Consolas" panose="020B0609020204030204" pitchFamily="49" charset="0"/>
              </a:rPr>
              <a:t>(&lt;arg1&gt;, &lt;arg2&gt;, ...):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</a:t>
            </a:r>
            <a:r>
              <a:rPr lang="es-ES" sz="20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2000" noProof="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s-ES" sz="2000" noProof="0" dirty="0">
                <a:latin typeface="Consolas" panose="020B0609020204030204" pitchFamily="49" charset="0"/>
              </a:rPr>
              <a:t>&lt;valor&gt;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BA8D6-00DE-DBF7-DB04-E64347B2F5B4}"/>
              </a:ext>
            </a:extLst>
          </p:cNvPr>
          <p:cNvSpPr txBox="1"/>
          <p:nvPr/>
        </p:nvSpPr>
        <p:spPr>
          <a:xfrm>
            <a:off x="3580736" y="1604963"/>
            <a:ext cx="5030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/>
              <a:t>Definición </a:t>
            </a:r>
            <a:r>
              <a:rPr lang="es-ES" sz="2400" noProof="0" dirty="0"/>
              <a:t>de la función usando </a:t>
            </a:r>
            <a:r>
              <a:rPr lang="es-ES" sz="2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endParaRPr lang="es-ES" sz="2400" noProof="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67AFA5-8886-344D-3413-77C39AA32A2C}"/>
              </a:ext>
            </a:extLst>
          </p:cNvPr>
          <p:cNvSpPr txBox="1"/>
          <p:nvPr/>
        </p:nvSpPr>
        <p:spPr>
          <a:xfrm>
            <a:off x="1602326" y="4683918"/>
            <a:ext cx="8987345" cy="41671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s-ES" sz="2000" noProof="0" dirty="0">
                <a:latin typeface="Consolas" panose="020B0609020204030204" pitchFamily="49" charset="0"/>
              </a:rPr>
              <a:t>x = &lt;</a:t>
            </a:r>
            <a:r>
              <a:rPr lang="es-ES" sz="2000" noProof="0" dirty="0" err="1">
                <a:latin typeface="Consolas" panose="020B0609020204030204" pitchFamily="49" charset="0"/>
              </a:rPr>
              <a:t>nombre_función</a:t>
            </a:r>
            <a:r>
              <a:rPr lang="es-ES" sz="2000" noProof="0" dirty="0">
                <a:latin typeface="Consolas" panose="020B0609020204030204" pitchFamily="49" charset="0"/>
              </a:rPr>
              <a:t>&gt;(&lt;arg1&gt; = &lt;valor1&gt;, &lt;arg2&gt; = &lt;valor2&gt;, ...)</a:t>
            </a:r>
          </a:p>
          <a:p>
            <a:endParaRPr lang="es-ES" sz="2000" noProof="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5E9CBE-353C-F679-C053-5B117D28F033}"/>
              </a:ext>
            </a:extLst>
          </p:cNvPr>
          <p:cNvSpPr txBox="1"/>
          <p:nvPr/>
        </p:nvSpPr>
        <p:spPr>
          <a:xfrm>
            <a:off x="3660826" y="4066936"/>
            <a:ext cx="4870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/>
              <a:t>Llamado</a:t>
            </a:r>
            <a:r>
              <a:rPr lang="es-ES" sz="2400" noProof="0" dirty="0"/>
              <a:t> (o invocado) de la función</a:t>
            </a:r>
            <a:endParaRPr lang="es-ES" sz="2400" noProof="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8319C-F1B2-FCAC-2E2F-A81E3C7EDE35}"/>
              </a:ext>
            </a:extLst>
          </p:cNvPr>
          <p:cNvSpPr txBox="1"/>
          <p:nvPr/>
        </p:nvSpPr>
        <p:spPr>
          <a:xfrm>
            <a:off x="1602326" y="5278933"/>
            <a:ext cx="8987345" cy="41671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s-ES" sz="2000" noProof="0" dirty="0">
                <a:latin typeface="Consolas" panose="020B0609020204030204" pitchFamily="49" charset="0"/>
              </a:rPr>
              <a:t>y = &lt;</a:t>
            </a:r>
            <a:r>
              <a:rPr lang="es-ES" sz="2000" noProof="0" dirty="0" err="1">
                <a:latin typeface="Consolas" panose="020B0609020204030204" pitchFamily="49" charset="0"/>
              </a:rPr>
              <a:t>nombre_función</a:t>
            </a:r>
            <a:r>
              <a:rPr lang="es-ES" sz="2000" noProof="0" dirty="0">
                <a:latin typeface="Consolas" panose="020B0609020204030204" pitchFamily="49" charset="0"/>
              </a:rPr>
              <a:t>&gt;(&lt;arg1&gt; = &lt;valor3&gt;, &lt;arg2&gt; = &lt;valor4&gt;, ...)</a:t>
            </a:r>
          </a:p>
          <a:p>
            <a:endParaRPr lang="es-ES" sz="2000" noProof="0" dirty="0">
              <a:latin typeface="Consolas" panose="020B0609020204030204" pitchFamily="49" charset="0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11200949-6C76-EBFB-43E9-1AD5CF976F58}"/>
              </a:ext>
            </a:extLst>
          </p:cNvPr>
          <p:cNvSpPr txBox="1"/>
          <p:nvPr/>
        </p:nvSpPr>
        <p:spPr>
          <a:xfrm>
            <a:off x="1602326" y="5873948"/>
            <a:ext cx="8987345" cy="41671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s-ES" sz="2000" noProof="0" dirty="0">
                <a:latin typeface="Consolas" panose="020B0609020204030204" pitchFamily="49" charset="0"/>
              </a:rPr>
              <a:t>z = &lt;</a:t>
            </a:r>
            <a:r>
              <a:rPr lang="es-ES" sz="2000" noProof="0" dirty="0" err="1">
                <a:latin typeface="Consolas" panose="020B0609020204030204" pitchFamily="49" charset="0"/>
              </a:rPr>
              <a:t>nombre_función</a:t>
            </a:r>
            <a:r>
              <a:rPr lang="es-ES" sz="2000" noProof="0" dirty="0">
                <a:latin typeface="Consolas" panose="020B0609020204030204" pitchFamily="49" charset="0"/>
              </a:rPr>
              <a:t>&gt;(&lt;arg1&gt; = &lt;valor5&gt;, &lt;arg2&gt; = &lt;valor6&gt;, ...)</a:t>
            </a:r>
          </a:p>
          <a:p>
            <a:endParaRPr lang="es-ES" sz="2000" noProof="0" dirty="0">
              <a:latin typeface="Consolas" panose="020B0609020204030204" pitchFamily="49" charset="0"/>
            </a:endParaRPr>
          </a:p>
        </p:txBody>
      </p:sp>
      <p:sp>
        <p:nvSpPr>
          <p:cNvPr id="233" name="Left Brace 232">
            <a:extLst>
              <a:ext uri="{FF2B5EF4-FFF2-40B4-BE49-F238E27FC236}">
                <a16:creationId xmlns:a16="http://schemas.microsoft.com/office/drawing/2014/main" id="{AD98B2B3-DFF0-A948-3EE6-0E17BB0742BD}"/>
              </a:ext>
            </a:extLst>
          </p:cNvPr>
          <p:cNvSpPr/>
          <p:nvPr/>
        </p:nvSpPr>
        <p:spPr>
          <a:xfrm flipH="1">
            <a:off x="5626212" y="2657475"/>
            <a:ext cx="148590" cy="823913"/>
          </a:xfrm>
          <a:prstGeom prst="leftBrac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C6B1BC68-2D52-4EBA-DF7B-DC6230EC6A9C}"/>
              </a:ext>
            </a:extLst>
          </p:cNvPr>
          <p:cNvSpPr txBox="1"/>
          <p:nvPr/>
        </p:nvSpPr>
        <p:spPr>
          <a:xfrm>
            <a:off x="5732275" y="2911104"/>
            <a:ext cx="1805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noProof="0" dirty="0">
                <a:solidFill>
                  <a:schemeClr val="accent4"/>
                </a:solidFill>
              </a:rPr>
              <a:t>Cuerpo de la función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5EFFCC64-02CE-2C62-FC12-62E4D43FF3D8}"/>
              </a:ext>
            </a:extLst>
          </p:cNvPr>
          <p:cNvSpPr txBox="1"/>
          <p:nvPr/>
        </p:nvSpPr>
        <p:spPr>
          <a:xfrm>
            <a:off x="6543297" y="2597475"/>
            <a:ext cx="1803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noProof="0" dirty="0">
                <a:solidFill>
                  <a:schemeClr val="accent2"/>
                </a:solidFill>
              </a:rPr>
              <a:t>Parámetros formales</a:t>
            </a:r>
          </a:p>
        </p:txBody>
      </p:sp>
      <p:sp>
        <p:nvSpPr>
          <p:cNvPr id="236" name="Left Brace 235">
            <a:extLst>
              <a:ext uri="{FF2B5EF4-FFF2-40B4-BE49-F238E27FC236}">
                <a16:creationId xmlns:a16="http://schemas.microsoft.com/office/drawing/2014/main" id="{64A38F8A-AE92-DDF8-4C0C-A00708A53FDF}"/>
              </a:ext>
            </a:extLst>
          </p:cNvPr>
          <p:cNvSpPr/>
          <p:nvPr/>
        </p:nvSpPr>
        <p:spPr>
          <a:xfrm rot="5400000" flipH="1">
            <a:off x="7360444" y="1314033"/>
            <a:ext cx="148590" cy="2586038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837D0CD7-15C7-ACC7-07D0-12EAD9CC9ED9}"/>
              </a:ext>
            </a:extLst>
          </p:cNvPr>
          <p:cNvSpPr txBox="1"/>
          <p:nvPr/>
        </p:nvSpPr>
        <p:spPr>
          <a:xfrm>
            <a:off x="9260318" y="2803382"/>
            <a:ext cx="1689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noProof="0" dirty="0">
                <a:solidFill>
                  <a:schemeClr val="accent4"/>
                </a:solidFill>
              </a:rPr>
              <a:t>Modificación de los argumentos</a:t>
            </a:r>
          </a:p>
        </p:txBody>
      </p: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7504525B-FEA8-261E-0120-6D26428C15D6}"/>
              </a:ext>
            </a:extLst>
          </p:cNvPr>
          <p:cNvCxnSpPr>
            <a:cxnSpLocks/>
            <a:stCxn id="234" idx="3"/>
            <a:endCxn id="238" idx="1"/>
          </p:cNvCxnSpPr>
          <p:nvPr/>
        </p:nvCxnSpPr>
        <p:spPr>
          <a:xfrm flipV="1">
            <a:off x="7537577" y="3064992"/>
            <a:ext cx="1722741" cy="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E2EFD0E2-C521-F1A0-B9C5-B08C19043BF2}"/>
              </a:ext>
            </a:extLst>
          </p:cNvPr>
          <p:cNvCxnSpPr>
            <a:cxnSpLocks/>
          </p:cNvCxnSpPr>
          <p:nvPr/>
        </p:nvCxnSpPr>
        <p:spPr>
          <a:xfrm flipH="1">
            <a:off x="2752627" y="3668100"/>
            <a:ext cx="12569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8CD79FA2-881D-190B-0DC3-732F591CB688}"/>
              </a:ext>
            </a:extLst>
          </p:cNvPr>
          <p:cNvSpPr txBox="1"/>
          <p:nvPr/>
        </p:nvSpPr>
        <p:spPr>
          <a:xfrm>
            <a:off x="1063040" y="3298768"/>
            <a:ext cx="16895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noProof="0" dirty="0">
                <a:solidFill>
                  <a:schemeClr val="accent6"/>
                </a:solidFill>
              </a:rPr>
              <a:t>Devuelve un valor generado dentro de la función</a:t>
            </a:r>
          </a:p>
        </p:txBody>
      </p:sp>
    </p:spTree>
    <p:extLst>
      <p:ext uri="{BB962C8B-B14F-4D97-AF65-F5344CB8AC3E}">
        <p14:creationId xmlns:p14="http://schemas.microsoft.com/office/powerpoint/2010/main" val="662140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232" grpId="0" animBg="1"/>
      <p:bldP spid="233" grpId="0" animBg="1"/>
      <p:bldP spid="234" grpId="0"/>
      <p:bldP spid="235" grpId="0"/>
      <p:bldP spid="236" grpId="0" animBg="1"/>
      <p:bldP spid="238" grpId="0"/>
      <p:bldP spid="26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2EBD-467B-0903-B44C-BEE67AC50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Ejemplo c9: calculo de valor máximo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2B015-5DFB-E6AC-4963-FA60CE369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368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noProof="0" dirty="0">
                <a:latin typeface="Consolas" panose="020B0609020204030204" pitchFamily="49" charset="0"/>
              </a:rPr>
              <a:t> </a:t>
            </a:r>
            <a:r>
              <a:rPr lang="es-ES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maxVal</a:t>
            </a:r>
            <a:r>
              <a:rPr lang="es-ES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	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		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	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		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endParaRPr lang="es-ES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resultado1 = </a:t>
            </a:r>
            <a:r>
              <a:rPr lang="es-ES" noProof="0" dirty="0" err="1">
                <a:latin typeface="Consolas" panose="020B0609020204030204" pitchFamily="49" charset="0"/>
              </a:rPr>
              <a:t>maxVal</a:t>
            </a:r>
            <a:r>
              <a:rPr lang="es-ES" noProof="0" dirty="0">
                <a:latin typeface="Consolas" panose="020B0609020204030204" pitchFamily="49" charset="0"/>
              </a:rPr>
              <a:t>(x = 4, y = 3)	</a:t>
            </a:r>
            <a:r>
              <a:rPr lang="es-ES" noProof="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Podemos decirle x e y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resultado2 = </a:t>
            </a:r>
            <a:r>
              <a:rPr lang="es-ES" noProof="0" dirty="0" err="1">
                <a:latin typeface="Consolas" panose="020B0609020204030204" pitchFamily="49" charset="0"/>
              </a:rPr>
              <a:t>maxVal</a:t>
            </a:r>
            <a:r>
              <a:rPr lang="es-ES" noProof="0" dirty="0">
                <a:latin typeface="Consolas" panose="020B0609020204030204" pitchFamily="49" charset="0"/>
              </a:rPr>
              <a:t>(2, 3)			</a:t>
            </a:r>
            <a:r>
              <a:rPr lang="es-ES" noProof="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U omitir x e y</a:t>
            </a:r>
          </a:p>
          <a:p>
            <a:pPr marL="0" indent="0">
              <a:buNone/>
            </a:pPr>
            <a:endParaRPr lang="es-ES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</a:t>
            </a:r>
            <a:r>
              <a:rPr lang="es-ES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1 ="</a:t>
            </a:r>
            <a:r>
              <a:rPr lang="es-ES" noProof="0" dirty="0">
                <a:latin typeface="Consolas" panose="020B0609020204030204" pitchFamily="49" charset="0"/>
              </a:rPr>
              <a:t>, resultado1)</a:t>
            </a:r>
          </a:p>
          <a:p>
            <a:pPr marL="0" indent="0">
              <a:buNone/>
            </a:pP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</a:t>
            </a:r>
            <a:r>
              <a:rPr lang="es-ES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2 ="</a:t>
            </a:r>
            <a:r>
              <a:rPr lang="es-ES" noProof="0" dirty="0">
                <a:latin typeface="Consolas" panose="020B0609020204030204" pitchFamily="49" charset="0"/>
              </a:rPr>
              <a:t>, resultado2)</a:t>
            </a:r>
          </a:p>
          <a:p>
            <a:pPr marL="0" indent="0">
              <a:buNone/>
            </a:pPr>
            <a:endParaRPr lang="es-ES" noProof="0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BB3D4-B153-4EAF-E542-1D7A2A879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945" y="2087208"/>
            <a:ext cx="4283172" cy="1116037"/>
          </a:xfrm>
          <a:prstGeom prst="rect">
            <a:avLst/>
          </a:prstGeom>
          <a:ln w="76200">
            <a:solidFill>
              <a:schemeClr val="accent2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D4F87F-D87F-9E82-D295-9B6D9B8F8A2D}"/>
              </a:ext>
            </a:extLst>
          </p:cNvPr>
          <p:cNvSpPr txBox="1"/>
          <p:nvPr/>
        </p:nvSpPr>
        <p:spPr>
          <a:xfrm>
            <a:off x="6488174" y="1502818"/>
            <a:ext cx="3800713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c9_funciones_introduccion</a:t>
            </a:r>
            <a:r>
              <a:rPr lang="en-US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1559467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A871E-DE4D-3400-9D4F-DBDD0871C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41FD-22F3-6761-CF5B-B05D22C19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Argumentos clave, posicionales y por defecto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2689C-C3DA-A4F3-96D4-CDA164154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90966"/>
            <a:ext cx="4714188" cy="45489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ES" noProof="0" dirty="0" err="1">
                <a:latin typeface="Consolas" panose="020B0609020204030204" pitchFamily="49" charset="0"/>
              </a:rPr>
              <a:t>maxVal</a:t>
            </a:r>
            <a:r>
              <a:rPr lang="es-ES" noProof="0" dirty="0">
                <a:latin typeface="Consolas" panose="020B0609020204030204" pitchFamily="49" charset="0"/>
              </a:rPr>
              <a:t>(x = 2, y = 3)</a:t>
            </a:r>
            <a:endParaRPr lang="es-ES" noProof="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1BE104-0199-FB5D-E34D-7D96D762CFA0}"/>
              </a:ext>
            </a:extLst>
          </p:cNvPr>
          <p:cNvSpPr txBox="1">
            <a:spLocks/>
          </p:cNvSpPr>
          <p:nvPr/>
        </p:nvSpPr>
        <p:spPr>
          <a:xfrm>
            <a:off x="7004849" y="3327270"/>
            <a:ext cx="2721990" cy="4548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noProof="0" dirty="0" err="1">
                <a:latin typeface="Consolas" panose="020B0609020204030204" pitchFamily="49" charset="0"/>
              </a:rPr>
              <a:t>maxVal</a:t>
            </a:r>
            <a:r>
              <a:rPr lang="es-ES" noProof="0" dirty="0">
                <a:latin typeface="Consolas" panose="020B0609020204030204" pitchFamily="49" charset="0"/>
              </a:rPr>
              <a:t>(2, 3)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5EBD3F-E593-6DDD-E2CD-44D39114D23F}"/>
              </a:ext>
            </a:extLst>
          </p:cNvPr>
          <p:cNvSpPr txBox="1">
            <a:spLocks/>
          </p:cNvSpPr>
          <p:nvPr/>
        </p:nvSpPr>
        <p:spPr>
          <a:xfrm>
            <a:off x="1009177" y="1943928"/>
            <a:ext cx="4059810" cy="24447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noProof="0" dirty="0">
                <a:latin typeface="Consolas" panose="020B0609020204030204" pitchFamily="49" charset="0"/>
              </a:rPr>
              <a:t> </a:t>
            </a:r>
            <a:r>
              <a:rPr lang="es-ES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maxVal</a:t>
            </a:r>
            <a:r>
              <a:rPr lang="es-ES" noProof="0" dirty="0">
                <a:latin typeface="Consolas" panose="020B0609020204030204" pitchFamily="49" charset="0"/>
              </a:rPr>
              <a:t>(x, y = 4):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noProof="0" dirty="0">
                <a:latin typeface="Consolas" panose="020B0609020204030204" pitchFamily="49" charset="0"/>
              </a:rPr>
              <a:t>	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noProof="0" dirty="0">
                <a:latin typeface="Consolas" panose="020B0609020204030204" pitchFamily="49" charset="0"/>
              </a:rPr>
              <a:t>		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noProof="0" dirty="0">
                <a:latin typeface="Consolas" panose="020B0609020204030204" pitchFamily="49" charset="0"/>
              </a:rPr>
              <a:t>	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noProof="0" dirty="0">
                <a:latin typeface="Consolas" panose="020B0609020204030204" pitchFamily="49" charset="0"/>
              </a:rPr>
              <a:t>		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noProof="0" dirty="0">
                <a:latin typeface="Consolas" panose="020B0609020204030204" pitchFamily="49" charset="0"/>
              </a:rPr>
              <a:t> y</a:t>
            </a:r>
            <a:endParaRPr lang="es-ES" noProof="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5CBA85-775A-B38C-350F-9B9CA3A0E190}"/>
              </a:ext>
            </a:extLst>
          </p:cNvPr>
          <p:cNvSpPr txBox="1">
            <a:spLocks/>
          </p:cNvSpPr>
          <p:nvPr/>
        </p:nvSpPr>
        <p:spPr>
          <a:xfrm>
            <a:off x="7226771" y="4147932"/>
            <a:ext cx="2313496" cy="4548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noProof="0" dirty="0" err="1">
                <a:latin typeface="Consolas" panose="020B0609020204030204" pitchFamily="49" charset="0"/>
              </a:rPr>
              <a:t>maxVal</a:t>
            </a:r>
            <a:r>
              <a:rPr lang="es-ES" noProof="0" dirty="0">
                <a:latin typeface="Consolas" panose="020B0609020204030204" pitchFamily="49" charset="0"/>
              </a:rPr>
              <a:t>(2)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45410B9-A695-D68A-4437-C63BFC61A7BD}"/>
              </a:ext>
            </a:extLst>
          </p:cNvPr>
          <p:cNvSpPr txBox="1">
            <a:spLocks/>
          </p:cNvSpPr>
          <p:nvPr/>
        </p:nvSpPr>
        <p:spPr>
          <a:xfrm>
            <a:off x="3665011" y="5381730"/>
            <a:ext cx="4714188" cy="4548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noProof="0" dirty="0" err="1">
                <a:latin typeface="Consolas" panose="020B0609020204030204" pitchFamily="49" charset="0"/>
              </a:rPr>
              <a:t>maxVal</a:t>
            </a:r>
            <a:r>
              <a:rPr lang="es-ES" noProof="0" dirty="0">
                <a:latin typeface="Consolas" panose="020B0609020204030204" pitchFamily="49" charset="0"/>
              </a:rPr>
              <a:t>(x = 2, 3)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553E1E-E83E-7E6D-AF00-90A4A42F5C2C}"/>
              </a:ext>
            </a:extLst>
          </p:cNvPr>
          <p:cNvCxnSpPr>
            <a:cxnSpLocks/>
          </p:cNvCxnSpPr>
          <p:nvPr/>
        </p:nvCxnSpPr>
        <p:spPr>
          <a:xfrm>
            <a:off x="8654539" y="3037993"/>
            <a:ext cx="0" cy="241652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AE05695-F2EB-31A2-0A8D-E02BD19E4EC3}"/>
              </a:ext>
            </a:extLst>
          </p:cNvPr>
          <p:cNvSpPr txBox="1"/>
          <p:nvPr/>
        </p:nvSpPr>
        <p:spPr>
          <a:xfrm>
            <a:off x="8468360" y="2582080"/>
            <a:ext cx="384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x</a:t>
            </a:r>
            <a:endParaRPr lang="es-ES" noProof="0" dirty="0">
              <a:solidFill>
                <a:schemeClr val="accent4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9C2D656-2F68-AB62-F2B0-A653EB5DE5FF}"/>
              </a:ext>
            </a:extLst>
          </p:cNvPr>
          <p:cNvCxnSpPr>
            <a:cxnSpLocks/>
          </p:cNvCxnSpPr>
          <p:nvPr/>
        </p:nvCxnSpPr>
        <p:spPr>
          <a:xfrm>
            <a:off x="9257855" y="3044343"/>
            <a:ext cx="0" cy="235302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466F675-946F-B29A-E935-781D096E3A5C}"/>
              </a:ext>
            </a:extLst>
          </p:cNvPr>
          <p:cNvSpPr txBox="1"/>
          <p:nvPr/>
        </p:nvSpPr>
        <p:spPr>
          <a:xfrm>
            <a:off x="9071676" y="2582080"/>
            <a:ext cx="384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y</a:t>
            </a:r>
            <a:endParaRPr lang="es-ES" noProof="0" dirty="0">
              <a:solidFill>
                <a:schemeClr val="accent4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D2CA077-573F-04F7-4491-C1B2B1ED6DE8}"/>
              </a:ext>
            </a:extLst>
          </p:cNvPr>
          <p:cNvCxnSpPr>
            <a:cxnSpLocks/>
          </p:cNvCxnSpPr>
          <p:nvPr/>
        </p:nvCxnSpPr>
        <p:spPr>
          <a:xfrm>
            <a:off x="8973872" y="4477871"/>
            <a:ext cx="0" cy="36764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DB5B5F2-C43E-2361-90D9-845A32608A12}"/>
              </a:ext>
            </a:extLst>
          </p:cNvPr>
          <p:cNvSpPr txBox="1"/>
          <p:nvPr/>
        </p:nvSpPr>
        <p:spPr>
          <a:xfrm>
            <a:off x="8787693" y="4671154"/>
            <a:ext cx="384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x</a:t>
            </a:r>
            <a:endParaRPr lang="es-ES" noProof="0" dirty="0">
              <a:solidFill>
                <a:schemeClr val="accent4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DF5814E-0D93-9C78-7639-F781C0E80C48}"/>
              </a:ext>
            </a:extLst>
          </p:cNvPr>
          <p:cNvCxnSpPr>
            <a:cxnSpLocks/>
          </p:cNvCxnSpPr>
          <p:nvPr/>
        </p:nvCxnSpPr>
        <p:spPr>
          <a:xfrm>
            <a:off x="9237823" y="4477871"/>
            <a:ext cx="323652" cy="298461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6FA0C5-437A-9FD7-3DDB-3AF6E1F633D6}"/>
              </a:ext>
            </a:extLst>
          </p:cNvPr>
          <p:cNvSpPr txBox="1"/>
          <p:nvPr/>
        </p:nvSpPr>
        <p:spPr>
          <a:xfrm>
            <a:off x="9580329" y="4514722"/>
            <a:ext cx="39195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y = 4</a:t>
            </a:r>
            <a:endParaRPr lang="es-ES" sz="1200" b="1" noProof="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0C444853-ECE4-27A0-AD49-3EEDD546022D}"/>
              </a:ext>
            </a:extLst>
          </p:cNvPr>
          <p:cNvSpPr/>
          <p:nvPr/>
        </p:nvSpPr>
        <p:spPr>
          <a:xfrm rot="16200000">
            <a:off x="6512701" y="5039306"/>
            <a:ext cx="195988" cy="1549532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>
              <a:solidFill>
                <a:schemeClr val="accent4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B32E63-E46D-019E-C5FD-015768CD5419}"/>
              </a:ext>
            </a:extLst>
          </p:cNvPr>
          <p:cNvSpPr txBox="1"/>
          <p:nvPr/>
        </p:nvSpPr>
        <p:spPr>
          <a:xfrm>
            <a:off x="5429398" y="5861398"/>
            <a:ext cx="23625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noProof="0" dirty="0" err="1">
                <a:solidFill>
                  <a:srgbClr val="C00000"/>
                </a:solidFill>
                <a:latin typeface="Consolas" panose="020B0609020204030204" pitchFamily="49" charset="0"/>
              </a:rPr>
              <a:t>SyntaxError</a:t>
            </a:r>
            <a:endParaRPr lang="es-ES" sz="1000" noProof="0" dirty="0">
              <a:solidFill>
                <a:srgbClr val="C00000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7F91E2A-1139-CCFE-2C0B-5B8A7BE03403}"/>
              </a:ext>
            </a:extLst>
          </p:cNvPr>
          <p:cNvCxnSpPr>
            <a:cxnSpLocks/>
          </p:cNvCxnSpPr>
          <p:nvPr/>
        </p:nvCxnSpPr>
        <p:spPr>
          <a:xfrm>
            <a:off x="7975076" y="1809366"/>
            <a:ext cx="0" cy="36764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D77844F-A46C-C251-7ACA-49F327B8B294}"/>
              </a:ext>
            </a:extLst>
          </p:cNvPr>
          <p:cNvCxnSpPr>
            <a:cxnSpLocks/>
          </p:cNvCxnSpPr>
          <p:nvPr/>
        </p:nvCxnSpPr>
        <p:spPr>
          <a:xfrm>
            <a:off x="9332537" y="1809366"/>
            <a:ext cx="0" cy="36764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A8801EB-62EE-9E5B-1F43-15589319F75A}"/>
              </a:ext>
            </a:extLst>
          </p:cNvPr>
          <p:cNvSpPr txBox="1"/>
          <p:nvPr/>
        </p:nvSpPr>
        <p:spPr>
          <a:xfrm>
            <a:off x="6924438" y="1485927"/>
            <a:ext cx="325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chemeClr val="accent4"/>
                </a:solidFill>
              </a:rPr>
              <a:t>Argumentos clave </a:t>
            </a:r>
            <a:r>
              <a:rPr lang="es-ES" noProof="0" dirty="0">
                <a:solidFill>
                  <a:schemeClr val="accent4"/>
                </a:solidFill>
              </a:rPr>
              <a:t>(</a:t>
            </a:r>
            <a:r>
              <a:rPr lang="es-ES" i="1" noProof="0" dirty="0" err="1">
                <a:solidFill>
                  <a:schemeClr val="accent4"/>
                </a:solidFill>
              </a:rPr>
              <a:t>keywords</a:t>
            </a:r>
            <a:r>
              <a:rPr lang="es-ES" noProof="0" dirty="0">
                <a:solidFill>
                  <a:schemeClr val="accent4"/>
                </a:solidFill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479D18-6088-E1FF-6063-3109D6A3EE3B}"/>
              </a:ext>
            </a:extLst>
          </p:cNvPr>
          <p:cNvSpPr txBox="1"/>
          <p:nvPr/>
        </p:nvSpPr>
        <p:spPr>
          <a:xfrm>
            <a:off x="5631176" y="2675746"/>
            <a:ext cx="2923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chemeClr val="accent4"/>
                </a:solidFill>
              </a:rPr>
              <a:t>Argumentos posicionales: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367241-FFBB-4BFE-4D8F-7EA3B3ED9204}"/>
              </a:ext>
            </a:extLst>
          </p:cNvPr>
          <p:cNvSpPr txBox="1"/>
          <p:nvPr/>
        </p:nvSpPr>
        <p:spPr>
          <a:xfrm>
            <a:off x="9455818" y="43257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noProof="0" dirty="0">
                <a:solidFill>
                  <a:schemeClr val="accent4"/>
                </a:solidFill>
                <a:latin typeface="+mj-lt"/>
              </a:rPr>
              <a:t>Argumento por defecto:</a:t>
            </a:r>
            <a:endParaRPr lang="es-ES" sz="1200" b="1" noProof="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C07BF964-C2AD-763B-84AA-61AC762E7270}"/>
              </a:ext>
            </a:extLst>
          </p:cNvPr>
          <p:cNvSpPr txBox="1">
            <a:spLocks/>
          </p:cNvSpPr>
          <p:nvPr/>
        </p:nvSpPr>
        <p:spPr>
          <a:xfrm>
            <a:off x="260774" y="5381730"/>
            <a:ext cx="3901128" cy="4548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noProof="0" dirty="0" err="1">
                <a:latin typeface="Consolas" panose="020B0609020204030204" pitchFamily="49" charset="0"/>
              </a:rPr>
              <a:t>maxVal</a:t>
            </a:r>
            <a:r>
              <a:rPr lang="es-ES" noProof="0" dirty="0">
                <a:latin typeface="Consolas" panose="020B0609020204030204" pitchFamily="49" charset="0"/>
              </a:rPr>
              <a:t>(2, y = 3)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3ECE48-2175-202D-D0C5-4BC753570D47}"/>
              </a:ext>
            </a:extLst>
          </p:cNvPr>
          <p:cNvSpPr txBox="1"/>
          <p:nvPr/>
        </p:nvSpPr>
        <p:spPr>
          <a:xfrm>
            <a:off x="408450" y="4700674"/>
            <a:ext cx="3522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>
                <a:solidFill>
                  <a:schemeClr val="accent4"/>
                </a:solidFill>
              </a:rPr>
              <a:t>Combinación posicional + clave</a:t>
            </a:r>
          </a:p>
          <a:p>
            <a:pPr algn="ctr"/>
            <a:r>
              <a:rPr lang="es-ES" dirty="0">
                <a:solidFill>
                  <a:schemeClr val="accent4"/>
                </a:solidFill>
              </a:rPr>
              <a:t>(</a:t>
            </a:r>
            <a:r>
              <a:rPr lang="es-ES" noProof="0" dirty="0">
                <a:solidFill>
                  <a:schemeClr val="accent4"/>
                </a:solidFill>
              </a:rPr>
              <a:t>correcta)</a:t>
            </a:r>
            <a:r>
              <a:rPr lang="es-ES" b="1" noProof="0" dirty="0">
                <a:solidFill>
                  <a:schemeClr val="accent4"/>
                </a:solidFill>
              </a:rPr>
              <a:t>: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A5DF715-024C-FA92-ADA8-B427D8ADF37F}"/>
              </a:ext>
            </a:extLst>
          </p:cNvPr>
          <p:cNvCxnSpPr>
            <a:cxnSpLocks/>
          </p:cNvCxnSpPr>
          <p:nvPr/>
        </p:nvCxnSpPr>
        <p:spPr>
          <a:xfrm>
            <a:off x="2110936" y="5723520"/>
            <a:ext cx="0" cy="36764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4105FE3-B4A6-9997-8652-0576D7F2D1EC}"/>
              </a:ext>
            </a:extLst>
          </p:cNvPr>
          <p:cNvSpPr txBox="1"/>
          <p:nvPr/>
        </p:nvSpPr>
        <p:spPr>
          <a:xfrm>
            <a:off x="1924757" y="5916803"/>
            <a:ext cx="384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x</a:t>
            </a:r>
            <a:endParaRPr lang="es-ES" noProof="0" dirty="0">
              <a:solidFill>
                <a:schemeClr val="accent4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0140099-0D8A-1F24-28D1-BA61C70A79D7}"/>
              </a:ext>
            </a:extLst>
          </p:cNvPr>
          <p:cNvCxnSpPr>
            <a:cxnSpLocks/>
          </p:cNvCxnSpPr>
          <p:nvPr/>
        </p:nvCxnSpPr>
        <p:spPr>
          <a:xfrm>
            <a:off x="2715430" y="5758111"/>
            <a:ext cx="323652" cy="298461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CD9B250-0993-4BB2-D82A-8903F8C64362}"/>
              </a:ext>
            </a:extLst>
          </p:cNvPr>
          <p:cNvSpPr txBox="1"/>
          <p:nvPr/>
        </p:nvSpPr>
        <p:spPr>
          <a:xfrm>
            <a:off x="2995658" y="5916803"/>
            <a:ext cx="18366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keyword</a:t>
            </a:r>
            <a:endParaRPr lang="es-ES" noProof="0" dirty="0">
              <a:solidFill>
                <a:schemeClr val="accent4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8234A2-F250-E581-AC7F-7012ABCF7380}"/>
              </a:ext>
            </a:extLst>
          </p:cNvPr>
          <p:cNvSpPr txBox="1"/>
          <p:nvPr/>
        </p:nvSpPr>
        <p:spPr>
          <a:xfrm>
            <a:off x="4206761" y="4700674"/>
            <a:ext cx="3522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>
                <a:solidFill>
                  <a:srgbClr val="C00000"/>
                </a:solidFill>
              </a:rPr>
              <a:t>Combinación posicional + clave</a:t>
            </a:r>
          </a:p>
          <a:p>
            <a:pPr algn="ctr"/>
            <a:r>
              <a:rPr lang="es-ES" dirty="0">
                <a:solidFill>
                  <a:srgbClr val="C00000"/>
                </a:solidFill>
              </a:rPr>
              <a:t>(incorrecta)</a:t>
            </a:r>
            <a:r>
              <a:rPr lang="es-ES" b="1" dirty="0">
                <a:solidFill>
                  <a:srgbClr val="C000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9735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8" grpId="0"/>
      <p:bldP spid="20" grpId="0"/>
      <p:bldP spid="25" grpId="0" animBg="1"/>
      <p:bldP spid="26" grpId="0"/>
      <p:bldP spid="29" grpId="0"/>
      <p:bldP spid="30" grpId="0"/>
      <p:bldP spid="32" grpId="0"/>
      <p:bldP spid="40" grpId="0"/>
      <p:bldP spid="42" grpId="0"/>
      <p:bldP spid="44" grpId="0"/>
      <p:bldP spid="4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41B9B-6B5A-84F7-C07F-E293DE8B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ACAC-3478-7F42-6CB4-F4E9060A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¿Que pasa acá (c10)? ¿</a:t>
            </a:r>
            <a:r>
              <a:rPr lang="es-ES" noProof="0" dirty="0">
                <a:latin typeface="Consolas" panose="020B0609020204030204" pitchFamily="49" charset="0"/>
              </a:rPr>
              <a:t>x=y</a:t>
            </a:r>
            <a:r>
              <a:rPr lang="es-ES" noProof="0" dirty="0"/>
              <a:t> e </a:t>
            </a:r>
            <a:r>
              <a:rPr lang="es-ES" noProof="0" dirty="0">
                <a:latin typeface="Consolas" panose="020B0609020204030204" pitchFamily="49" charset="0"/>
              </a:rPr>
              <a:t>y=x</a:t>
            </a:r>
            <a:r>
              <a:rPr lang="es-ES" noProof="0" dirty="0"/>
              <a:t>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0A21EF-592F-6CB0-89C2-4E6EB7D7A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E9319E-910F-1150-FFAF-55D866A50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2657474"/>
            <a:ext cx="3771900" cy="1543052"/>
          </a:xfrm>
          <a:prstGeom prst="rect">
            <a:avLst/>
          </a:prstGeom>
          <a:ln w="76200">
            <a:solidFill>
              <a:schemeClr val="accent2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C38108-2E2C-4B6D-4ED2-5E8B7AAD342F}"/>
              </a:ext>
            </a:extLst>
          </p:cNvPr>
          <p:cNvSpPr txBox="1"/>
          <p:nvPr/>
        </p:nvSpPr>
        <p:spPr>
          <a:xfrm>
            <a:off x="6434018" y="1832926"/>
            <a:ext cx="3800713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c10_funciones_alcance.py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402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1B07-FBCD-2A83-1538-C2E90E1F2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DA5C0-E0C8-1659-FC31-709BE8A9A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Alcance (</a:t>
            </a:r>
            <a:r>
              <a:rPr lang="es-ES" i="1" noProof="0" dirty="0" err="1"/>
              <a:t>scoping</a:t>
            </a:r>
            <a:r>
              <a:rPr lang="es-ES" noProof="0" dirty="0"/>
              <a:t>) de las funciones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3FE6E4-A15B-7778-374E-EFABCEA4B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BB266B-6629-8588-4BEE-9EB8D53508D5}"/>
              </a:ext>
            </a:extLst>
          </p:cNvPr>
          <p:cNvSpPr/>
          <p:nvPr/>
        </p:nvSpPr>
        <p:spPr>
          <a:xfrm>
            <a:off x="5370285" y="1690688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/>
              <a:t>global</a:t>
            </a:r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CC979F6-E99E-118A-D070-0696853CDF57}"/>
              </a:ext>
            </a:extLst>
          </p:cNvPr>
          <p:cNvSpPr/>
          <p:nvPr/>
        </p:nvSpPr>
        <p:spPr>
          <a:xfrm rot="16200000">
            <a:off x="233986" y="1221411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92058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8ED2C-9F65-26EE-7A8F-419DCD99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26942-3F6E-506B-CF10-C89A812E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Alcance (</a:t>
            </a:r>
            <a:r>
              <a:rPr lang="es-ES" i="1" noProof="0" dirty="0" err="1"/>
              <a:t>scoping</a:t>
            </a:r>
            <a:r>
              <a:rPr lang="es-ES" noProof="0" dirty="0"/>
              <a:t>) de las funciones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B79DA3-8EF1-BD88-E269-E89F49E9E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65344B-EACD-7A5E-B17A-B89A10D2AAE6}"/>
              </a:ext>
            </a:extLst>
          </p:cNvPr>
          <p:cNvSpPr/>
          <p:nvPr/>
        </p:nvSpPr>
        <p:spPr>
          <a:xfrm>
            <a:off x="5370285" y="1690688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/>
              <a:t>global</a:t>
            </a:r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E04FFC9-C91D-44B6-E2BA-3A1B92838A48}"/>
              </a:ext>
            </a:extLst>
          </p:cNvPr>
          <p:cNvSpPr/>
          <p:nvPr/>
        </p:nvSpPr>
        <p:spPr>
          <a:xfrm rot="16200000">
            <a:off x="233986" y="1599916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E1EF3C-B835-A056-FD31-F2138D0AD5DD}"/>
              </a:ext>
            </a:extLst>
          </p:cNvPr>
          <p:cNvSpPr txBox="1"/>
          <p:nvPr/>
        </p:nvSpPr>
        <p:spPr>
          <a:xfrm>
            <a:off x="5515428" y="242388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9648E8-A7F6-D64D-D77B-C7F45854E4B6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6586555" y="2608552"/>
            <a:ext cx="25874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2AA1C7F-4AEA-2117-3C5A-500C217AB1AC}"/>
              </a:ext>
            </a:extLst>
          </p:cNvPr>
          <p:cNvSpPr txBox="1"/>
          <p:nvPr/>
        </p:nvSpPr>
        <p:spPr>
          <a:xfrm>
            <a:off x="6932161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CÓDIGO</a:t>
            </a:r>
          </a:p>
        </p:txBody>
      </p:sp>
    </p:spTree>
    <p:extLst>
      <p:ext uri="{BB962C8B-B14F-4D97-AF65-F5344CB8AC3E}">
        <p14:creationId xmlns:p14="http://schemas.microsoft.com/office/powerpoint/2010/main" val="3836754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9CC3E-BB03-E31E-1692-120241C1C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B1BC-A906-A44D-1AB2-68CE312CD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Alcance (</a:t>
            </a:r>
            <a:r>
              <a:rPr lang="es-ES" i="1" noProof="0" dirty="0" err="1"/>
              <a:t>scoping</a:t>
            </a:r>
            <a:r>
              <a:rPr lang="es-ES" noProof="0" dirty="0"/>
              <a:t>) de las funciones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FE75E1-179B-032F-9603-CFA18878E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CC5979-9FA1-382C-FBCA-9225CF0FBD38}"/>
              </a:ext>
            </a:extLst>
          </p:cNvPr>
          <p:cNvSpPr/>
          <p:nvPr/>
        </p:nvSpPr>
        <p:spPr>
          <a:xfrm>
            <a:off x="5370285" y="1690688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/>
              <a:t>global</a:t>
            </a:r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C9A76B5-3473-598D-7291-95C9818E6512}"/>
              </a:ext>
            </a:extLst>
          </p:cNvPr>
          <p:cNvSpPr/>
          <p:nvPr/>
        </p:nvSpPr>
        <p:spPr>
          <a:xfrm rot="16200000">
            <a:off x="233986" y="3946241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CE1AF4-CF4C-599D-5E51-98F3DB438B3A}"/>
              </a:ext>
            </a:extLst>
          </p:cNvPr>
          <p:cNvSpPr txBox="1"/>
          <p:nvPr/>
        </p:nvSpPr>
        <p:spPr>
          <a:xfrm>
            <a:off x="5515428" y="242388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B677E2-C4B2-E1BE-294E-8E2824888FC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6586555" y="2608552"/>
            <a:ext cx="25874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78F9240-20E9-BC33-6E6A-1C02953C5B0E}"/>
              </a:ext>
            </a:extLst>
          </p:cNvPr>
          <p:cNvSpPr txBox="1"/>
          <p:nvPr/>
        </p:nvSpPr>
        <p:spPr>
          <a:xfrm>
            <a:off x="6932161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CÓDIGO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031B8-4A77-9473-23BE-BB19765AABC9}"/>
              </a:ext>
            </a:extLst>
          </p:cNvPr>
          <p:cNvSpPr txBox="1"/>
          <p:nvPr/>
        </p:nvSpPr>
        <p:spPr>
          <a:xfrm>
            <a:off x="5515428" y="3059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DD3FB80-B1F4-1211-7BD9-61F47A972032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826732" y="3244334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C9E6C6-E734-D117-10C0-F37FB28A4871}"/>
              </a:ext>
            </a:extLst>
          </p:cNvPr>
          <p:cNvSpPr txBox="1"/>
          <p:nvPr/>
        </p:nvSpPr>
        <p:spPr>
          <a:xfrm>
            <a:off x="6932161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3551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42EFB-367C-9FFE-70F9-E65A4F2CA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DC792-BCE9-56F7-4B31-B93F5782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Alcance (</a:t>
            </a:r>
            <a:r>
              <a:rPr lang="es-ES" i="1" noProof="0" dirty="0" err="1"/>
              <a:t>scoping</a:t>
            </a:r>
            <a:r>
              <a:rPr lang="es-ES" noProof="0" dirty="0"/>
              <a:t>) de las funciones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7E6586-05A5-450C-221E-7D406DA36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1BEF0F-2385-9F2F-3EB2-637975B915C5}"/>
              </a:ext>
            </a:extLst>
          </p:cNvPr>
          <p:cNvSpPr/>
          <p:nvPr/>
        </p:nvSpPr>
        <p:spPr>
          <a:xfrm>
            <a:off x="5370285" y="1690688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/>
              <a:t>global</a:t>
            </a:r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45EA05-706E-52EB-B8DB-D4AF9FEB7582}"/>
              </a:ext>
            </a:extLst>
          </p:cNvPr>
          <p:cNvSpPr txBox="1"/>
          <p:nvPr/>
        </p:nvSpPr>
        <p:spPr>
          <a:xfrm>
            <a:off x="5515428" y="242388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A81D50-1807-CD18-B8D8-22DBA3B6CC3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6586555" y="2608552"/>
            <a:ext cx="25874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D4C0247-C295-CA15-0CBB-296198C6AB29}"/>
              </a:ext>
            </a:extLst>
          </p:cNvPr>
          <p:cNvSpPr txBox="1"/>
          <p:nvPr/>
        </p:nvSpPr>
        <p:spPr>
          <a:xfrm>
            <a:off x="6932161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CÓDIGO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5A693F-973A-505C-D2FD-6355B9644F94}"/>
              </a:ext>
            </a:extLst>
          </p:cNvPr>
          <p:cNvSpPr txBox="1"/>
          <p:nvPr/>
        </p:nvSpPr>
        <p:spPr>
          <a:xfrm>
            <a:off x="5515428" y="3059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EA824FC-ED7E-1CDD-9CFF-DAB82EE68F89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826732" y="3244334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CE4C616-B6BD-9815-C0CD-F397EAF859E0}"/>
              </a:ext>
            </a:extLst>
          </p:cNvPr>
          <p:cNvSpPr txBox="1"/>
          <p:nvPr/>
        </p:nvSpPr>
        <p:spPr>
          <a:xfrm>
            <a:off x="6932161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85F13C-86E2-354A-2943-8BAB4ACA29D6}"/>
              </a:ext>
            </a:extLst>
          </p:cNvPr>
          <p:cNvSpPr txBox="1"/>
          <p:nvPr/>
        </p:nvSpPr>
        <p:spPr>
          <a:xfrm>
            <a:off x="6932161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1E09AF-1158-7A4D-BE9C-8C17E066B03D}"/>
              </a:ext>
            </a:extLst>
          </p:cNvPr>
          <p:cNvSpPr txBox="1"/>
          <p:nvPr/>
        </p:nvSpPr>
        <p:spPr>
          <a:xfrm>
            <a:off x="5515428" y="369545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F8E1D7-9B3E-CA10-BBEA-C10CB9B6DFC8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826732" y="388011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Arrow: Down 8">
            <a:extLst>
              <a:ext uri="{FF2B5EF4-FFF2-40B4-BE49-F238E27FC236}">
                <a16:creationId xmlns:a16="http://schemas.microsoft.com/office/drawing/2014/main" id="{FFEAFCAB-6E7B-A92E-99EE-748177590361}"/>
              </a:ext>
            </a:extLst>
          </p:cNvPr>
          <p:cNvSpPr/>
          <p:nvPr/>
        </p:nvSpPr>
        <p:spPr>
          <a:xfrm rot="16200000">
            <a:off x="233986" y="4295034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66633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09F1-E6DE-CDDC-19E1-969C16BC7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3691-BAA4-1053-8BAA-8A955CAF4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Alcance (</a:t>
            </a:r>
            <a:r>
              <a:rPr lang="es-ES" i="1" noProof="0" dirty="0" err="1"/>
              <a:t>scoping</a:t>
            </a:r>
            <a:r>
              <a:rPr lang="es-ES" noProof="0" dirty="0"/>
              <a:t>) de las funciones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0FE318-7A3F-690E-87EC-30C253ECD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F576BA-20FB-7227-2D3A-68BDAFB739E2}"/>
              </a:ext>
            </a:extLst>
          </p:cNvPr>
          <p:cNvSpPr/>
          <p:nvPr/>
        </p:nvSpPr>
        <p:spPr>
          <a:xfrm>
            <a:off x="5370285" y="1690688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/>
              <a:t>global</a:t>
            </a:r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584719B-F725-D511-8033-04CEC63791DE}"/>
              </a:ext>
            </a:extLst>
          </p:cNvPr>
          <p:cNvSpPr/>
          <p:nvPr/>
        </p:nvSpPr>
        <p:spPr>
          <a:xfrm rot="16200000">
            <a:off x="233986" y="4626513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678C99-3A66-8F67-9590-DDA305E3B551}"/>
              </a:ext>
            </a:extLst>
          </p:cNvPr>
          <p:cNvSpPr txBox="1"/>
          <p:nvPr/>
        </p:nvSpPr>
        <p:spPr>
          <a:xfrm>
            <a:off x="5515428" y="242388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18E689-3D56-68B8-B28D-F1D42E415063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6586555" y="2608552"/>
            <a:ext cx="25874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4C16AF1-C4C6-C25C-D6DC-0E669BD94BC8}"/>
              </a:ext>
            </a:extLst>
          </p:cNvPr>
          <p:cNvSpPr txBox="1"/>
          <p:nvPr/>
        </p:nvSpPr>
        <p:spPr>
          <a:xfrm>
            <a:off x="6932161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CÓDIGO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75AF2-8934-1893-D187-4EBA186612ED}"/>
              </a:ext>
            </a:extLst>
          </p:cNvPr>
          <p:cNvSpPr txBox="1"/>
          <p:nvPr/>
        </p:nvSpPr>
        <p:spPr>
          <a:xfrm>
            <a:off x="5515428" y="3059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DE320D-2643-2DD7-C65C-E8AE0CB4A903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826732" y="3244334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D7B800A-1729-9A15-1B92-1E644D932C24}"/>
              </a:ext>
            </a:extLst>
          </p:cNvPr>
          <p:cNvSpPr txBox="1"/>
          <p:nvPr/>
        </p:nvSpPr>
        <p:spPr>
          <a:xfrm>
            <a:off x="6932161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4B4F19-DC46-D11E-4D5F-F68C3B7236F6}"/>
              </a:ext>
            </a:extLst>
          </p:cNvPr>
          <p:cNvSpPr txBox="1"/>
          <p:nvPr/>
        </p:nvSpPr>
        <p:spPr>
          <a:xfrm>
            <a:off x="6932161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904C0F-0964-D111-167C-A21FCE81729A}"/>
              </a:ext>
            </a:extLst>
          </p:cNvPr>
          <p:cNvSpPr txBox="1"/>
          <p:nvPr/>
        </p:nvSpPr>
        <p:spPr>
          <a:xfrm>
            <a:off x="5515428" y="369545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E59ECA-48D3-3821-F4E9-F4BBF029097E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826732" y="388011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C253CA2-B3F3-F598-96FF-C66F1538846A}"/>
              </a:ext>
            </a:extLst>
          </p:cNvPr>
          <p:cNvSpPr txBox="1"/>
          <p:nvPr/>
        </p:nvSpPr>
        <p:spPr>
          <a:xfrm>
            <a:off x="6932161" y="433123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516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FFD51-1A99-D135-26C7-4C5BE55D6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rrow: Down 27">
            <a:extLst>
              <a:ext uri="{FF2B5EF4-FFF2-40B4-BE49-F238E27FC236}">
                <a16:creationId xmlns:a16="http://schemas.microsoft.com/office/drawing/2014/main" id="{AD9C77B3-6D83-12FA-11D9-69C0F96E8271}"/>
              </a:ext>
            </a:extLst>
          </p:cNvPr>
          <p:cNvSpPr/>
          <p:nvPr/>
        </p:nvSpPr>
        <p:spPr>
          <a:xfrm rot="5400000" flipH="1">
            <a:off x="3253264" y="1780225"/>
            <a:ext cx="312896" cy="453310"/>
          </a:xfrm>
          <a:prstGeom prst="downArrow">
            <a:avLst/>
          </a:prstGeom>
          <a:solidFill>
            <a:srgbClr val="58D9E5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5C100933-2BF8-79D5-E8A7-29302251C137}"/>
              </a:ext>
            </a:extLst>
          </p:cNvPr>
          <p:cNvSpPr/>
          <p:nvPr/>
        </p:nvSpPr>
        <p:spPr>
          <a:xfrm rot="5400000" flipH="1">
            <a:off x="3253264" y="1780225"/>
            <a:ext cx="312896" cy="453310"/>
          </a:xfrm>
          <a:prstGeom prst="downArrow">
            <a:avLst/>
          </a:prstGeom>
          <a:solidFill>
            <a:srgbClr val="58D9E5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A1B19C-4C8E-B589-02B2-2C422A13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Alcance (</a:t>
            </a:r>
            <a:r>
              <a:rPr lang="es-ES" i="1" noProof="0" dirty="0" err="1"/>
              <a:t>scoping</a:t>
            </a:r>
            <a:r>
              <a:rPr lang="es-ES" noProof="0" dirty="0"/>
              <a:t>) de las funciones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B4CFEB-F0C4-C6E8-A312-2182688F1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1AA9E41-C2CB-3DB0-C00C-F5E129961954}"/>
              </a:ext>
            </a:extLst>
          </p:cNvPr>
          <p:cNvSpPr/>
          <p:nvPr/>
        </p:nvSpPr>
        <p:spPr>
          <a:xfrm>
            <a:off x="8423728" y="1690688"/>
            <a:ext cx="2786743" cy="3759200"/>
          </a:xfrm>
          <a:prstGeom prst="roundRect">
            <a:avLst>
              <a:gd name="adj" fmla="val 5907"/>
            </a:avLst>
          </a:prstGeom>
          <a:solidFill>
            <a:srgbClr val="58D9E5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 err="1"/>
              <a:t>maxPlus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1EFD4D-B868-80BF-7CD9-86F80935D8A9}"/>
              </a:ext>
            </a:extLst>
          </p:cNvPr>
          <p:cNvSpPr/>
          <p:nvPr/>
        </p:nvSpPr>
        <p:spPr>
          <a:xfrm>
            <a:off x="5370285" y="1690688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/>
              <a:t>global</a:t>
            </a:r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1A53B3-D825-A388-BAAE-FF8BC151CB3D}"/>
              </a:ext>
            </a:extLst>
          </p:cNvPr>
          <p:cNvSpPr txBox="1"/>
          <p:nvPr/>
        </p:nvSpPr>
        <p:spPr>
          <a:xfrm>
            <a:off x="5515428" y="242388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BE5D63-6A38-3162-5A06-74653625746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586555" y="2608552"/>
            <a:ext cx="25874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BD98F9-998C-30ED-E6FC-617EA50253F1}"/>
              </a:ext>
            </a:extLst>
          </p:cNvPr>
          <p:cNvSpPr txBox="1"/>
          <p:nvPr/>
        </p:nvSpPr>
        <p:spPr>
          <a:xfrm>
            <a:off x="6932161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CÓDIGO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6A1BBA-5F05-E9F1-122C-E973BB0D2FF1}"/>
              </a:ext>
            </a:extLst>
          </p:cNvPr>
          <p:cNvSpPr txBox="1"/>
          <p:nvPr/>
        </p:nvSpPr>
        <p:spPr>
          <a:xfrm>
            <a:off x="5515428" y="3059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7E684B7-2E26-7DD9-78EF-C7C094082E2C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826732" y="3244334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209B434-7CF7-6469-3320-2D84EF74DB53}"/>
              </a:ext>
            </a:extLst>
          </p:cNvPr>
          <p:cNvSpPr txBox="1"/>
          <p:nvPr/>
        </p:nvSpPr>
        <p:spPr>
          <a:xfrm>
            <a:off x="6932161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952DE-462F-5C8C-48E3-E39D4938EE43}"/>
              </a:ext>
            </a:extLst>
          </p:cNvPr>
          <p:cNvSpPr txBox="1"/>
          <p:nvPr/>
        </p:nvSpPr>
        <p:spPr>
          <a:xfrm>
            <a:off x="6932161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30B034-E0B2-4C3F-79EB-1B91A9712203}"/>
              </a:ext>
            </a:extLst>
          </p:cNvPr>
          <p:cNvSpPr txBox="1"/>
          <p:nvPr/>
        </p:nvSpPr>
        <p:spPr>
          <a:xfrm>
            <a:off x="5515428" y="369545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6F8271-EE23-717C-504D-993A22243CF6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826732" y="388011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0DAF19E-BE5F-83C5-64D8-A48B46A666D5}"/>
              </a:ext>
            </a:extLst>
          </p:cNvPr>
          <p:cNvSpPr txBox="1"/>
          <p:nvPr/>
        </p:nvSpPr>
        <p:spPr>
          <a:xfrm>
            <a:off x="6932161" y="433123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B4D8CA-FCE0-63FF-10BF-6F40DE03CAF3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7876650" y="4515898"/>
            <a:ext cx="54707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rrow: Down 32">
            <a:extLst>
              <a:ext uri="{FF2B5EF4-FFF2-40B4-BE49-F238E27FC236}">
                <a16:creationId xmlns:a16="http://schemas.microsoft.com/office/drawing/2014/main" id="{CA67D485-153D-7AF3-6910-A873F817FEE5}"/>
              </a:ext>
            </a:extLst>
          </p:cNvPr>
          <p:cNvSpPr/>
          <p:nvPr/>
        </p:nvSpPr>
        <p:spPr>
          <a:xfrm rot="5400000" flipH="1">
            <a:off x="3218486" y="1627094"/>
            <a:ext cx="493486" cy="714942"/>
          </a:xfrm>
          <a:prstGeom prst="downArrow">
            <a:avLst/>
          </a:prstGeom>
          <a:solidFill>
            <a:srgbClr val="58D9E5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5D7E363B-8BCD-5877-26E8-219E59ED65E1}"/>
              </a:ext>
            </a:extLst>
          </p:cNvPr>
          <p:cNvSpPr/>
          <p:nvPr/>
        </p:nvSpPr>
        <p:spPr>
          <a:xfrm rot="16200000">
            <a:off x="233986" y="4626513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93961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6ACEF-E561-49D9-3104-8D9DEBD94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300B-550E-2D6F-D9C3-AD4656BFF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Alcance (</a:t>
            </a:r>
            <a:r>
              <a:rPr lang="es-ES" i="1" noProof="0" dirty="0" err="1"/>
              <a:t>scoping</a:t>
            </a:r>
            <a:r>
              <a:rPr lang="es-ES" noProof="0" dirty="0"/>
              <a:t>) de las funciones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F4FB72-8496-3CD4-2763-542410710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79A5C8-D706-AD0E-9458-094FA23EAC22}"/>
              </a:ext>
            </a:extLst>
          </p:cNvPr>
          <p:cNvSpPr/>
          <p:nvPr/>
        </p:nvSpPr>
        <p:spPr>
          <a:xfrm>
            <a:off x="8423728" y="1690688"/>
            <a:ext cx="2786743" cy="3759200"/>
          </a:xfrm>
          <a:prstGeom prst="roundRect">
            <a:avLst>
              <a:gd name="adj" fmla="val 5907"/>
            </a:avLst>
          </a:prstGeom>
          <a:solidFill>
            <a:srgbClr val="58D9E5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 err="1"/>
              <a:t>maxPlus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C89ABEA-9BC3-F020-0A96-88DC56574EF7}"/>
              </a:ext>
            </a:extLst>
          </p:cNvPr>
          <p:cNvSpPr/>
          <p:nvPr/>
        </p:nvSpPr>
        <p:spPr>
          <a:xfrm>
            <a:off x="5370285" y="1690688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/>
              <a:t>global</a:t>
            </a:r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CECF08-AB2F-DA86-FADA-631F18AA2780}"/>
              </a:ext>
            </a:extLst>
          </p:cNvPr>
          <p:cNvSpPr txBox="1"/>
          <p:nvPr/>
        </p:nvSpPr>
        <p:spPr>
          <a:xfrm>
            <a:off x="5515428" y="242388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4D09F6A-55F2-6278-74C8-15965E3B6706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586555" y="2608552"/>
            <a:ext cx="25874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BD8B83F-4BC4-ED53-292E-FF962B54BEEA}"/>
              </a:ext>
            </a:extLst>
          </p:cNvPr>
          <p:cNvSpPr txBox="1"/>
          <p:nvPr/>
        </p:nvSpPr>
        <p:spPr>
          <a:xfrm>
            <a:off x="6932161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CÓDIGO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BED7F7-03D1-38B8-E702-DF22234E1B64}"/>
              </a:ext>
            </a:extLst>
          </p:cNvPr>
          <p:cNvSpPr txBox="1"/>
          <p:nvPr/>
        </p:nvSpPr>
        <p:spPr>
          <a:xfrm>
            <a:off x="5515428" y="3059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B10A13-2641-E3E3-DBA8-453BE3D8C4FD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826732" y="3244334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E2B1A8A-6E20-FD4B-4CDF-42BA1C3DAEEA}"/>
              </a:ext>
            </a:extLst>
          </p:cNvPr>
          <p:cNvSpPr txBox="1"/>
          <p:nvPr/>
        </p:nvSpPr>
        <p:spPr>
          <a:xfrm>
            <a:off x="6932161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6BBE12-234D-6047-0D8F-0EEF25F76175}"/>
              </a:ext>
            </a:extLst>
          </p:cNvPr>
          <p:cNvSpPr txBox="1"/>
          <p:nvPr/>
        </p:nvSpPr>
        <p:spPr>
          <a:xfrm>
            <a:off x="6932161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DA4309-B5BE-097C-1041-C03773E9277B}"/>
              </a:ext>
            </a:extLst>
          </p:cNvPr>
          <p:cNvSpPr txBox="1"/>
          <p:nvPr/>
        </p:nvSpPr>
        <p:spPr>
          <a:xfrm>
            <a:off x="5515428" y="369545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45DC15-051F-0A15-F7AC-D862A0B0C21D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826732" y="388011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58F0C6E-4585-E429-CDEC-7ED7EABC7307}"/>
              </a:ext>
            </a:extLst>
          </p:cNvPr>
          <p:cNvSpPr txBox="1"/>
          <p:nvPr/>
        </p:nvSpPr>
        <p:spPr>
          <a:xfrm>
            <a:off x="6932161" y="433123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690501-AA98-2CBA-39DA-568003898A7C}"/>
              </a:ext>
            </a:extLst>
          </p:cNvPr>
          <p:cNvSpPr txBox="1"/>
          <p:nvPr/>
        </p:nvSpPr>
        <p:spPr>
          <a:xfrm>
            <a:off x="8604292" y="242972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2909AF7-1E8B-B764-1EB9-16D2E658C8AF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8915596" y="261438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5F1BA80-990F-D725-CEC6-0B1774E96C3B}"/>
              </a:ext>
            </a:extLst>
          </p:cNvPr>
          <p:cNvSpPr txBox="1"/>
          <p:nvPr/>
        </p:nvSpPr>
        <p:spPr>
          <a:xfrm>
            <a:off x="10021025" y="242972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C882EF-C777-8021-4525-6011D659F8B3}"/>
              </a:ext>
            </a:extLst>
          </p:cNvPr>
          <p:cNvSpPr txBox="1"/>
          <p:nvPr/>
        </p:nvSpPr>
        <p:spPr>
          <a:xfrm>
            <a:off x="10021025" y="306550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855898-16B7-F27A-672F-EB916148651C}"/>
              </a:ext>
            </a:extLst>
          </p:cNvPr>
          <p:cNvSpPr txBox="1"/>
          <p:nvPr/>
        </p:nvSpPr>
        <p:spPr>
          <a:xfrm>
            <a:off x="8604292" y="306550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BEC77A-FFEE-7087-F0A9-B12B2B91588B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915596" y="3250168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5D85BDB-040A-03AF-7AAE-66E354267959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7876650" y="4515898"/>
            <a:ext cx="54707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14B14DC-D314-F4D6-0531-C2956F47F6B9}"/>
              </a:ext>
            </a:extLst>
          </p:cNvPr>
          <p:cNvSpPr txBox="1"/>
          <p:nvPr/>
        </p:nvSpPr>
        <p:spPr>
          <a:xfrm>
            <a:off x="6932161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D84490-4C11-8CD5-1F49-095E7E5E01A8}"/>
              </a:ext>
            </a:extLst>
          </p:cNvPr>
          <p:cNvSpPr txBox="1"/>
          <p:nvPr/>
        </p:nvSpPr>
        <p:spPr>
          <a:xfrm>
            <a:off x="6932161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99123C5B-832E-C879-1B41-794A0C77FE74}"/>
              </a:ext>
            </a:extLst>
          </p:cNvPr>
          <p:cNvSpPr/>
          <p:nvPr/>
        </p:nvSpPr>
        <p:spPr>
          <a:xfrm flipH="1">
            <a:off x="3447773" y="4449087"/>
            <a:ext cx="312896" cy="453310"/>
          </a:xfrm>
          <a:prstGeom prst="downArrow">
            <a:avLst/>
          </a:prstGeom>
          <a:solidFill>
            <a:srgbClr val="58D9E5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9CAE8B3D-FCC9-DAC3-EE87-2B06EEA9FD7C}"/>
              </a:ext>
            </a:extLst>
          </p:cNvPr>
          <p:cNvSpPr/>
          <p:nvPr/>
        </p:nvSpPr>
        <p:spPr>
          <a:xfrm flipH="1">
            <a:off x="4277699" y="4449087"/>
            <a:ext cx="312896" cy="453310"/>
          </a:xfrm>
          <a:prstGeom prst="downArrow">
            <a:avLst/>
          </a:prstGeom>
          <a:solidFill>
            <a:srgbClr val="58D9E5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8CFFD1E1-226A-59CE-2270-0A7ADBB2965A}"/>
              </a:ext>
            </a:extLst>
          </p:cNvPr>
          <p:cNvSpPr/>
          <p:nvPr/>
        </p:nvSpPr>
        <p:spPr>
          <a:xfrm rot="5400000" flipH="1">
            <a:off x="3218486" y="1627094"/>
            <a:ext cx="493486" cy="714942"/>
          </a:xfrm>
          <a:prstGeom prst="downArrow">
            <a:avLst/>
          </a:prstGeom>
          <a:solidFill>
            <a:srgbClr val="58D9E5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9398148A-9131-2B45-5068-2D0687B39EF8}"/>
              </a:ext>
            </a:extLst>
          </p:cNvPr>
          <p:cNvSpPr/>
          <p:nvPr/>
        </p:nvSpPr>
        <p:spPr>
          <a:xfrm rot="16200000">
            <a:off x="233986" y="4626513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19749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E9F2-3F92-DE5A-AD7B-D0A1778A4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0D0C-4220-C544-C0F6-56159F31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Alcance (</a:t>
            </a:r>
            <a:r>
              <a:rPr lang="es-ES" i="1" noProof="0" dirty="0" err="1"/>
              <a:t>scoping</a:t>
            </a:r>
            <a:r>
              <a:rPr lang="es-ES" noProof="0" dirty="0"/>
              <a:t>) de las funciones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7A8072-9ED9-6EF1-FB84-A00E34D34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A95F28C-52F6-B56E-563D-B453A9456515}"/>
              </a:ext>
            </a:extLst>
          </p:cNvPr>
          <p:cNvSpPr/>
          <p:nvPr/>
        </p:nvSpPr>
        <p:spPr>
          <a:xfrm>
            <a:off x="8423728" y="1690688"/>
            <a:ext cx="2786743" cy="3759200"/>
          </a:xfrm>
          <a:prstGeom prst="roundRect">
            <a:avLst>
              <a:gd name="adj" fmla="val 5907"/>
            </a:avLst>
          </a:prstGeom>
          <a:solidFill>
            <a:srgbClr val="58D9E5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 err="1"/>
              <a:t>maxPlus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8A1BF5-8F5E-0507-98FD-4323C9EAEDA3}"/>
              </a:ext>
            </a:extLst>
          </p:cNvPr>
          <p:cNvSpPr/>
          <p:nvPr/>
        </p:nvSpPr>
        <p:spPr>
          <a:xfrm>
            <a:off x="5370285" y="1690688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/>
              <a:t>global</a:t>
            </a:r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CFA9C8-6E87-9EBC-6CE9-E67B3541B780}"/>
              </a:ext>
            </a:extLst>
          </p:cNvPr>
          <p:cNvSpPr txBox="1"/>
          <p:nvPr/>
        </p:nvSpPr>
        <p:spPr>
          <a:xfrm>
            <a:off x="5515428" y="242388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53A3B4-DF70-A564-F2E1-054B0321FBB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586555" y="2608552"/>
            <a:ext cx="25874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BFAF90E-3B70-3F40-799F-0AE53E0E01D6}"/>
              </a:ext>
            </a:extLst>
          </p:cNvPr>
          <p:cNvSpPr txBox="1"/>
          <p:nvPr/>
        </p:nvSpPr>
        <p:spPr>
          <a:xfrm>
            <a:off x="6932161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CÓDIGO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37E814-5255-20B8-AE3F-F8C1C0AC747D}"/>
              </a:ext>
            </a:extLst>
          </p:cNvPr>
          <p:cNvSpPr txBox="1"/>
          <p:nvPr/>
        </p:nvSpPr>
        <p:spPr>
          <a:xfrm>
            <a:off x="5515428" y="3059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6C2E5D-84FD-A04F-ACC8-4F7E3E8ACD3F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826732" y="3244334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190CAFE-398A-22EE-D476-6A8C3267447E}"/>
              </a:ext>
            </a:extLst>
          </p:cNvPr>
          <p:cNvSpPr txBox="1"/>
          <p:nvPr/>
        </p:nvSpPr>
        <p:spPr>
          <a:xfrm>
            <a:off x="6932161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37C14E-4C21-60A4-3FF7-EA4BE825ED46}"/>
              </a:ext>
            </a:extLst>
          </p:cNvPr>
          <p:cNvSpPr txBox="1"/>
          <p:nvPr/>
        </p:nvSpPr>
        <p:spPr>
          <a:xfrm>
            <a:off x="6932161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F9879-3DBB-25B8-41AD-EF811C332FA6}"/>
              </a:ext>
            </a:extLst>
          </p:cNvPr>
          <p:cNvSpPr txBox="1"/>
          <p:nvPr/>
        </p:nvSpPr>
        <p:spPr>
          <a:xfrm>
            <a:off x="5515428" y="369545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814B32-A8CA-F4D1-417D-15A9890F6AE4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826732" y="388011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66D40F0-73A3-1762-499F-C4DC2937140B}"/>
              </a:ext>
            </a:extLst>
          </p:cNvPr>
          <p:cNvSpPr txBox="1"/>
          <p:nvPr/>
        </p:nvSpPr>
        <p:spPr>
          <a:xfrm>
            <a:off x="6932161" y="433123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92719D-7F90-739D-A18D-D2DFB9B6A7C5}"/>
              </a:ext>
            </a:extLst>
          </p:cNvPr>
          <p:cNvSpPr txBox="1"/>
          <p:nvPr/>
        </p:nvSpPr>
        <p:spPr>
          <a:xfrm>
            <a:off x="8604292" y="242972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C2E8D4-3C5E-4829-ADE5-A7F34D46ED77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8915596" y="261438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07BF439-C8F7-86C2-D9E6-22398FA5649B}"/>
              </a:ext>
            </a:extLst>
          </p:cNvPr>
          <p:cNvSpPr txBox="1"/>
          <p:nvPr/>
        </p:nvSpPr>
        <p:spPr>
          <a:xfrm>
            <a:off x="10021025" y="242972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78809A-86BA-FF04-F720-AC6C2B4D989B}"/>
              </a:ext>
            </a:extLst>
          </p:cNvPr>
          <p:cNvSpPr txBox="1"/>
          <p:nvPr/>
        </p:nvSpPr>
        <p:spPr>
          <a:xfrm>
            <a:off x="10021025" y="306550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325F90-3C68-B6A1-7422-4C53C0D041AF}"/>
              </a:ext>
            </a:extLst>
          </p:cNvPr>
          <p:cNvSpPr txBox="1"/>
          <p:nvPr/>
        </p:nvSpPr>
        <p:spPr>
          <a:xfrm>
            <a:off x="8604292" y="306550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3F107C-BB01-69AE-9165-B9D8E89DACB9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915596" y="3250168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3D08279-64F9-B507-09D6-1DB037298EFA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7876650" y="4515898"/>
            <a:ext cx="54707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rrow: Down 32">
            <a:extLst>
              <a:ext uri="{FF2B5EF4-FFF2-40B4-BE49-F238E27FC236}">
                <a16:creationId xmlns:a16="http://schemas.microsoft.com/office/drawing/2014/main" id="{C5A63149-F80F-9B21-FC77-A34752733360}"/>
              </a:ext>
            </a:extLst>
          </p:cNvPr>
          <p:cNvSpPr/>
          <p:nvPr/>
        </p:nvSpPr>
        <p:spPr>
          <a:xfrm rot="5400000" flipH="1">
            <a:off x="3218486" y="1638697"/>
            <a:ext cx="493486" cy="714942"/>
          </a:xfrm>
          <a:prstGeom prst="downArrow">
            <a:avLst/>
          </a:prstGeom>
          <a:solidFill>
            <a:srgbClr val="58D9E5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C02EE6-4B90-0F07-AB29-6D34F4395777}"/>
              </a:ext>
            </a:extLst>
          </p:cNvPr>
          <p:cNvSpPr txBox="1"/>
          <p:nvPr/>
        </p:nvSpPr>
        <p:spPr>
          <a:xfrm>
            <a:off x="10021025" y="242972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B79731-DF13-A23F-3563-7D2E6B3F5D41}"/>
              </a:ext>
            </a:extLst>
          </p:cNvPr>
          <p:cNvSpPr txBox="1"/>
          <p:nvPr/>
        </p:nvSpPr>
        <p:spPr>
          <a:xfrm>
            <a:off x="10021025" y="306550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9B182963-FC74-1ACC-2094-403D46FC5D1A}"/>
              </a:ext>
            </a:extLst>
          </p:cNvPr>
          <p:cNvSpPr/>
          <p:nvPr/>
        </p:nvSpPr>
        <p:spPr>
          <a:xfrm rot="16200000">
            <a:off x="233986" y="4626513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84540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A2FAD-4347-44E1-AF62-8F45B463B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E9F8C-0F25-5ADB-9638-99579E6A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Alcance (</a:t>
            </a:r>
            <a:r>
              <a:rPr lang="es-ES" i="1" noProof="0" dirty="0" err="1"/>
              <a:t>scoping</a:t>
            </a:r>
            <a:r>
              <a:rPr lang="es-ES" noProof="0" dirty="0"/>
              <a:t>) de las funciones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50C33A4-0E65-07DE-8C61-6B624A847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E9E4E9-3390-A47D-BE4F-52FA2AC19392}"/>
              </a:ext>
            </a:extLst>
          </p:cNvPr>
          <p:cNvSpPr/>
          <p:nvPr/>
        </p:nvSpPr>
        <p:spPr>
          <a:xfrm>
            <a:off x="8423728" y="1690688"/>
            <a:ext cx="2786743" cy="3759200"/>
          </a:xfrm>
          <a:prstGeom prst="roundRect">
            <a:avLst>
              <a:gd name="adj" fmla="val 5907"/>
            </a:avLst>
          </a:prstGeom>
          <a:solidFill>
            <a:srgbClr val="58D9E5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 err="1"/>
              <a:t>maxPlus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56F8E1-4762-F70C-DDD7-4D1D5933DA21}"/>
              </a:ext>
            </a:extLst>
          </p:cNvPr>
          <p:cNvSpPr/>
          <p:nvPr/>
        </p:nvSpPr>
        <p:spPr>
          <a:xfrm>
            <a:off x="5370285" y="1690688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/>
              <a:t>global</a:t>
            </a:r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73AB02-CFDE-B140-F0FD-5A44EF872128}"/>
              </a:ext>
            </a:extLst>
          </p:cNvPr>
          <p:cNvSpPr txBox="1"/>
          <p:nvPr/>
        </p:nvSpPr>
        <p:spPr>
          <a:xfrm>
            <a:off x="5515428" y="242388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9FB0B8-0BBC-C6A4-94BF-FA52ED7A9914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586555" y="2608552"/>
            <a:ext cx="25874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50C2B59-ABD9-C47A-A5CE-FE6571B6A54C}"/>
              </a:ext>
            </a:extLst>
          </p:cNvPr>
          <p:cNvSpPr txBox="1"/>
          <p:nvPr/>
        </p:nvSpPr>
        <p:spPr>
          <a:xfrm>
            <a:off x="6932161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CÓDIGO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28761A-C788-0A4F-A2B0-5EFCA256D6FF}"/>
              </a:ext>
            </a:extLst>
          </p:cNvPr>
          <p:cNvSpPr txBox="1"/>
          <p:nvPr/>
        </p:nvSpPr>
        <p:spPr>
          <a:xfrm>
            <a:off x="5515428" y="3059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FCCFD2-55C4-BE3C-A352-ABAE7A8AD55B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826732" y="3244334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3A2DD1E-EF70-9607-319F-9FF3A994B964}"/>
              </a:ext>
            </a:extLst>
          </p:cNvPr>
          <p:cNvSpPr txBox="1"/>
          <p:nvPr/>
        </p:nvSpPr>
        <p:spPr>
          <a:xfrm>
            <a:off x="6932161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5F87F6-5417-70AA-484D-F2EFF902F9D0}"/>
              </a:ext>
            </a:extLst>
          </p:cNvPr>
          <p:cNvSpPr txBox="1"/>
          <p:nvPr/>
        </p:nvSpPr>
        <p:spPr>
          <a:xfrm>
            <a:off x="6932161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25F491-334D-FBFB-798D-A06640BA7DD1}"/>
              </a:ext>
            </a:extLst>
          </p:cNvPr>
          <p:cNvSpPr txBox="1"/>
          <p:nvPr/>
        </p:nvSpPr>
        <p:spPr>
          <a:xfrm>
            <a:off x="5515428" y="369545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3B66855-456A-5EF0-08E8-A9C131FEC25E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826732" y="388011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1F2EE5-F818-55EA-9A8F-DB4F2FBAD9B1}"/>
              </a:ext>
            </a:extLst>
          </p:cNvPr>
          <p:cNvSpPr txBox="1"/>
          <p:nvPr/>
        </p:nvSpPr>
        <p:spPr>
          <a:xfrm>
            <a:off x="6932161" y="433123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8088C6-4995-597A-5702-D3E7C35D2730}"/>
              </a:ext>
            </a:extLst>
          </p:cNvPr>
          <p:cNvSpPr txBox="1"/>
          <p:nvPr/>
        </p:nvSpPr>
        <p:spPr>
          <a:xfrm>
            <a:off x="8604292" y="242972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F307D13-140A-A329-1CFA-5715528E11FC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8915596" y="261438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3EC9426-951E-E30E-B708-F4E935BE97C1}"/>
              </a:ext>
            </a:extLst>
          </p:cNvPr>
          <p:cNvSpPr txBox="1"/>
          <p:nvPr/>
        </p:nvSpPr>
        <p:spPr>
          <a:xfrm>
            <a:off x="10021025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44F272-B6DF-726B-8377-AC90A195B22C}"/>
              </a:ext>
            </a:extLst>
          </p:cNvPr>
          <p:cNvSpPr txBox="1"/>
          <p:nvPr/>
        </p:nvSpPr>
        <p:spPr>
          <a:xfrm>
            <a:off x="10021025" y="306550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0B0658-7A51-3290-76AF-DC08DB4A2FA3}"/>
              </a:ext>
            </a:extLst>
          </p:cNvPr>
          <p:cNvSpPr txBox="1"/>
          <p:nvPr/>
        </p:nvSpPr>
        <p:spPr>
          <a:xfrm>
            <a:off x="8604292" y="306550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B1A91B2-60A5-FAD3-A21F-23D4A2D56248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915596" y="3250168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D77050C-253C-2CD5-5545-9AD9A1BE0569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7876650" y="4515898"/>
            <a:ext cx="54707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rrow: Down 32">
            <a:extLst>
              <a:ext uri="{FF2B5EF4-FFF2-40B4-BE49-F238E27FC236}">
                <a16:creationId xmlns:a16="http://schemas.microsoft.com/office/drawing/2014/main" id="{13A88132-CE07-4564-3289-90CB483FC15C}"/>
              </a:ext>
            </a:extLst>
          </p:cNvPr>
          <p:cNvSpPr/>
          <p:nvPr/>
        </p:nvSpPr>
        <p:spPr>
          <a:xfrm rot="5400000" flipH="1">
            <a:off x="3029950" y="1947776"/>
            <a:ext cx="493486" cy="714942"/>
          </a:xfrm>
          <a:prstGeom prst="downArrow">
            <a:avLst/>
          </a:prstGeom>
          <a:solidFill>
            <a:srgbClr val="58D9E5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249B4D-998E-9A51-93D4-E79F1A046F9E}"/>
              </a:ext>
            </a:extLst>
          </p:cNvPr>
          <p:cNvSpPr txBox="1"/>
          <p:nvPr/>
        </p:nvSpPr>
        <p:spPr>
          <a:xfrm>
            <a:off x="10021025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 &gt; 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8A70EE-14C5-2BFB-674C-3F54C182755A}"/>
              </a:ext>
            </a:extLst>
          </p:cNvPr>
          <p:cNvSpPr txBox="1"/>
          <p:nvPr/>
        </p:nvSpPr>
        <p:spPr>
          <a:xfrm>
            <a:off x="10021025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 &gt;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86D866-171C-385A-EF40-35768EAFC06F}"/>
              </a:ext>
            </a:extLst>
          </p:cNvPr>
          <p:cNvSpPr txBox="1"/>
          <p:nvPr/>
        </p:nvSpPr>
        <p:spPr>
          <a:xfrm>
            <a:off x="10021025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5A3F31-D970-6822-9657-60B0CE843DF9}"/>
              </a:ext>
            </a:extLst>
          </p:cNvPr>
          <p:cNvSpPr txBox="1"/>
          <p:nvPr/>
        </p:nvSpPr>
        <p:spPr>
          <a:xfrm>
            <a:off x="10021025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B1D8BB-0805-A1EE-E447-8A907DA311AB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8967258" y="3880116"/>
            <a:ext cx="9780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AB00D59-CE68-2CC4-9461-006E42A6A628}"/>
              </a:ext>
            </a:extLst>
          </p:cNvPr>
          <p:cNvSpPr txBox="1"/>
          <p:nvPr/>
        </p:nvSpPr>
        <p:spPr>
          <a:xfrm>
            <a:off x="8529318" y="369545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if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D496B-8340-1FC8-13B6-114A4D11D97C}"/>
              </a:ext>
            </a:extLst>
          </p:cNvPr>
          <p:cNvSpPr txBox="1"/>
          <p:nvPr/>
        </p:nvSpPr>
        <p:spPr>
          <a:xfrm>
            <a:off x="10021025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F7EB1417-0D60-7B49-D326-52199F9C4186}"/>
              </a:ext>
            </a:extLst>
          </p:cNvPr>
          <p:cNvSpPr/>
          <p:nvPr/>
        </p:nvSpPr>
        <p:spPr>
          <a:xfrm rot="16200000">
            <a:off x="233986" y="4626513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58797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E29F6-154C-14C5-4831-ED4C60CDC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72805-7BFC-5D2A-D805-B2C4DA3A8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Alcance (</a:t>
            </a:r>
            <a:r>
              <a:rPr lang="es-ES" i="1" noProof="0" dirty="0" err="1"/>
              <a:t>scoping</a:t>
            </a:r>
            <a:r>
              <a:rPr lang="es-ES" noProof="0" dirty="0"/>
              <a:t>) de las funciones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90FCA9-C96E-5908-79F4-3A52BEAE7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A8A0E8-EDB8-F89E-637C-5667FF29EFC1}"/>
              </a:ext>
            </a:extLst>
          </p:cNvPr>
          <p:cNvSpPr/>
          <p:nvPr/>
        </p:nvSpPr>
        <p:spPr>
          <a:xfrm>
            <a:off x="8423728" y="1690688"/>
            <a:ext cx="2786743" cy="3759200"/>
          </a:xfrm>
          <a:prstGeom prst="roundRect">
            <a:avLst>
              <a:gd name="adj" fmla="val 5907"/>
            </a:avLst>
          </a:prstGeom>
          <a:solidFill>
            <a:srgbClr val="58D9E5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 err="1"/>
              <a:t>maxPlus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850513-7E66-4EAA-872B-0119FA942804}"/>
              </a:ext>
            </a:extLst>
          </p:cNvPr>
          <p:cNvSpPr/>
          <p:nvPr/>
        </p:nvSpPr>
        <p:spPr>
          <a:xfrm>
            <a:off x="5370285" y="1690688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/>
              <a:t>global</a:t>
            </a:r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95ECAF-6F6B-37F3-D5DE-0B2CF4B7F832}"/>
              </a:ext>
            </a:extLst>
          </p:cNvPr>
          <p:cNvSpPr txBox="1"/>
          <p:nvPr/>
        </p:nvSpPr>
        <p:spPr>
          <a:xfrm>
            <a:off x="5515428" y="242388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578631-51B1-C08E-901E-9222A12BEC5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586555" y="2608552"/>
            <a:ext cx="25874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9754AD8-E252-61E1-AD22-5557782CC913}"/>
              </a:ext>
            </a:extLst>
          </p:cNvPr>
          <p:cNvSpPr txBox="1"/>
          <p:nvPr/>
        </p:nvSpPr>
        <p:spPr>
          <a:xfrm>
            <a:off x="6932161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CÓDIGO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30A5B-2128-AD71-3EE1-8EBD24F668F3}"/>
              </a:ext>
            </a:extLst>
          </p:cNvPr>
          <p:cNvSpPr txBox="1"/>
          <p:nvPr/>
        </p:nvSpPr>
        <p:spPr>
          <a:xfrm>
            <a:off x="5515428" y="3059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921F64-7C67-F1B1-3942-8C1413953D11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826732" y="3244334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6F74BAE-C23D-1442-5EE3-003731469478}"/>
              </a:ext>
            </a:extLst>
          </p:cNvPr>
          <p:cNvSpPr txBox="1"/>
          <p:nvPr/>
        </p:nvSpPr>
        <p:spPr>
          <a:xfrm>
            <a:off x="6932161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4DF3F6-8008-2923-8606-9BD431478CB4}"/>
              </a:ext>
            </a:extLst>
          </p:cNvPr>
          <p:cNvSpPr txBox="1"/>
          <p:nvPr/>
        </p:nvSpPr>
        <p:spPr>
          <a:xfrm>
            <a:off x="6932161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62E4F7-89A7-C417-C297-F4769715FC9D}"/>
              </a:ext>
            </a:extLst>
          </p:cNvPr>
          <p:cNvSpPr txBox="1"/>
          <p:nvPr/>
        </p:nvSpPr>
        <p:spPr>
          <a:xfrm>
            <a:off x="5515428" y="369545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04CA638-4DA6-530A-5BDF-5CFAA5768454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826732" y="388011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799E7C5-3296-7321-D8D9-C1680C71B59C}"/>
              </a:ext>
            </a:extLst>
          </p:cNvPr>
          <p:cNvSpPr txBox="1"/>
          <p:nvPr/>
        </p:nvSpPr>
        <p:spPr>
          <a:xfrm>
            <a:off x="6932161" y="433123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0E57D4-94FD-C3C8-8109-A2CACE6E46D4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7876650" y="4515898"/>
            <a:ext cx="54707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4C5FC4E-6DCA-2AAC-1397-82278C334873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8967258" y="3880116"/>
            <a:ext cx="9780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FFE16BD-6F7B-337D-A6AA-DA07AF360D3D}"/>
              </a:ext>
            </a:extLst>
          </p:cNvPr>
          <p:cNvSpPr txBox="1"/>
          <p:nvPr/>
        </p:nvSpPr>
        <p:spPr>
          <a:xfrm>
            <a:off x="8529318" y="369545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if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46A4495D-64E5-76B3-A6AE-93B264957AC1}"/>
              </a:ext>
            </a:extLst>
          </p:cNvPr>
          <p:cNvSpPr/>
          <p:nvPr/>
        </p:nvSpPr>
        <p:spPr>
          <a:xfrm rot="5400000" flipH="1">
            <a:off x="2569469" y="2945070"/>
            <a:ext cx="493486" cy="714942"/>
          </a:xfrm>
          <a:prstGeom prst="downArrow">
            <a:avLst/>
          </a:prstGeom>
          <a:solidFill>
            <a:srgbClr val="58D9E5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F701AB-A0CE-9BB7-0A9C-EB43717CE3F8}"/>
              </a:ext>
            </a:extLst>
          </p:cNvPr>
          <p:cNvSpPr txBox="1"/>
          <p:nvPr/>
        </p:nvSpPr>
        <p:spPr>
          <a:xfrm>
            <a:off x="8604292" y="242972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D60CE61-DD4C-5CC7-C304-AF0D579A50DE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8915596" y="261438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98E5A46-60D8-CDA5-3E2A-6F531FC07AE0}"/>
              </a:ext>
            </a:extLst>
          </p:cNvPr>
          <p:cNvSpPr txBox="1"/>
          <p:nvPr/>
        </p:nvSpPr>
        <p:spPr>
          <a:xfrm>
            <a:off x="10021025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09C48A-DA6E-1538-BAAF-1040D82C6801}"/>
              </a:ext>
            </a:extLst>
          </p:cNvPr>
          <p:cNvSpPr txBox="1"/>
          <p:nvPr/>
        </p:nvSpPr>
        <p:spPr>
          <a:xfrm>
            <a:off x="10021025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870D9F-9B5D-64B0-0460-D738C136B391}"/>
              </a:ext>
            </a:extLst>
          </p:cNvPr>
          <p:cNvSpPr txBox="1"/>
          <p:nvPr/>
        </p:nvSpPr>
        <p:spPr>
          <a:xfrm>
            <a:off x="8604292" y="306550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8F8AA8C-C92F-6D8B-6DE8-B22730C48F7B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8915596" y="3250168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4925AC9-2F51-5ADF-CF9C-B590811D2224}"/>
              </a:ext>
            </a:extLst>
          </p:cNvPr>
          <p:cNvSpPr txBox="1"/>
          <p:nvPr/>
        </p:nvSpPr>
        <p:spPr>
          <a:xfrm>
            <a:off x="10021025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B57E0F-5B7B-F951-0BBA-297D50ECF41E}"/>
              </a:ext>
            </a:extLst>
          </p:cNvPr>
          <p:cNvSpPr txBox="1"/>
          <p:nvPr/>
        </p:nvSpPr>
        <p:spPr>
          <a:xfrm>
            <a:off x="10021025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5CB43B-9BE7-63FF-0BC6-F6506CBAE034}"/>
              </a:ext>
            </a:extLst>
          </p:cNvPr>
          <p:cNvSpPr txBox="1"/>
          <p:nvPr/>
        </p:nvSpPr>
        <p:spPr>
          <a:xfrm>
            <a:off x="10021025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4CAAE3-361A-A8D6-0FAD-2D10CD692635}"/>
              </a:ext>
            </a:extLst>
          </p:cNvPr>
          <p:cNvSpPr txBox="1"/>
          <p:nvPr/>
        </p:nvSpPr>
        <p:spPr>
          <a:xfrm>
            <a:off x="10021025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6D575E-9D42-232D-4884-FCCCB34513F3}"/>
              </a:ext>
            </a:extLst>
          </p:cNvPr>
          <p:cNvSpPr txBox="1"/>
          <p:nvPr/>
        </p:nvSpPr>
        <p:spPr>
          <a:xfrm>
            <a:off x="10021025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 &gt; 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026145-3E67-3B97-304A-888E40872ECE}"/>
              </a:ext>
            </a:extLst>
          </p:cNvPr>
          <p:cNvSpPr txBox="1"/>
          <p:nvPr/>
        </p:nvSpPr>
        <p:spPr>
          <a:xfrm>
            <a:off x="10021025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 &gt;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545462-89E3-D57A-D361-5A50647D2CC3}"/>
              </a:ext>
            </a:extLst>
          </p:cNvPr>
          <p:cNvSpPr txBox="1"/>
          <p:nvPr/>
        </p:nvSpPr>
        <p:spPr>
          <a:xfrm>
            <a:off x="10021025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9F6BFB10-3019-615B-91F5-90A52ADCDABD}"/>
              </a:ext>
            </a:extLst>
          </p:cNvPr>
          <p:cNvSpPr/>
          <p:nvPr/>
        </p:nvSpPr>
        <p:spPr>
          <a:xfrm rot="16200000">
            <a:off x="233986" y="4626513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19181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E7500-E2F7-99FD-C69C-DED9BF917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7260-5F11-B31F-2264-604F5DBE4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Alcance (</a:t>
            </a:r>
            <a:r>
              <a:rPr lang="es-ES" i="1" noProof="0" dirty="0" err="1"/>
              <a:t>scoping</a:t>
            </a:r>
            <a:r>
              <a:rPr lang="es-ES" noProof="0" dirty="0"/>
              <a:t>) de las funciones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D2DEDD-2E30-9E97-7772-286061218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089F85-3674-4D4E-0D34-04FD154FB84E}"/>
              </a:ext>
            </a:extLst>
          </p:cNvPr>
          <p:cNvSpPr/>
          <p:nvPr/>
        </p:nvSpPr>
        <p:spPr>
          <a:xfrm>
            <a:off x="8423728" y="1690688"/>
            <a:ext cx="2786743" cy="3759200"/>
          </a:xfrm>
          <a:prstGeom prst="roundRect">
            <a:avLst>
              <a:gd name="adj" fmla="val 5907"/>
            </a:avLst>
          </a:prstGeom>
          <a:solidFill>
            <a:srgbClr val="58D9E5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 err="1"/>
              <a:t>maxPlus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D38350-FCAD-D1EC-E672-A04D22DB3A21}"/>
              </a:ext>
            </a:extLst>
          </p:cNvPr>
          <p:cNvSpPr/>
          <p:nvPr/>
        </p:nvSpPr>
        <p:spPr>
          <a:xfrm>
            <a:off x="5370285" y="1690688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/>
              <a:t>global</a:t>
            </a:r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EF8024-F10D-6EAE-1A64-77EB4A7F835F}"/>
              </a:ext>
            </a:extLst>
          </p:cNvPr>
          <p:cNvSpPr txBox="1"/>
          <p:nvPr/>
        </p:nvSpPr>
        <p:spPr>
          <a:xfrm>
            <a:off x="5515428" y="242388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7EB838-A2F9-06EE-6F50-09DA46F5661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586555" y="2608552"/>
            <a:ext cx="25874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E9EE29C-6BB0-D167-57E2-1E48EFAE55F8}"/>
              </a:ext>
            </a:extLst>
          </p:cNvPr>
          <p:cNvSpPr txBox="1"/>
          <p:nvPr/>
        </p:nvSpPr>
        <p:spPr>
          <a:xfrm>
            <a:off x="6932161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CÓDIGO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D1C0B0-9CB1-9658-E39D-51BC72839DEB}"/>
              </a:ext>
            </a:extLst>
          </p:cNvPr>
          <p:cNvSpPr txBox="1"/>
          <p:nvPr/>
        </p:nvSpPr>
        <p:spPr>
          <a:xfrm>
            <a:off x="5515428" y="3059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09A7C6-0CE8-2A40-6D13-945CAFF0B377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826732" y="3244334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8353F84-B598-0DE8-8760-6ED96DF61790}"/>
              </a:ext>
            </a:extLst>
          </p:cNvPr>
          <p:cNvSpPr txBox="1"/>
          <p:nvPr/>
        </p:nvSpPr>
        <p:spPr>
          <a:xfrm>
            <a:off x="6932161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9528C6-A8BC-B99C-3B9D-5FD6935F9EF2}"/>
              </a:ext>
            </a:extLst>
          </p:cNvPr>
          <p:cNvSpPr txBox="1"/>
          <p:nvPr/>
        </p:nvSpPr>
        <p:spPr>
          <a:xfrm>
            <a:off x="6932161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30E958-9EAD-CFC6-8552-DE77D36E4AC0}"/>
              </a:ext>
            </a:extLst>
          </p:cNvPr>
          <p:cNvSpPr txBox="1"/>
          <p:nvPr/>
        </p:nvSpPr>
        <p:spPr>
          <a:xfrm>
            <a:off x="5515428" y="369545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5EFF70-D8D3-9E15-4B3B-BBEABB2E449C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826732" y="388011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9C7D038-52EB-0736-9D1E-4816422CFD4D}"/>
              </a:ext>
            </a:extLst>
          </p:cNvPr>
          <p:cNvSpPr txBox="1"/>
          <p:nvPr/>
        </p:nvSpPr>
        <p:spPr>
          <a:xfrm>
            <a:off x="6932161" y="433123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8F92CA9-ACFF-3C40-4D68-11F8160C3DDE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7876650" y="4515898"/>
            <a:ext cx="54707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1027C74-0D63-EE82-7DC2-DB5765018CF9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8967258" y="3880116"/>
            <a:ext cx="9780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0FB73BF-4489-4016-FF06-A3B30F28A5BE}"/>
              </a:ext>
            </a:extLst>
          </p:cNvPr>
          <p:cNvSpPr txBox="1"/>
          <p:nvPr/>
        </p:nvSpPr>
        <p:spPr>
          <a:xfrm>
            <a:off x="8529318" y="369545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if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ECA30C22-60E2-DC53-9F49-9F176FAB722A}"/>
              </a:ext>
            </a:extLst>
          </p:cNvPr>
          <p:cNvSpPr/>
          <p:nvPr/>
        </p:nvSpPr>
        <p:spPr>
          <a:xfrm rot="5400000" flipH="1">
            <a:off x="4389538" y="3275011"/>
            <a:ext cx="493486" cy="714942"/>
          </a:xfrm>
          <a:prstGeom prst="downArrow">
            <a:avLst/>
          </a:prstGeom>
          <a:solidFill>
            <a:srgbClr val="58D9E5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523DD9-66C1-1EF1-D173-9DC6BEA9BFF4}"/>
              </a:ext>
            </a:extLst>
          </p:cNvPr>
          <p:cNvSpPr txBox="1"/>
          <p:nvPr/>
        </p:nvSpPr>
        <p:spPr>
          <a:xfrm>
            <a:off x="8604292" y="242972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F3DA573-D133-91DA-E924-4775526B9D5C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8915596" y="261438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720441A-5BC3-9F64-4E6B-D59D3E3A58B0}"/>
              </a:ext>
            </a:extLst>
          </p:cNvPr>
          <p:cNvSpPr txBox="1"/>
          <p:nvPr/>
        </p:nvSpPr>
        <p:spPr>
          <a:xfrm>
            <a:off x="10021025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8E0CF3-1C70-4709-FF3D-5E7A1E756EFC}"/>
              </a:ext>
            </a:extLst>
          </p:cNvPr>
          <p:cNvSpPr txBox="1"/>
          <p:nvPr/>
        </p:nvSpPr>
        <p:spPr>
          <a:xfrm>
            <a:off x="10021025" y="306550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035506-303D-C839-AB31-37CA29F08524}"/>
              </a:ext>
            </a:extLst>
          </p:cNvPr>
          <p:cNvSpPr txBox="1"/>
          <p:nvPr/>
        </p:nvSpPr>
        <p:spPr>
          <a:xfrm>
            <a:off x="8604292" y="306550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EDC85E7-0DA0-77B2-65AA-D7FE9A80DD82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8915596" y="3250168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45AD6AA-CE1D-9B9B-8B1A-73B50E919D2E}"/>
              </a:ext>
            </a:extLst>
          </p:cNvPr>
          <p:cNvSpPr txBox="1"/>
          <p:nvPr/>
        </p:nvSpPr>
        <p:spPr>
          <a:xfrm>
            <a:off x="10021025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555911-0894-D95B-8AD2-3998741C179D}"/>
              </a:ext>
            </a:extLst>
          </p:cNvPr>
          <p:cNvSpPr txBox="1"/>
          <p:nvPr/>
        </p:nvSpPr>
        <p:spPr>
          <a:xfrm>
            <a:off x="10021025" y="306550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6506B3-E90C-7529-3E56-A962A7998C99}"/>
              </a:ext>
            </a:extLst>
          </p:cNvPr>
          <p:cNvSpPr txBox="1"/>
          <p:nvPr/>
        </p:nvSpPr>
        <p:spPr>
          <a:xfrm>
            <a:off x="10021025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 &gt; 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06A486-1B9F-B755-D606-0E02DF2CBECE}"/>
              </a:ext>
            </a:extLst>
          </p:cNvPr>
          <p:cNvSpPr txBox="1"/>
          <p:nvPr/>
        </p:nvSpPr>
        <p:spPr>
          <a:xfrm>
            <a:off x="10021025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 &gt;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02C910-FFB7-23DA-A445-5A08CBD2739D}"/>
              </a:ext>
            </a:extLst>
          </p:cNvPr>
          <p:cNvSpPr txBox="1"/>
          <p:nvPr/>
        </p:nvSpPr>
        <p:spPr>
          <a:xfrm>
            <a:off x="10021025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4C7885DF-6B94-3F74-81BF-A38E4323AC45}"/>
              </a:ext>
            </a:extLst>
          </p:cNvPr>
          <p:cNvSpPr/>
          <p:nvPr/>
        </p:nvSpPr>
        <p:spPr>
          <a:xfrm rot="16200000">
            <a:off x="233986" y="4626513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E82ADD-0B38-3BED-AC10-977A9C72DD13}"/>
              </a:ext>
            </a:extLst>
          </p:cNvPr>
          <p:cNvSpPr txBox="1"/>
          <p:nvPr/>
        </p:nvSpPr>
        <p:spPr>
          <a:xfrm>
            <a:off x="10021025" y="306550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1004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56DE7D-80B4-532C-E375-ECF69DE6CBC1}"/>
              </a:ext>
            </a:extLst>
          </p:cNvPr>
          <p:cNvSpPr txBox="1"/>
          <p:nvPr/>
        </p:nvSpPr>
        <p:spPr>
          <a:xfrm>
            <a:off x="10021025" y="306550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1004</a:t>
            </a:r>
          </a:p>
        </p:txBody>
      </p:sp>
    </p:spTree>
    <p:extLst>
      <p:ext uri="{BB962C8B-B14F-4D97-AF65-F5344CB8AC3E}">
        <p14:creationId xmlns:p14="http://schemas.microsoft.com/office/powerpoint/2010/main" val="4091177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D9F9-BC76-DBFE-9017-4B3718DD4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C604-968D-9B4D-C714-E4058BE2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Alcance (</a:t>
            </a:r>
            <a:r>
              <a:rPr lang="es-ES" i="1" noProof="0" dirty="0" err="1"/>
              <a:t>scoping</a:t>
            </a:r>
            <a:r>
              <a:rPr lang="es-ES" noProof="0" dirty="0"/>
              <a:t>) de las funciones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6E183C-021B-8CB4-6F83-235377991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03D0F3-7E0A-3E52-E8AB-ADE1150F9082}"/>
              </a:ext>
            </a:extLst>
          </p:cNvPr>
          <p:cNvSpPr/>
          <p:nvPr/>
        </p:nvSpPr>
        <p:spPr>
          <a:xfrm>
            <a:off x="8423728" y="1690688"/>
            <a:ext cx="2786743" cy="3759200"/>
          </a:xfrm>
          <a:prstGeom prst="roundRect">
            <a:avLst>
              <a:gd name="adj" fmla="val 5907"/>
            </a:avLst>
          </a:prstGeom>
          <a:solidFill>
            <a:srgbClr val="58D9E5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 err="1"/>
              <a:t>maxPlus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4639C2-9351-4D43-0A48-1E3A26057494}"/>
              </a:ext>
            </a:extLst>
          </p:cNvPr>
          <p:cNvSpPr/>
          <p:nvPr/>
        </p:nvSpPr>
        <p:spPr>
          <a:xfrm>
            <a:off x="5370285" y="1690688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/>
              <a:t>global</a:t>
            </a:r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11C9E4-ECAC-4307-E607-3DEBFC7F8D52}"/>
              </a:ext>
            </a:extLst>
          </p:cNvPr>
          <p:cNvSpPr txBox="1"/>
          <p:nvPr/>
        </p:nvSpPr>
        <p:spPr>
          <a:xfrm>
            <a:off x="5515428" y="242388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22C4CC-430A-B21E-F0F0-82E1B94620A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586555" y="2608552"/>
            <a:ext cx="25874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5B7A6B-6046-ABE0-1B08-885AEF23AE1C}"/>
              </a:ext>
            </a:extLst>
          </p:cNvPr>
          <p:cNvSpPr txBox="1"/>
          <p:nvPr/>
        </p:nvSpPr>
        <p:spPr>
          <a:xfrm>
            <a:off x="6932161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CÓDIGO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891333-1922-1048-5FC3-55173A3E7736}"/>
              </a:ext>
            </a:extLst>
          </p:cNvPr>
          <p:cNvSpPr txBox="1"/>
          <p:nvPr/>
        </p:nvSpPr>
        <p:spPr>
          <a:xfrm>
            <a:off x="5515428" y="3059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26C1F0-FF17-199B-6472-AAE1917C295D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826732" y="3244334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2D25A76-21B1-E746-D4DF-2E49ED28F443}"/>
              </a:ext>
            </a:extLst>
          </p:cNvPr>
          <p:cNvSpPr txBox="1"/>
          <p:nvPr/>
        </p:nvSpPr>
        <p:spPr>
          <a:xfrm>
            <a:off x="6932161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0BDC93-6834-3860-D8C9-E82981E384F7}"/>
              </a:ext>
            </a:extLst>
          </p:cNvPr>
          <p:cNvSpPr txBox="1"/>
          <p:nvPr/>
        </p:nvSpPr>
        <p:spPr>
          <a:xfrm>
            <a:off x="6932161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720E13-82A7-B311-9629-95EA966C4D68}"/>
              </a:ext>
            </a:extLst>
          </p:cNvPr>
          <p:cNvSpPr txBox="1"/>
          <p:nvPr/>
        </p:nvSpPr>
        <p:spPr>
          <a:xfrm>
            <a:off x="5515428" y="369545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8B857D-FFB8-D98D-95FA-4066A201E464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826732" y="388011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AD10D8D-0A67-B14D-439F-B02A4D5A58A1}"/>
              </a:ext>
            </a:extLst>
          </p:cNvPr>
          <p:cNvSpPr txBox="1"/>
          <p:nvPr/>
        </p:nvSpPr>
        <p:spPr>
          <a:xfrm>
            <a:off x="6932161" y="433123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923C754-A322-0BE8-6BE8-5F3AFEA26652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7876650" y="4515898"/>
            <a:ext cx="54707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70F182-2180-1380-DAD2-21A4608D5275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8967258" y="3880116"/>
            <a:ext cx="9780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440327A-3D37-4F2E-7C3B-389D30481068}"/>
              </a:ext>
            </a:extLst>
          </p:cNvPr>
          <p:cNvSpPr txBox="1"/>
          <p:nvPr/>
        </p:nvSpPr>
        <p:spPr>
          <a:xfrm>
            <a:off x="8529318" y="369545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if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F158963-B690-B7C5-2D56-753832BEF5C1}"/>
              </a:ext>
            </a:extLst>
          </p:cNvPr>
          <p:cNvSpPr/>
          <p:nvPr/>
        </p:nvSpPr>
        <p:spPr>
          <a:xfrm rot="5400000" flipH="1">
            <a:off x="3892646" y="3624969"/>
            <a:ext cx="493486" cy="714942"/>
          </a:xfrm>
          <a:prstGeom prst="downArrow">
            <a:avLst/>
          </a:prstGeom>
          <a:solidFill>
            <a:srgbClr val="58D9E5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570BF4-79D6-509A-E2DC-99243D598057}"/>
              </a:ext>
            </a:extLst>
          </p:cNvPr>
          <p:cNvSpPr txBox="1"/>
          <p:nvPr/>
        </p:nvSpPr>
        <p:spPr>
          <a:xfrm>
            <a:off x="8604292" y="242972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A0AE0CA-A645-17E9-96A8-BB663F5B1AD8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8915596" y="261438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83C8595-6D6E-5AB4-468B-039551F0A27E}"/>
              </a:ext>
            </a:extLst>
          </p:cNvPr>
          <p:cNvSpPr txBox="1"/>
          <p:nvPr/>
        </p:nvSpPr>
        <p:spPr>
          <a:xfrm>
            <a:off x="10021025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9BBB0B-08D6-B87D-D2C2-FCC1E59416D1}"/>
              </a:ext>
            </a:extLst>
          </p:cNvPr>
          <p:cNvSpPr txBox="1"/>
          <p:nvPr/>
        </p:nvSpPr>
        <p:spPr>
          <a:xfrm>
            <a:off x="10021025" y="306550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57633F-F6F1-B5BD-FB11-7C8A84B59E3D}"/>
              </a:ext>
            </a:extLst>
          </p:cNvPr>
          <p:cNvSpPr txBox="1"/>
          <p:nvPr/>
        </p:nvSpPr>
        <p:spPr>
          <a:xfrm>
            <a:off x="8604292" y="306550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511B120-E579-C802-8D9F-88F2BF88CADC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8915596" y="3250168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D421302-2B10-46EA-4B47-D8ACEAA01929}"/>
              </a:ext>
            </a:extLst>
          </p:cNvPr>
          <p:cNvSpPr txBox="1"/>
          <p:nvPr/>
        </p:nvSpPr>
        <p:spPr>
          <a:xfrm>
            <a:off x="10021025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811DB2-CF7B-EBC3-0189-00D98909124A}"/>
              </a:ext>
            </a:extLst>
          </p:cNvPr>
          <p:cNvSpPr txBox="1"/>
          <p:nvPr/>
        </p:nvSpPr>
        <p:spPr>
          <a:xfrm>
            <a:off x="10021025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90DD76-A29D-1AB4-4FFE-6055106679E5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9473807" y="4510063"/>
            <a:ext cx="47147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F061503-43F5-22BD-382E-5BDE675F3BC2}"/>
              </a:ext>
            </a:extLst>
          </p:cNvPr>
          <p:cNvSpPr txBox="1"/>
          <p:nvPr/>
        </p:nvSpPr>
        <p:spPr>
          <a:xfrm>
            <a:off x="8529318" y="432539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return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EEE4F9-1207-BCB8-57A8-49FF998B1E92}"/>
              </a:ext>
            </a:extLst>
          </p:cNvPr>
          <p:cNvSpPr txBox="1"/>
          <p:nvPr/>
        </p:nvSpPr>
        <p:spPr>
          <a:xfrm>
            <a:off x="10021025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 &gt; 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7A1F59-05CB-9976-0096-E56C5EE947CF}"/>
              </a:ext>
            </a:extLst>
          </p:cNvPr>
          <p:cNvSpPr txBox="1"/>
          <p:nvPr/>
        </p:nvSpPr>
        <p:spPr>
          <a:xfrm>
            <a:off x="10021025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 &gt;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89ADE2-8A6D-959A-E332-EAF1F153DAE3}"/>
              </a:ext>
            </a:extLst>
          </p:cNvPr>
          <p:cNvSpPr txBox="1"/>
          <p:nvPr/>
        </p:nvSpPr>
        <p:spPr>
          <a:xfrm>
            <a:off x="10021025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4C86D2D2-40B4-E811-965D-A7B3054B6B0B}"/>
              </a:ext>
            </a:extLst>
          </p:cNvPr>
          <p:cNvSpPr/>
          <p:nvPr/>
        </p:nvSpPr>
        <p:spPr>
          <a:xfrm rot="16200000">
            <a:off x="233986" y="4626513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26B50-FD40-67C2-F8DE-42589B261658}"/>
              </a:ext>
            </a:extLst>
          </p:cNvPr>
          <p:cNvSpPr txBox="1"/>
          <p:nvPr/>
        </p:nvSpPr>
        <p:spPr>
          <a:xfrm>
            <a:off x="10021025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1004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CFBB96-74A6-DE25-F858-F8D7FEC786E6}"/>
              </a:ext>
            </a:extLst>
          </p:cNvPr>
          <p:cNvSpPr txBox="1"/>
          <p:nvPr/>
        </p:nvSpPr>
        <p:spPr>
          <a:xfrm>
            <a:off x="10021025" y="4325397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1004</a:t>
            </a:r>
          </a:p>
        </p:txBody>
      </p:sp>
    </p:spTree>
    <p:extLst>
      <p:ext uri="{BB962C8B-B14F-4D97-AF65-F5344CB8AC3E}">
        <p14:creationId xmlns:p14="http://schemas.microsoft.com/office/powerpoint/2010/main" val="237450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68ADE-1835-AC1E-7D47-C8EDB4DB7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A6F5-3F2C-FC19-E4F9-D9FB4F37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Alcance (</a:t>
            </a:r>
            <a:r>
              <a:rPr lang="es-ES" i="1" noProof="0" dirty="0" err="1"/>
              <a:t>scoping</a:t>
            </a:r>
            <a:r>
              <a:rPr lang="es-ES" noProof="0" dirty="0"/>
              <a:t>) de las funciones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311E73-1D8A-F24E-1721-2514B44FD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29E8AE-80C3-D4F5-0C7F-B63898C13F62}"/>
              </a:ext>
            </a:extLst>
          </p:cNvPr>
          <p:cNvSpPr/>
          <p:nvPr/>
        </p:nvSpPr>
        <p:spPr>
          <a:xfrm>
            <a:off x="5370285" y="1690688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/>
              <a:t>global</a:t>
            </a:r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B13294-0E87-A7A8-086C-6C02DAE74991}"/>
              </a:ext>
            </a:extLst>
          </p:cNvPr>
          <p:cNvSpPr txBox="1"/>
          <p:nvPr/>
        </p:nvSpPr>
        <p:spPr>
          <a:xfrm>
            <a:off x="5515428" y="242388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2D29A8-13FA-7249-7E0F-EB6B4D0D7AE4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586555" y="2608552"/>
            <a:ext cx="25874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7C665D-DFEA-5626-3A15-736ACFE4AB99}"/>
              </a:ext>
            </a:extLst>
          </p:cNvPr>
          <p:cNvSpPr txBox="1"/>
          <p:nvPr/>
        </p:nvSpPr>
        <p:spPr>
          <a:xfrm>
            <a:off x="6932161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CÓDIGO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BEA88B-7504-5D7B-83D6-73B19F174CD7}"/>
              </a:ext>
            </a:extLst>
          </p:cNvPr>
          <p:cNvSpPr txBox="1"/>
          <p:nvPr/>
        </p:nvSpPr>
        <p:spPr>
          <a:xfrm>
            <a:off x="5515428" y="3059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21884B-647B-0598-AC96-32CE27B5EB55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826732" y="3244334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81A4191-9454-C6BE-25E5-7AE7C30A027B}"/>
              </a:ext>
            </a:extLst>
          </p:cNvPr>
          <p:cNvSpPr txBox="1"/>
          <p:nvPr/>
        </p:nvSpPr>
        <p:spPr>
          <a:xfrm>
            <a:off x="6932161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241CD-D98D-6F38-2BAC-B05CF8350E3C}"/>
              </a:ext>
            </a:extLst>
          </p:cNvPr>
          <p:cNvSpPr txBox="1"/>
          <p:nvPr/>
        </p:nvSpPr>
        <p:spPr>
          <a:xfrm>
            <a:off x="6932161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60FB74-473E-1EDD-B52F-41B9733C72C8}"/>
              </a:ext>
            </a:extLst>
          </p:cNvPr>
          <p:cNvSpPr txBox="1"/>
          <p:nvPr/>
        </p:nvSpPr>
        <p:spPr>
          <a:xfrm>
            <a:off x="5515428" y="369545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57C4BD-0ACB-6207-A0C5-7FD85A3A0425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826732" y="388011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1DBCDF9-511B-B359-ECB5-647EE46C0357}"/>
              </a:ext>
            </a:extLst>
          </p:cNvPr>
          <p:cNvSpPr txBox="1"/>
          <p:nvPr/>
        </p:nvSpPr>
        <p:spPr>
          <a:xfrm>
            <a:off x="6932161" y="433123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EEFDC0-1052-9A2B-B913-D88AD1AC863D}"/>
              </a:ext>
            </a:extLst>
          </p:cNvPr>
          <p:cNvSpPr txBox="1"/>
          <p:nvPr/>
        </p:nvSpPr>
        <p:spPr>
          <a:xfrm>
            <a:off x="5515428" y="4362009"/>
            <a:ext cx="1079142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s-ES" sz="1400" noProof="0" dirty="0">
                <a:latin typeface="Consolas" panose="020B0609020204030204" pitchFamily="49" charset="0"/>
              </a:rPr>
              <a:t>resultado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85124A-1946-739C-3493-182EB7CC8D09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6594570" y="4515898"/>
            <a:ext cx="25073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Arrow: Down 8">
            <a:extLst>
              <a:ext uri="{FF2B5EF4-FFF2-40B4-BE49-F238E27FC236}">
                <a16:creationId xmlns:a16="http://schemas.microsoft.com/office/drawing/2014/main" id="{CF84BB02-5694-D9A9-0B47-52B5344926F6}"/>
              </a:ext>
            </a:extLst>
          </p:cNvPr>
          <p:cNvSpPr/>
          <p:nvPr/>
        </p:nvSpPr>
        <p:spPr>
          <a:xfrm rot="16200000">
            <a:off x="233986" y="4626513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C14F7E-D848-E5D4-F784-D5CC5240E699}"/>
              </a:ext>
            </a:extLst>
          </p:cNvPr>
          <p:cNvSpPr txBox="1"/>
          <p:nvPr/>
        </p:nvSpPr>
        <p:spPr>
          <a:xfrm>
            <a:off x="6932161" y="433123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1004</a:t>
            </a:r>
          </a:p>
        </p:txBody>
      </p:sp>
    </p:spTree>
    <p:extLst>
      <p:ext uri="{BB962C8B-B14F-4D97-AF65-F5344CB8AC3E}">
        <p14:creationId xmlns:p14="http://schemas.microsoft.com/office/powerpoint/2010/main" val="2246421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A8DF0-6133-F601-7848-F1D930BB8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D326-8826-A39B-5454-69C11A7D0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Alcance (</a:t>
            </a:r>
            <a:r>
              <a:rPr lang="es-ES" i="1" noProof="0" dirty="0" err="1"/>
              <a:t>scoping</a:t>
            </a:r>
            <a:r>
              <a:rPr lang="es-ES" noProof="0" dirty="0"/>
              <a:t>) de las funciones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B30D4B-021C-FFE9-8F95-38DDBDC9D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1800" noProof="0" dirty="0">
                <a:latin typeface="Consolas" panose="020B0609020204030204" pitchFamily="49" charset="0"/>
              </a:rPr>
              <a:t> </a:t>
            </a:r>
            <a:r>
              <a:rPr lang="es-ES" sz="18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(x, y):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800" noProof="0" dirty="0">
                <a:latin typeface="Consolas" panose="020B0609020204030204" pitchFamily="49" charset="0"/>
              </a:rPr>
              <a:t> x &gt; y: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x = x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8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y = y + 1000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		</a:t>
            </a:r>
            <a:r>
              <a:rPr lang="es-ES" sz="18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1800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x = 4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y = 3</a:t>
            </a:r>
          </a:p>
          <a:p>
            <a:pPr marL="0" indent="0">
              <a:buNone/>
            </a:pPr>
            <a:r>
              <a:rPr lang="es-ES" sz="1800" noProof="0" dirty="0">
                <a:latin typeface="Consolas" panose="020B0609020204030204" pitchFamily="49" charset="0"/>
              </a:rPr>
              <a:t>resultado = </a:t>
            </a:r>
            <a:r>
              <a:rPr lang="es-ES" sz="1800" noProof="0" dirty="0" err="1">
                <a:latin typeface="Consolas" panose="020B0609020204030204" pitchFamily="49" charset="0"/>
              </a:rPr>
              <a:t>maxPlus</a:t>
            </a:r>
            <a:r>
              <a:rPr lang="es-ES" sz="1800" noProof="0" dirty="0">
                <a:latin typeface="Consolas" panose="020B0609020204030204" pitchFamily="49" charset="0"/>
              </a:rPr>
              <a:t>(x = y, y =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sz="1800" noProof="0" dirty="0">
                <a:latin typeface="Consolas" panose="020B0609020204030204" pitchFamily="49" charset="0"/>
              </a:rPr>
              <a:t>, resultado)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"x ="</a:t>
            </a:r>
            <a:r>
              <a:rPr lang="es-ES" sz="1800" noProof="0" dirty="0">
                <a:latin typeface="Consolas" panose="020B0609020204030204" pitchFamily="49" charset="0"/>
              </a:rPr>
              <a:t>, x)</a:t>
            </a:r>
          </a:p>
          <a:p>
            <a:pPr marL="0" indent="0">
              <a:buNone/>
            </a:pPr>
            <a:r>
              <a:rPr lang="es-ES" sz="18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800" noProof="0" dirty="0">
                <a:latin typeface="Consolas" panose="020B0609020204030204" pitchFamily="49" charset="0"/>
              </a:rPr>
              <a:t>(</a:t>
            </a:r>
            <a:r>
              <a:rPr lang="es-ES" sz="1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"y ="</a:t>
            </a:r>
            <a:r>
              <a:rPr lang="es-ES" sz="1800" noProof="0" dirty="0"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B89F07C4-07B1-75EF-C5EA-13D79A5C642A}"/>
              </a:ext>
            </a:extLst>
          </p:cNvPr>
          <p:cNvSpPr/>
          <p:nvPr/>
        </p:nvSpPr>
        <p:spPr>
          <a:xfrm rot="16200000">
            <a:off x="233986" y="4974371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54B4F7-4EBE-63C5-C7B1-B87C6414165B}"/>
              </a:ext>
            </a:extLst>
          </p:cNvPr>
          <p:cNvSpPr/>
          <p:nvPr/>
        </p:nvSpPr>
        <p:spPr>
          <a:xfrm>
            <a:off x="5370285" y="1690688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Alcance </a:t>
            </a:r>
            <a:r>
              <a:rPr lang="es-ES" b="1" noProof="0" dirty="0"/>
              <a:t>global</a:t>
            </a:r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6EDB0-262C-8D02-FF41-368ABD4307A4}"/>
              </a:ext>
            </a:extLst>
          </p:cNvPr>
          <p:cNvSpPr txBox="1"/>
          <p:nvPr/>
        </p:nvSpPr>
        <p:spPr>
          <a:xfrm>
            <a:off x="5515428" y="242388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 err="1">
                <a:latin typeface="Consolas" panose="020B0609020204030204" pitchFamily="49" charset="0"/>
              </a:rPr>
              <a:t>maxPlus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87CB5C-0E4B-003C-C0AA-3FDFFB6E53C7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586555" y="2608552"/>
            <a:ext cx="25874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554770E-0868-A0CF-7786-E8C6ED41D46B}"/>
              </a:ext>
            </a:extLst>
          </p:cNvPr>
          <p:cNvSpPr txBox="1"/>
          <p:nvPr/>
        </p:nvSpPr>
        <p:spPr>
          <a:xfrm>
            <a:off x="6932161" y="2423886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CÓDIGO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100B7F-B1AB-A280-4995-A74C17B89573}"/>
              </a:ext>
            </a:extLst>
          </p:cNvPr>
          <p:cNvSpPr txBox="1"/>
          <p:nvPr/>
        </p:nvSpPr>
        <p:spPr>
          <a:xfrm>
            <a:off x="5515428" y="3059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E62362C-C2D7-F24E-90AE-39A21A5B901E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826732" y="3244334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AE3F9D0-2B94-B4E3-581D-8DBE785B6C29}"/>
              </a:ext>
            </a:extLst>
          </p:cNvPr>
          <p:cNvSpPr txBox="1"/>
          <p:nvPr/>
        </p:nvSpPr>
        <p:spPr>
          <a:xfrm>
            <a:off x="6932161" y="3059668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AA5620-0AED-D00B-CCF0-2F5DB211F3FA}"/>
              </a:ext>
            </a:extLst>
          </p:cNvPr>
          <p:cNvSpPr txBox="1"/>
          <p:nvPr/>
        </p:nvSpPr>
        <p:spPr>
          <a:xfrm>
            <a:off x="6932161" y="3695450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7CF902-C851-3F49-B9EA-6E3662A43C68}"/>
              </a:ext>
            </a:extLst>
          </p:cNvPr>
          <p:cNvSpPr txBox="1"/>
          <p:nvPr/>
        </p:nvSpPr>
        <p:spPr>
          <a:xfrm>
            <a:off x="5515428" y="369545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28611F-FDC9-EF8E-BC47-E26462FFB9B8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826732" y="3880116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B4318C8-0DCF-F0A4-1343-4C092E272130}"/>
              </a:ext>
            </a:extLst>
          </p:cNvPr>
          <p:cNvSpPr txBox="1"/>
          <p:nvPr/>
        </p:nvSpPr>
        <p:spPr>
          <a:xfrm>
            <a:off x="6932161" y="433123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 err="1">
                <a:latin typeface="Consolas" panose="020B0609020204030204" pitchFamily="49" charset="0"/>
              </a:rPr>
              <a:t>maxVal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E278F7-1786-B115-C055-5780EC6C6F41}"/>
              </a:ext>
            </a:extLst>
          </p:cNvPr>
          <p:cNvSpPr txBox="1"/>
          <p:nvPr/>
        </p:nvSpPr>
        <p:spPr>
          <a:xfrm>
            <a:off x="6932161" y="4331232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1004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E7413D-D6EB-B959-BF3C-E95B6BD45D58}"/>
              </a:ext>
            </a:extLst>
          </p:cNvPr>
          <p:cNvSpPr txBox="1"/>
          <p:nvPr/>
        </p:nvSpPr>
        <p:spPr>
          <a:xfrm>
            <a:off x="5515428" y="4362009"/>
            <a:ext cx="1079142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s-ES" sz="1400" noProof="0" dirty="0">
                <a:latin typeface="Consolas" panose="020B0609020204030204" pitchFamily="49" charset="0"/>
              </a:rPr>
              <a:t>resultado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3FB2A5-AB31-0EB8-39A3-06AE5B7288D3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6594570" y="4515898"/>
            <a:ext cx="25073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1BCB20DE-2DF5-0759-6A0A-7214FEC36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42" y="5112086"/>
            <a:ext cx="2712758" cy="1109766"/>
          </a:xfrm>
          <a:prstGeom prst="rect">
            <a:avLst/>
          </a:prstGeom>
          <a:ln w="762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575926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4.81481E-6 L -2.91667E-6 0.0942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9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7552-3A0B-D86F-BB72-1F0B561D8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MORALEJA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9CB0F-A0EA-73FD-1E5B-CEEBB5115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s-ES" b="1" u="sng" dirty="0"/>
              <a:t>Nombres</a:t>
            </a:r>
            <a:r>
              <a:rPr lang="es-ES" dirty="0"/>
              <a:t> de variables dentro del alcance de la</a:t>
            </a:r>
            <a:r>
              <a:rPr lang="es-ES" b="1" dirty="0"/>
              <a:t> </a:t>
            </a:r>
            <a:r>
              <a:rPr lang="es-ES" b="1" u="sng" dirty="0"/>
              <a:t>función (locales)</a:t>
            </a:r>
          </a:p>
          <a:p>
            <a:pPr marL="0" indent="0" algn="ctr">
              <a:buNone/>
            </a:pPr>
            <a:endParaRPr lang="es-ES" dirty="0"/>
          </a:p>
          <a:p>
            <a:pPr marL="0" indent="0" algn="ctr">
              <a:buNone/>
            </a:pPr>
            <a:r>
              <a:rPr lang="es-ES" sz="8000" dirty="0">
                <a:latin typeface="Consolas" panose="020B0609020204030204" pitchFamily="49" charset="0"/>
              </a:rPr>
              <a:t>!=</a:t>
            </a:r>
          </a:p>
          <a:p>
            <a:pPr marL="0" indent="0" algn="ctr">
              <a:buNone/>
            </a:pPr>
            <a:endParaRPr lang="es-ES" dirty="0"/>
          </a:p>
          <a:p>
            <a:pPr marL="0" indent="0" algn="ctr">
              <a:buNone/>
            </a:pPr>
            <a:r>
              <a:rPr lang="es-ES" b="1" u="sng" dirty="0"/>
              <a:t>Nombres</a:t>
            </a:r>
            <a:r>
              <a:rPr lang="es-ES" u="sng" dirty="0"/>
              <a:t> </a:t>
            </a:r>
            <a:r>
              <a:rPr lang="es-ES" dirty="0"/>
              <a:t>de variables en el alcance </a:t>
            </a:r>
            <a:r>
              <a:rPr lang="es-ES" b="1" u="sng" dirty="0"/>
              <a:t>global</a:t>
            </a:r>
          </a:p>
          <a:p>
            <a:pPr marL="0" indent="0" algn="ctr">
              <a:buNone/>
            </a:pPr>
            <a:endParaRPr lang="es-ES" b="1" u="sng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4057124-A2A3-6E50-9E1C-BAE59F63C19A}"/>
              </a:ext>
            </a:extLst>
          </p:cNvPr>
          <p:cNvGrpSpPr/>
          <p:nvPr/>
        </p:nvGrpSpPr>
        <p:grpSpPr>
          <a:xfrm>
            <a:off x="838200" y="1443425"/>
            <a:ext cx="10515600" cy="4874359"/>
            <a:chOff x="838200" y="1278325"/>
            <a:chExt cx="10515600" cy="487435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CDCE21-D4EF-303B-98D0-7C9F16820A4E}"/>
                </a:ext>
              </a:extLst>
            </p:cNvPr>
            <p:cNvSpPr txBox="1"/>
            <p:nvPr/>
          </p:nvSpPr>
          <p:spPr>
            <a:xfrm>
              <a:off x="838200" y="1278325"/>
              <a:ext cx="10515600" cy="4874359"/>
            </a:xfrm>
            <a:prstGeom prst="roundRect">
              <a:avLst>
                <a:gd name="adj" fmla="val 12971"/>
              </a:avLst>
            </a:prstGeom>
            <a:solidFill>
              <a:srgbClr val="FF919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marL="0" indent="0" algn="ctr">
                <a:buNone/>
              </a:pPr>
              <a:r>
                <a:rPr lang="es-ES" sz="7200" b="1" dirty="0"/>
                <a:t>¡¡¡LO QUE PASÓ EN LA FUNCIÓN, QUEDÓ EN LA FUNCIÓN!!!</a:t>
              </a:r>
            </a:p>
            <a:p>
              <a:pPr marL="0" indent="0" algn="ctr">
                <a:buNone/>
              </a:pPr>
              <a:endParaRPr lang="en-US" sz="7200" b="1" dirty="0"/>
            </a:p>
          </p:txBody>
        </p:sp>
        <p:pic>
          <p:nvPicPr>
            <p:cNvPr id="6" name="Picture 5" descr="867 Stick Man Drunk Royalty-Free Images, Stock Photos &amp; Pictures | Shutterstock">
              <a:extLst>
                <a:ext uri="{FF2B5EF4-FFF2-40B4-BE49-F238E27FC236}">
                  <a16:creationId xmlns:a16="http://schemas.microsoft.com/office/drawing/2014/main" id="{A65C6EC7-55C9-916F-10E6-F49D258E4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rcRect t="6249" b="68036"/>
            <a:stretch>
              <a:fillRect/>
            </a:stretch>
          </p:blipFill>
          <p:spPr>
            <a:xfrm>
              <a:off x="1393825" y="4946221"/>
              <a:ext cx="3257550" cy="902090"/>
            </a:xfrm>
            <a:prstGeom prst="rect">
              <a:avLst/>
            </a:prstGeom>
          </p:spPr>
        </p:pic>
        <p:pic>
          <p:nvPicPr>
            <p:cNvPr id="7" name="Picture 6" descr="867 Stick Man Drunk Royalty-Free Images, Stock Photos &amp; Pictures | Shutterstock">
              <a:extLst>
                <a:ext uri="{FF2B5EF4-FFF2-40B4-BE49-F238E27FC236}">
                  <a16:creationId xmlns:a16="http://schemas.microsoft.com/office/drawing/2014/main" id="{51C10A63-9FBA-6884-A5C9-C5B19770E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rcRect t="31964" b="38512"/>
            <a:stretch>
              <a:fillRect/>
            </a:stretch>
          </p:blipFill>
          <p:spPr>
            <a:xfrm>
              <a:off x="4467225" y="4879400"/>
              <a:ext cx="3257550" cy="1035734"/>
            </a:xfrm>
            <a:prstGeom prst="rect">
              <a:avLst/>
            </a:prstGeom>
          </p:spPr>
        </p:pic>
        <p:pic>
          <p:nvPicPr>
            <p:cNvPr id="8" name="Picture 7" descr="867 Stick Man Drunk Royalty-Free Images, Stock Photos &amp; Pictures | Shutterstock">
              <a:extLst>
                <a:ext uri="{FF2B5EF4-FFF2-40B4-BE49-F238E27FC236}">
                  <a16:creationId xmlns:a16="http://schemas.microsoft.com/office/drawing/2014/main" id="{1C6BD2E2-77B1-7F39-C448-999B39AB6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rcRect t="61964" b="11991"/>
            <a:stretch>
              <a:fillRect/>
            </a:stretch>
          </p:blipFill>
          <p:spPr>
            <a:xfrm>
              <a:off x="7553327" y="4940429"/>
              <a:ext cx="3257550" cy="9136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3416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1443B-55CB-5680-B3DA-F64118B4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Muy buena herramienta para entender alcance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ECD56-9D70-E5D5-C1C7-0E0DD6133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600" b="1" dirty="0"/>
              <a:t>www.</a:t>
            </a:r>
            <a:r>
              <a:rPr lang="en-US" sz="6600" b="1" dirty="0">
                <a:solidFill>
                  <a:srgbClr val="3770A0"/>
                </a:solidFill>
              </a:rPr>
              <a:t>python</a:t>
            </a:r>
            <a:r>
              <a:rPr lang="en-US" sz="6600" b="1" dirty="0">
                <a:solidFill>
                  <a:srgbClr val="FFD94A"/>
                </a:solidFill>
              </a:rPr>
              <a:t>tutor</a:t>
            </a:r>
            <a:r>
              <a:rPr lang="en-US" sz="6600" b="1" dirty="0"/>
              <a:t>.com</a:t>
            </a:r>
          </a:p>
          <a:p>
            <a:pPr marL="0" indent="0" algn="ctr">
              <a:buNone/>
            </a:pPr>
            <a:endParaRPr lang="en-US" sz="6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522E4-4278-4D8A-3CFB-E4382C04B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483" y="4338381"/>
            <a:ext cx="2997200" cy="18382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FAF49B-5156-C2E5-D16E-4E5424B81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317" y="4338381"/>
            <a:ext cx="3105583" cy="18385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98366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B5244-EEDF-EB07-414B-E77E2C35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33B58-087D-FC97-26AB-43BA63873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¿Que pasa si omitimos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noProof="0" dirty="0"/>
              <a:t>?</a:t>
            </a:r>
            <a:endParaRPr lang="es-ES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7793A53-3E6A-33D3-2D1E-998DDB9DB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noProof="0" dirty="0">
                <a:latin typeface="Consolas" panose="020B0609020204030204" pitchFamily="49" charset="0"/>
              </a:rPr>
              <a:t> </a:t>
            </a:r>
            <a:r>
              <a:rPr lang="es-ES" noProof="0" dirty="0">
                <a:solidFill>
                  <a:srgbClr val="58D9E5"/>
                </a:solidFill>
                <a:latin typeface="Consolas" panose="020B0609020204030204" pitchFamily="49" charset="0"/>
              </a:rPr>
              <a:t>A</a:t>
            </a:r>
            <a:r>
              <a:rPr lang="es-ES" noProof="0" dirty="0">
                <a:latin typeface="Consolas" panose="020B0609020204030204" pitchFamily="49" charset="0"/>
              </a:rPr>
              <a:t>():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	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</a:t>
            </a:r>
            <a:r>
              <a:rPr lang="es-ES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"Función sin </a:t>
            </a:r>
            <a:r>
              <a:rPr lang="es-ES" noProof="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es-ES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 ni argumentos"</a:t>
            </a:r>
            <a:r>
              <a:rPr lang="es-ES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s-ES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resultado = A()</a:t>
            </a:r>
          </a:p>
          <a:p>
            <a:pPr marL="0" indent="0">
              <a:buNone/>
            </a:pP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</a:t>
            </a:r>
            <a:r>
              <a:rPr lang="es-ES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"Resultado ="</a:t>
            </a:r>
            <a:r>
              <a:rPr lang="es-ES" noProof="0" dirty="0">
                <a:latin typeface="Consolas" panose="020B0609020204030204" pitchFamily="49" charset="0"/>
              </a:rPr>
              <a:t>, resultado)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424F53-B0F3-9DBE-2A6D-AA014F839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313" y="4706985"/>
            <a:ext cx="5765374" cy="840376"/>
          </a:xfrm>
          <a:prstGeom prst="rect">
            <a:avLst/>
          </a:prstGeom>
          <a:ln w="76200">
            <a:solidFill>
              <a:schemeClr val="accent2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C0DE5B-8342-148B-A2A0-6B826CE57638}"/>
              </a:ext>
            </a:extLst>
          </p:cNvPr>
          <p:cNvSpPr txBox="1"/>
          <p:nvPr/>
        </p:nvSpPr>
        <p:spPr>
          <a:xfrm>
            <a:off x="3568778" y="5738949"/>
            <a:ext cx="5054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noProof="0" dirty="0"/>
              <a:t>Sin </a:t>
            </a:r>
            <a:r>
              <a:rPr lang="es-ES" sz="2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2400" noProof="0" dirty="0"/>
              <a:t> la función devuelve </a:t>
            </a:r>
            <a:r>
              <a:rPr lang="es-ES" sz="24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None</a:t>
            </a:r>
            <a:endParaRPr lang="es-ES" sz="2400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868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BE198-2C8B-97EA-F7D0-83880706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E976-1832-9CA3-981D-6E8642ACB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Las funciones pueden ser argumentos</a:t>
            </a:r>
            <a:br>
              <a:rPr lang="es-ES" noProof="0" dirty="0"/>
            </a:br>
            <a:r>
              <a:rPr lang="es-ES" sz="2800" noProof="0" dirty="0"/>
              <a:t>(funciones que llaman funciones)</a:t>
            </a:r>
            <a:endParaRPr lang="es-E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5FA1C29-4E64-7E70-2F33-77B2C65F3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noProof="0" dirty="0">
                <a:latin typeface="Consolas" panose="020B0609020204030204" pitchFamily="49" charset="0"/>
              </a:rPr>
              <a:t> </a:t>
            </a:r>
            <a:r>
              <a:rPr lang="es-ES" noProof="0" dirty="0">
                <a:solidFill>
                  <a:srgbClr val="58D9E5"/>
                </a:solidFill>
                <a:latin typeface="Consolas" panose="020B0609020204030204" pitchFamily="49" charset="0"/>
              </a:rPr>
              <a:t>A</a:t>
            </a:r>
            <a:r>
              <a:rPr lang="es-ES" noProof="0" dirty="0">
                <a:latin typeface="Consolas" panose="020B0609020204030204" pitchFamily="49" charset="0"/>
              </a:rPr>
              <a:t>():</a:t>
            </a:r>
          </a:p>
          <a:p>
            <a:pPr marL="0" indent="0">
              <a:buNone/>
            </a:pPr>
            <a:r>
              <a:rPr lang="es-ES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	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</a:t>
            </a:r>
            <a:r>
              <a:rPr lang="es-ES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"Dentro de A"</a:t>
            </a:r>
            <a:r>
              <a:rPr lang="es-ES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noProof="0" dirty="0">
                <a:latin typeface="Consolas" panose="020B0609020204030204" pitchFamily="49" charset="0"/>
              </a:rPr>
              <a:t> </a:t>
            </a:r>
            <a:r>
              <a:rPr lang="es-ES" noProof="0" dirty="0">
                <a:solidFill>
                  <a:srgbClr val="58D9E5"/>
                </a:solidFill>
                <a:latin typeface="Consolas" panose="020B0609020204030204" pitchFamily="49" charset="0"/>
              </a:rPr>
              <a:t>B</a:t>
            </a:r>
            <a:r>
              <a:rPr lang="es-ES" noProof="0" dirty="0">
                <a:latin typeface="Consolas" panose="020B0609020204030204" pitchFamily="49" charset="0"/>
              </a:rPr>
              <a:t>(y):</a:t>
            </a:r>
          </a:p>
          <a:p>
            <a:pPr marL="0" indent="0">
              <a:buNone/>
            </a:pPr>
            <a:r>
              <a:rPr lang="es-ES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	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</a:t>
            </a:r>
            <a:r>
              <a:rPr lang="es-ES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"Dentro de B"</a:t>
            </a:r>
            <a:r>
              <a:rPr lang="es-ES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	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noProof="0" dirty="0"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noProof="0" dirty="0">
                <a:latin typeface="Consolas" panose="020B0609020204030204" pitchFamily="49" charset="0"/>
              </a:rPr>
              <a:t> </a:t>
            </a:r>
            <a:r>
              <a:rPr lang="es-ES" noProof="0" dirty="0">
                <a:solidFill>
                  <a:srgbClr val="58D9E5"/>
                </a:solidFill>
                <a:latin typeface="Consolas" panose="020B0609020204030204" pitchFamily="49" charset="0"/>
              </a:rPr>
              <a:t>C</a:t>
            </a:r>
            <a:r>
              <a:rPr lang="es-ES" noProof="0" dirty="0">
                <a:latin typeface="Consolas" panose="020B0609020204030204" pitchFamily="49" charset="0"/>
              </a:rPr>
              <a:t>(z):</a:t>
            </a:r>
          </a:p>
          <a:p>
            <a:pPr marL="0" indent="0">
              <a:buNone/>
            </a:pPr>
            <a:r>
              <a:rPr lang="es-ES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	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</a:t>
            </a:r>
            <a:r>
              <a:rPr lang="es-ES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"Dentro de C"</a:t>
            </a:r>
            <a:r>
              <a:rPr lang="es-ES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	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noProof="0" dirty="0">
                <a:latin typeface="Consolas" panose="020B0609020204030204" pitchFamily="49" charset="0"/>
              </a:rPr>
              <a:t> z(2)</a:t>
            </a:r>
          </a:p>
          <a:p>
            <a:pPr marL="0" indent="0">
              <a:buNone/>
            </a:pPr>
            <a:endParaRPr lang="es-ES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 A()</a:t>
            </a:r>
            <a:r>
              <a:rPr lang="es-ES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es-ES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( 3 + B(y = 2)</a:t>
            </a:r>
            <a:r>
              <a:rPr lang="es-ES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es-ES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 C(z = B)</a:t>
            </a:r>
            <a:r>
              <a:rPr lang="es-ES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es-ES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s-ES" noProof="0" dirty="0">
              <a:latin typeface="Consolas" panose="020B0609020204030204" pitchFamily="49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55B6505-97A6-0BFE-C9F6-A6AEAC145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5"/>
          <a:stretch>
            <a:fillRect/>
          </a:stretch>
        </p:blipFill>
        <p:spPr>
          <a:xfrm>
            <a:off x="7280765" y="2493551"/>
            <a:ext cx="2646607" cy="3509259"/>
          </a:xfrm>
          <a:prstGeom prst="rect">
            <a:avLst/>
          </a:prstGeom>
          <a:ln w="76200">
            <a:solidFill>
              <a:schemeClr val="accent2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D39B17-7EE7-F742-7928-5B15F60D9F2F}"/>
              </a:ext>
            </a:extLst>
          </p:cNvPr>
          <p:cNvSpPr txBox="1"/>
          <p:nvPr/>
        </p:nvSpPr>
        <p:spPr>
          <a:xfrm>
            <a:off x="6133735" y="1813148"/>
            <a:ext cx="4940666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c11_funciones_que_llaman_funciones.py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118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EBD9E-E1EF-D1C0-14BA-7DF1FC727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C6B13-1A3B-DAD7-921B-F84EF0E0D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Ejemplos de </a:t>
            </a:r>
            <a:r>
              <a:rPr lang="es-ES" b="1" noProof="0" dirty="0"/>
              <a:t>alcance</a:t>
            </a:r>
            <a:br>
              <a:rPr lang="es-ES" noProof="0" dirty="0"/>
            </a:br>
            <a:r>
              <a:rPr lang="es-ES" sz="2800" noProof="0" dirty="0"/>
              <a:t>¿Cual es el OUTPUT de cada programa?</a:t>
            </a:r>
            <a:endParaRPr lang="es-E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1D67C-E5F7-63E2-AAFF-D154D390D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2819400" cy="276810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noProof="0" dirty="0">
                <a:latin typeface="Consolas" panose="020B0609020204030204" pitchFamily="49" charset="0"/>
              </a:rPr>
              <a:t> </a:t>
            </a:r>
            <a:r>
              <a:rPr lang="es-ES" noProof="0" dirty="0">
                <a:solidFill>
                  <a:srgbClr val="58D9E5"/>
                </a:solidFill>
                <a:latin typeface="Consolas" panose="020B0609020204030204" pitchFamily="49" charset="0"/>
              </a:rPr>
              <a:t>f</a:t>
            </a:r>
            <a:r>
              <a:rPr lang="es-ES" noProof="0" dirty="0">
                <a:latin typeface="Consolas" panose="020B0609020204030204" pitchFamily="49" charset="0"/>
              </a:rPr>
              <a:t>(y):</a:t>
            </a:r>
          </a:p>
          <a:p>
            <a:pPr marL="0" indent="0">
              <a:buNone/>
            </a:pPr>
            <a:r>
              <a:rPr lang="es-ES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	</a:t>
            </a:r>
            <a:r>
              <a:rPr lang="es-ES" noProof="0" dirty="0">
                <a:latin typeface="Consolas" panose="020B0609020204030204" pitchFamily="49" charset="0"/>
              </a:rPr>
              <a:t>x = 1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	x += 1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	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(x)</a:t>
            </a:r>
          </a:p>
          <a:p>
            <a:pPr marL="0" indent="0">
              <a:buNone/>
            </a:pPr>
            <a:endParaRPr lang="es-ES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x = 5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f(x)</a:t>
            </a:r>
          </a:p>
          <a:p>
            <a:pPr marL="0" indent="0">
              <a:buNone/>
            </a:pP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(x)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78309E-0D86-C2CB-96C3-E5911AD353AD}"/>
              </a:ext>
            </a:extLst>
          </p:cNvPr>
          <p:cNvSpPr txBox="1">
            <a:spLocks/>
          </p:cNvSpPr>
          <p:nvPr/>
        </p:nvSpPr>
        <p:spPr>
          <a:xfrm>
            <a:off x="4686300" y="1690688"/>
            <a:ext cx="2819400" cy="27681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noProof="0" dirty="0">
                <a:latin typeface="Consolas" panose="020B0609020204030204" pitchFamily="49" charset="0"/>
              </a:rPr>
              <a:t> </a:t>
            </a:r>
            <a:r>
              <a:rPr lang="es-ES" noProof="0" dirty="0">
                <a:solidFill>
                  <a:srgbClr val="58D9E5"/>
                </a:solidFill>
                <a:latin typeface="Consolas" panose="020B0609020204030204" pitchFamily="49" charset="0"/>
              </a:rPr>
              <a:t>g</a:t>
            </a:r>
            <a:r>
              <a:rPr lang="es-ES" noProof="0" dirty="0">
                <a:latin typeface="Consolas" panose="020B0609020204030204" pitchFamily="49" charset="0"/>
              </a:rPr>
              <a:t>(y):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	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(x)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	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(x + 1)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endParaRPr lang="es-ES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x = 5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g(x)</a:t>
            </a:r>
          </a:p>
          <a:p>
            <a:pPr marL="0" indent="0">
              <a:buNone/>
            </a:pP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(x)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B8AF6A-1827-6D90-60C7-32BB94BE8454}"/>
              </a:ext>
            </a:extLst>
          </p:cNvPr>
          <p:cNvSpPr txBox="1">
            <a:spLocks/>
          </p:cNvSpPr>
          <p:nvPr/>
        </p:nvSpPr>
        <p:spPr>
          <a:xfrm>
            <a:off x="8534400" y="1690688"/>
            <a:ext cx="2819400" cy="27681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noProof="0" dirty="0">
                <a:latin typeface="Consolas" panose="020B0609020204030204" pitchFamily="49" charset="0"/>
              </a:rPr>
              <a:t> </a:t>
            </a:r>
            <a:r>
              <a:rPr lang="es-ES" noProof="0" dirty="0">
                <a:solidFill>
                  <a:srgbClr val="58D9E5"/>
                </a:solidFill>
                <a:latin typeface="Consolas" panose="020B0609020204030204" pitchFamily="49" charset="0"/>
              </a:rPr>
              <a:t>h</a:t>
            </a:r>
            <a:r>
              <a:rPr lang="es-ES" noProof="0" dirty="0">
                <a:latin typeface="Consolas" panose="020B0609020204030204" pitchFamily="49" charset="0"/>
              </a:rPr>
              <a:t>(y):</a:t>
            </a:r>
          </a:p>
          <a:p>
            <a:pPr marL="0" indent="0">
              <a:buNone/>
            </a:pPr>
            <a:r>
              <a:rPr lang="es-ES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	</a:t>
            </a:r>
            <a:r>
              <a:rPr lang="es-ES" noProof="0" dirty="0">
                <a:latin typeface="Consolas" panose="020B0609020204030204" pitchFamily="49" charset="0"/>
              </a:rPr>
              <a:t>x = x + 1</a:t>
            </a:r>
          </a:p>
          <a:p>
            <a:pPr marL="0" indent="0">
              <a:buNone/>
            </a:pPr>
            <a:endParaRPr lang="es-ES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x = 5</a:t>
            </a:r>
          </a:p>
          <a:p>
            <a:pPr marL="0" indent="0">
              <a:buNone/>
            </a:pPr>
            <a:r>
              <a:rPr lang="es-ES" noProof="0" dirty="0">
                <a:latin typeface="Consolas" panose="020B0609020204030204" pitchFamily="49" charset="0"/>
              </a:rPr>
              <a:t>h(x)</a:t>
            </a:r>
          </a:p>
          <a:p>
            <a:pPr marL="0" indent="0">
              <a:buNone/>
            </a:pP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noProof="0" dirty="0">
                <a:latin typeface="Consolas" panose="020B0609020204030204" pitchFamily="49" charset="0"/>
              </a:rPr>
              <a:t>(x)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1EF4143-41A7-9457-E5E5-249AAD0E4D4E}"/>
              </a:ext>
            </a:extLst>
          </p:cNvPr>
          <p:cNvSpPr txBox="1">
            <a:spLocks/>
          </p:cNvSpPr>
          <p:nvPr/>
        </p:nvSpPr>
        <p:spPr>
          <a:xfrm>
            <a:off x="838200" y="5167312"/>
            <a:ext cx="2819400" cy="11930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  <a:p>
            <a:pPr marL="0" indent="0">
              <a:buNone/>
            </a:pPr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</a:p>
          <a:p>
            <a:pPr marL="0" indent="0">
              <a:buNone/>
            </a:pPr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5A47DD0-00F9-A532-701E-6148891502FE}"/>
              </a:ext>
            </a:extLst>
          </p:cNvPr>
          <p:cNvSpPr txBox="1">
            <a:spLocks/>
          </p:cNvSpPr>
          <p:nvPr/>
        </p:nvSpPr>
        <p:spPr>
          <a:xfrm>
            <a:off x="4686300" y="5167312"/>
            <a:ext cx="2819400" cy="11930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</a:p>
          <a:p>
            <a:pPr marL="0" indent="0">
              <a:buNone/>
            </a:pPr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</a:p>
          <a:p>
            <a:pPr marL="0" indent="0">
              <a:buNone/>
            </a:pPr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EAC184A-E4EE-F525-810E-137F3CF9D85C}"/>
              </a:ext>
            </a:extLst>
          </p:cNvPr>
          <p:cNvSpPr txBox="1">
            <a:spLocks/>
          </p:cNvSpPr>
          <p:nvPr/>
        </p:nvSpPr>
        <p:spPr>
          <a:xfrm>
            <a:off x="8534400" y="5167312"/>
            <a:ext cx="2819400" cy="11930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noProof="0" dirty="0" err="1">
                <a:solidFill>
                  <a:srgbClr val="FF0000"/>
                </a:solidFill>
                <a:latin typeface="Consolas" panose="020B0609020204030204" pitchFamily="49" charset="0"/>
              </a:rPr>
              <a:t>UnboundLocalError</a:t>
            </a:r>
            <a:r>
              <a:rPr lang="es-ES" noProof="0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 local variable 'x' </a:t>
            </a:r>
            <a:r>
              <a:rPr lang="es-ES" noProof="0" dirty="0" err="1">
                <a:solidFill>
                  <a:schemeClr val="tx1"/>
                </a:solidFill>
                <a:latin typeface="Consolas" panose="020B0609020204030204" pitchFamily="49" charset="0"/>
              </a:rPr>
              <a:t>referenced</a:t>
            </a:r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s-ES" noProof="0" dirty="0" err="1">
                <a:solidFill>
                  <a:schemeClr val="tx1"/>
                </a:solidFill>
                <a:latin typeface="Consolas" panose="020B0609020204030204" pitchFamily="49" charset="0"/>
              </a:rPr>
              <a:t>before</a:t>
            </a:r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s-ES" noProof="0" dirty="0" err="1">
                <a:solidFill>
                  <a:schemeClr val="tx1"/>
                </a:solidFill>
                <a:latin typeface="Consolas" panose="020B0609020204030204" pitchFamily="49" charset="0"/>
              </a:rPr>
              <a:t>assignment</a:t>
            </a:r>
            <a:endParaRPr lang="es-ES" noProof="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0537F2-B695-9420-187B-3B9B2D2BAC20}"/>
              </a:ext>
            </a:extLst>
          </p:cNvPr>
          <p:cNvCxnSpPr>
            <a:stCxn id="3" idx="2"/>
            <a:endCxn id="13" idx="0"/>
          </p:cNvCxnSpPr>
          <p:nvPr/>
        </p:nvCxnSpPr>
        <p:spPr>
          <a:xfrm>
            <a:off x="2247900" y="4458789"/>
            <a:ext cx="0" cy="708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77F991-9866-1E6E-4DBC-6FB3CADB975E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>
            <a:off x="6096000" y="4458789"/>
            <a:ext cx="0" cy="708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0F6CD9-FDB8-7113-FCCB-E0CA9A4049F4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>
            <a:off x="9944100" y="4458789"/>
            <a:ext cx="0" cy="708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35B9C57-0045-78EE-90FD-9FC5C1BE652F}"/>
              </a:ext>
            </a:extLst>
          </p:cNvPr>
          <p:cNvSpPr txBox="1"/>
          <p:nvPr/>
        </p:nvSpPr>
        <p:spPr>
          <a:xfrm>
            <a:off x="2890701" y="1734868"/>
            <a:ext cx="1463584" cy="83099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sz="1600" noProof="0" dirty="0">
                <a:solidFill>
                  <a:schemeClr val="accent4"/>
                </a:solidFill>
              </a:rPr>
              <a:t>Redefinición de </a:t>
            </a:r>
            <a:r>
              <a:rPr lang="es-ES" sz="1600" noProof="0" dirty="0">
                <a:solidFill>
                  <a:schemeClr val="tx1"/>
                </a:solidFill>
                <a:latin typeface="Consolas" panose="020B0609020204030204" pitchFamily="49" charset="0"/>
              </a:rPr>
              <a:t>x</a:t>
            </a:r>
            <a:r>
              <a:rPr lang="es-ES" sz="1600" noProof="0" dirty="0">
                <a:solidFill>
                  <a:schemeClr val="accent4"/>
                </a:solidFill>
              </a:rPr>
              <a:t> en el alcance de </a:t>
            </a:r>
            <a:r>
              <a:rPr lang="es-ES" sz="1600" noProof="0" dirty="0">
                <a:solidFill>
                  <a:schemeClr val="tx1"/>
                </a:solidFill>
                <a:latin typeface="Consolas" panose="020B0609020204030204" pitchFamily="49" charset="0"/>
              </a:rPr>
              <a:t>f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42C13E-1188-5A47-2E94-93324E077E81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2577737" y="2150366"/>
            <a:ext cx="312964" cy="1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C4AC08B-8A80-F0E9-19EC-1A985EB0D54E}"/>
              </a:ext>
            </a:extLst>
          </p:cNvPr>
          <p:cNvSpPr txBox="1"/>
          <p:nvPr/>
        </p:nvSpPr>
        <p:spPr>
          <a:xfrm>
            <a:off x="1663067" y="5344014"/>
            <a:ext cx="1672589" cy="83099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sz="1600" noProof="0" dirty="0">
                <a:solidFill>
                  <a:schemeClr val="accent4"/>
                </a:solidFill>
              </a:rPr>
              <a:t>Uno es el valor de </a:t>
            </a:r>
            <a:r>
              <a:rPr lang="es-ES" sz="1600" noProof="0" dirty="0">
                <a:solidFill>
                  <a:schemeClr val="tx1"/>
                </a:solidFill>
                <a:latin typeface="Consolas" panose="020B0609020204030204" pitchFamily="49" charset="0"/>
              </a:rPr>
              <a:t>x</a:t>
            </a:r>
            <a:r>
              <a:rPr lang="es-ES" sz="1600" noProof="0" dirty="0">
                <a:solidFill>
                  <a:schemeClr val="accent4"/>
                </a:solidFill>
              </a:rPr>
              <a:t> global y el otro el de </a:t>
            </a:r>
            <a:r>
              <a:rPr lang="es-ES" sz="1600" noProof="0" dirty="0">
                <a:solidFill>
                  <a:schemeClr val="tx1"/>
                </a:solidFill>
                <a:latin typeface="Consolas" panose="020B0609020204030204" pitchFamily="49" charset="0"/>
              </a:rPr>
              <a:t>f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A7D833-84AC-0A5C-5C7D-322CF5D2E0AC}"/>
              </a:ext>
            </a:extLst>
          </p:cNvPr>
          <p:cNvSpPr txBox="1"/>
          <p:nvPr/>
        </p:nvSpPr>
        <p:spPr>
          <a:xfrm>
            <a:off x="5736769" y="3013501"/>
            <a:ext cx="1717770" cy="83099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sz="16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1600" noProof="0" dirty="0">
                <a:solidFill>
                  <a:schemeClr val="accent4"/>
                </a:solidFill>
              </a:rPr>
              <a:t> tiene acceso a la variable </a:t>
            </a:r>
            <a:r>
              <a:rPr lang="es-ES" sz="1600" noProof="0" dirty="0">
                <a:solidFill>
                  <a:schemeClr val="tx1"/>
                </a:solidFill>
                <a:latin typeface="Consolas" panose="020B0609020204030204" pitchFamily="49" charset="0"/>
              </a:rPr>
              <a:t>x</a:t>
            </a:r>
            <a:r>
              <a:rPr lang="es-ES" sz="1600" noProof="0" dirty="0">
                <a:solidFill>
                  <a:schemeClr val="accent4"/>
                </a:solidFill>
              </a:rPr>
              <a:t> global</a:t>
            </a:r>
            <a:endParaRPr lang="es-ES" sz="1600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339A8E3-AAA7-B08B-67AC-4CAFB8BB1F45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6595654" y="2647406"/>
            <a:ext cx="0" cy="366095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877D770-EED9-95ED-2B97-2285081BDADC}"/>
              </a:ext>
            </a:extLst>
          </p:cNvPr>
          <p:cNvSpPr txBox="1"/>
          <p:nvPr/>
        </p:nvSpPr>
        <p:spPr>
          <a:xfrm>
            <a:off x="5511167" y="5467125"/>
            <a:ext cx="1672589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sz="1600" noProof="0" dirty="0">
                <a:solidFill>
                  <a:schemeClr val="tx1"/>
                </a:solidFill>
                <a:latin typeface="Consolas" panose="020B0609020204030204" pitchFamily="49" charset="0"/>
              </a:rPr>
              <a:t>g</a:t>
            </a:r>
            <a:r>
              <a:rPr lang="es-ES" sz="1600" noProof="0" dirty="0">
                <a:solidFill>
                  <a:schemeClr val="accent4"/>
                </a:solidFill>
              </a:rPr>
              <a:t> usó la variable </a:t>
            </a:r>
            <a:r>
              <a:rPr lang="es-ES" sz="1600" noProof="0" dirty="0">
                <a:solidFill>
                  <a:schemeClr val="tx1"/>
                </a:solidFill>
                <a:latin typeface="Consolas" panose="020B0609020204030204" pitchFamily="49" charset="0"/>
              </a:rPr>
              <a:t>x</a:t>
            </a:r>
            <a:r>
              <a:rPr lang="es-ES" sz="1600" noProof="0" dirty="0">
                <a:solidFill>
                  <a:schemeClr val="accent4"/>
                </a:solidFill>
              </a:rPr>
              <a:t> global</a:t>
            </a:r>
            <a:endParaRPr lang="es-ES" sz="1600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0CF477-B169-097F-E3D7-123A85D732EA}"/>
              </a:ext>
            </a:extLst>
          </p:cNvPr>
          <p:cNvSpPr txBox="1"/>
          <p:nvPr/>
        </p:nvSpPr>
        <p:spPr>
          <a:xfrm>
            <a:off x="8789951" y="2584474"/>
            <a:ext cx="2757884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sz="1600" noProof="0" dirty="0">
                <a:solidFill>
                  <a:schemeClr val="tx1"/>
                </a:solidFill>
                <a:latin typeface="Consolas" panose="020B0609020204030204" pitchFamily="49" charset="0"/>
              </a:rPr>
              <a:t>x</a:t>
            </a:r>
            <a:r>
              <a:rPr lang="es-ES" sz="1600" noProof="0" dirty="0">
                <a:solidFill>
                  <a:schemeClr val="accent4"/>
                </a:solidFill>
              </a:rPr>
              <a:t> global no puede heredarse así, ni puede modificarse</a:t>
            </a:r>
            <a:endParaRPr lang="es-ES" sz="1600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E0640A0-D9A8-76A3-2178-A46F2FBFD6C0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10168893" y="2272937"/>
            <a:ext cx="0" cy="311537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585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5" grpId="0" animBg="1"/>
      <p:bldP spid="34" grpId="0" animBg="1"/>
      <p:bldP spid="38" grpId="0" animBg="1"/>
      <p:bldP spid="40" grpId="0" animBg="1"/>
      <p:bldP spid="4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9AEDE-1215-504C-D534-1D3927BE9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2A8F323-2A50-5BCB-2C98-B8000E1A647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s-ES" noProof="0" dirty="0"/>
                  <a:t>Ejemplo c12: código de bisección para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i="1" noProof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i="1" noProof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s-ES" noProof="0" dirty="0"/>
                  <a:t> convertido en función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2A8F323-2A50-5BCB-2C98-B8000E1A6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2442" b="-21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8127437-26EE-55C5-2699-677997383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601" y="1690688"/>
            <a:ext cx="5896798" cy="4715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3DCA49-F48F-E1B6-A89B-BC528D9720D1}"/>
              </a:ext>
            </a:extLst>
          </p:cNvPr>
          <p:cNvSpPr/>
          <p:nvPr/>
        </p:nvSpPr>
        <p:spPr>
          <a:xfrm>
            <a:off x="6165130" y="1640264"/>
            <a:ext cx="1385740" cy="238960"/>
          </a:xfrm>
          <a:prstGeom prst="round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801D30-D3D2-DDC4-17D3-F85F6D23E1AF}"/>
              </a:ext>
            </a:extLst>
          </p:cNvPr>
          <p:cNvCxnSpPr/>
          <p:nvPr/>
        </p:nvCxnSpPr>
        <p:spPr>
          <a:xfrm flipH="1">
            <a:off x="7616858" y="1838226"/>
            <a:ext cx="1649690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81CDA3-7A50-E6C3-8A5D-F4A8F33CF6A2}"/>
              </a:ext>
            </a:extLst>
          </p:cNvPr>
          <p:cNvSpPr/>
          <p:nvPr/>
        </p:nvSpPr>
        <p:spPr>
          <a:xfrm>
            <a:off x="9182658" y="1572853"/>
            <a:ext cx="1809191" cy="515178"/>
          </a:xfrm>
          <a:prstGeom prst="roundRect">
            <a:avLst/>
          </a:prstGeom>
          <a:noFill/>
          <a:ln w="5715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ES" sz="1400" b="1" noProof="0" dirty="0"/>
              <a:t>Parámetro </a:t>
            </a:r>
            <a:r>
              <a:rPr lang="es-ES" sz="1400" b="1" noProof="0" dirty="0" err="1"/>
              <a:t>epsilon</a:t>
            </a:r>
            <a:r>
              <a:rPr lang="es-ES" sz="1400" b="1" noProof="0" dirty="0"/>
              <a:t> por defecto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8669C6-E054-C409-148D-429FC10C559E}"/>
              </a:ext>
            </a:extLst>
          </p:cNvPr>
          <p:cNvSpPr/>
          <p:nvPr/>
        </p:nvSpPr>
        <p:spPr>
          <a:xfrm>
            <a:off x="6344239" y="6008877"/>
            <a:ext cx="2554663" cy="397341"/>
          </a:xfrm>
          <a:prstGeom prst="round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A944CB3-0357-2646-5E7F-BE9B866BC133}"/>
              </a:ext>
            </a:extLst>
          </p:cNvPr>
          <p:cNvSpPr/>
          <p:nvPr/>
        </p:nvSpPr>
        <p:spPr>
          <a:xfrm>
            <a:off x="6474042" y="5588000"/>
            <a:ext cx="2708616" cy="223850"/>
          </a:xfrm>
          <a:prstGeom prst="roundRect">
            <a:avLst/>
          </a:prstGeom>
          <a:noFill/>
          <a:ln w="5715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ES" sz="1400" b="1" noProof="0" dirty="0"/>
              <a:t>Usando el </a:t>
            </a:r>
            <a:r>
              <a:rPr lang="es-ES" sz="1400" b="1" noProof="0" dirty="0" err="1"/>
              <a:t>epsilon</a:t>
            </a:r>
            <a:r>
              <a:rPr lang="es-ES" sz="1400" b="1" noProof="0" dirty="0"/>
              <a:t> por defecto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1633CEFE-0001-E83A-CEC8-A2AF18CCA517}"/>
              </a:ext>
            </a:extLst>
          </p:cNvPr>
          <p:cNvSpPr/>
          <p:nvPr/>
        </p:nvSpPr>
        <p:spPr>
          <a:xfrm flipH="1">
            <a:off x="6419015" y="5464328"/>
            <a:ext cx="116043" cy="480767"/>
          </a:xfrm>
          <a:prstGeom prst="lef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D86900-46D2-AC5D-7E6C-1CF71B4A6AD9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8939915" y="6148629"/>
            <a:ext cx="652158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62C771-70F7-E314-CE24-D236DD4019FD}"/>
              </a:ext>
            </a:extLst>
          </p:cNvPr>
          <p:cNvSpPr/>
          <p:nvPr/>
        </p:nvSpPr>
        <p:spPr>
          <a:xfrm>
            <a:off x="9592073" y="5891040"/>
            <a:ext cx="1180148" cy="515178"/>
          </a:xfrm>
          <a:prstGeom prst="roundRect">
            <a:avLst/>
          </a:prstGeom>
          <a:noFill/>
          <a:ln w="5715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ES" sz="1400" b="1" noProof="0" dirty="0"/>
              <a:t>Podemos </a:t>
            </a:r>
            <a:r>
              <a:rPr lang="es-ES" sz="1400" b="1" noProof="0" dirty="0" err="1"/>
              <a:t>modifcarlo</a:t>
            </a:r>
            <a:endParaRPr lang="es-ES" sz="1400" b="1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B0F93-DA2F-6AFA-600D-DAF9794218E0}"/>
              </a:ext>
            </a:extLst>
          </p:cNvPr>
          <p:cNvSpPr txBox="1"/>
          <p:nvPr/>
        </p:nvSpPr>
        <p:spPr>
          <a:xfrm>
            <a:off x="689788" y="2088031"/>
            <a:ext cx="2095862" cy="10215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c12_funciones_raiz_cuadrada_biseccion.py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838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2E913-1600-758F-5C7A-AB5E928B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roup 322">
            <a:extLst>
              <a:ext uri="{FF2B5EF4-FFF2-40B4-BE49-F238E27FC236}">
                <a16:creationId xmlns:a16="http://schemas.microsoft.com/office/drawing/2014/main" id="{ED448945-34A5-115A-86B6-FD82290304BA}"/>
              </a:ext>
            </a:extLst>
          </p:cNvPr>
          <p:cNvGrpSpPr/>
          <p:nvPr/>
        </p:nvGrpSpPr>
        <p:grpSpPr>
          <a:xfrm>
            <a:off x="9627339" y="2303468"/>
            <a:ext cx="674286" cy="340804"/>
            <a:chOff x="7702717" y="2138490"/>
            <a:chExt cx="674286" cy="340804"/>
          </a:xfrm>
        </p:grpSpPr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15E8E276-6134-FEB4-5BFD-A8847159314C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65BCD8CD-3DA9-635B-2AEA-E155E8F73CB7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1A555303-E5CB-A693-505F-9C77807980F9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4EFAFFC4-6BB1-9B78-76F1-0F130C374A0D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C948DCB-DF45-4996-BCB8-0B74E626E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6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7277EE18-51F1-3F96-665D-0F57C10D7DD3}"/>
              </a:ext>
            </a:extLst>
          </p:cNvPr>
          <p:cNvGrpSpPr/>
          <p:nvPr/>
        </p:nvGrpSpPr>
        <p:grpSpPr>
          <a:xfrm>
            <a:off x="9164668" y="2911868"/>
            <a:ext cx="433812" cy="332704"/>
            <a:chOff x="7839715" y="2553300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2EE4C7AF-089A-4A11-CF48-6C000B0AD410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6393E80F-9888-8896-B2F3-9A1B08DE216A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4B48AC31-CAE2-9A58-EC98-1A0B20335B74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8750AC57-65A6-D5E9-D2A9-4234D58040FC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6ACF8C32-2F66-79F3-7493-51B8275AB13A}"/>
              </a:ext>
            </a:extLst>
          </p:cNvPr>
          <p:cNvGrpSpPr/>
          <p:nvPr/>
        </p:nvGrpSpPr>
        <p:grpSpPr>
          <a:xfrm>
            <a:off x="9617186" y="2781016"/>
            <a:ext cx="433812" cy="332704"/>
            <a:chOff x="8292233" y="2422448"/>
            <a:chExt cx="433812" cy="33270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8192DA1-7DA3-7483-DDF4-4522237A8E1E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1523A079-B7F7-5752-076E-A57CA465B33C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5CF91084-E3D4-576B-DA48-F93E246FD6D3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35" name="Oval 134">
            <a:extLst>
              <a:ext uri="{FF2B5EF4-FFF2-40B4-BE49-F238E27FC236}">
                <a16:creationId xmlns:a16="http://schemas.microsoft.com/office/drawing/2014/main" id="{4C7F44AB-73ED-0912-EE19-160D1AA74850}"/>
              </a:ext>
            </a:extLst>
          </p:cNvPr>
          <p:cNvSpPr/>
          <p:nvPr/>
        </p:nvSpPr>
        <p:spPr>
          <a:xfrm>
            <a:off x="9709968" y="3012033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3A8AC224-0FC3-A352-3CC5-0CA764D1F618}"/>
              </a:ext>
            </a:extLst>
          </p:cNvPr>
          <p:cNvSpPr/>
          <p:nvPr/>
        </p:nvSpPr>
        <p:spPr>
          <a:xfrm>
            <a:off x="9976802" y="3211574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D3E16322-59DD-8369-6136-EB06E276BB51}"/>
              </a:ext>
            </a:extLst>
          </p:cNvPr>
          <p:cNvGrpSpPr/>
          <p:nvPr/>
        </p:nvGrpSpPr>
        <p:grpSpPr>
          <a:xfrm>
            <a:off x="1570621" y="2830458"/>
            <a:ext cx="547272" cy="332704"/>
            <a:chOff x="2616513" y="2273732"/>
            <a:chExt cx="547272" cy="332704"/>
          </a:xfrm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53D2636-698F-92FF-BFA7-DC180D088DA0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394914E-BC14-032E-485E-4E8EEA65403D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AC9BA270-B7A4-2BEA-6A8A-B239D919589E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C7B56360-BB85-2DF7-0811-985D4F03AA4B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1856ECCD-A976-E9CC-8082-01EE8BD0CDC3}"/>
              </a:ext>
            </a:extLst>
          </p:cNvPr>
          <p:cNvSpPr/>
          <p:nvPr/>
        </p:nvSpPr>
        <p:spPr>
          <a:xfrm>
            <a:off x="10063460" y="3182560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29C26AA-1905-78BD-6813-F269B8D7FFBD}"/>
              </a:ext>
            </a:extLst>
          </p:cNvPr>
          <p:cNvGrpSpPr/>
          <p:nvPr/>
        </p:nvGrpSpPr>
        <p:grpSpPr>
          <a:xfrm>
            <a:off x="9775405" y="2579878"/>
            <a:ext cx="433812" cy="332704"/>
            <a:chOff x="8450452" y="2221310"/>
            <a:chExt cx="433812" cy="332704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5CF6B9C6-0A90-5FF0-999D-FD2142B14F83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A0BD7604-57F4-C940-3C76-CCE0D2E717D6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8AABB5A-2171-FBEC-D9E7-C916089E2FD3}"/>
              </a:ext>
            </a:extLst>
          </p:cNvPr>
          <p:cNvGrpSpPr/>
          <p:nvPr/>
        </p:nvGrpSpPr>
        <p:grpSpPr>
          <a:xfrm>
            <a:off x="8901785" y="2714487"/>
            <a:ext cx="433812" cy="332704"/>
            <a:chOff x="7576832" y="2355919"/>
            <a:chExt cx="433812" cy="332704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C13F41D1-297D-0751-01B7-B83C7169A38D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64433A90-EF30-41E4-D476-194C099BA63F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63B1E674-D156-6624-7D6C-694C9A14DAFD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9D34D6AB-23BE-5AFA-F6AA-AF4343C7770D}"/>
              </a:ext>
            </a:extLst>
          </p:cNvPr>
          <p:cNvGrpSpPr/>
          <p:nvPr/>
        </p:nvGrpSpPr>
        <p:grpSpPr>
          <a:xfrm>
            <a:off x="10230945" y="2533639"/>
            <a:ext cx="433812" cy="332704"/>
            <a:chOff x="8905992" y="2175071"/>
            <a:chExt cx="433812" cy="332704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67EEF91-7EE7-5EDE-E89C-EB516DD36716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3CAF4CB2-1FEA-893D-CBC6-9E24CC37C2CE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921E25B7-2617-B4A2-D76E-FE876B281D0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B14FF1EE-344F-CF70-E8AD-4F7606F42424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58A4D72-4167-62C1-70FE-53FB5E25EE74}"/>
              </a:ext>
            </a:extLst>
          </p:cNvPr>
          <p:cNvGrpSpPr/>
          <p:nvPr/>
        </p:nvGrpSpPr>
        <p:grpSpPr>
          <a:xfrm>
            <a:off x="10484528" y="2895143"/>
            <a:ext cx="433812" cy="332704"/>
            <a:chOff x="9309655" y="2557406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17EF13F-CA76-0A16-4FF9-040B04428714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1A19DAC-03E0-DA9D-23CC-6E572E2AC54D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62363690-3C5B-941D-094E-67F084EC1C89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8317C05F-F408-3EB8-A4D2-C0E4A8CBC19E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600BAC13-8095-0D26-F84D-C0B525905A6B}"/>
              </a:ext>
            </a:extLst>
          </p:cNvPr>
          <p:cNvGrpSpPr/>
          <p:nvPr/>
        </p:nvGrpSpPr>
        <p:grpSpPr>
          <a:xfrm>
            <a:off x="10111364" y="2878444"/>
            <a:ext cx="480707" cy="335455"/>
            <a:chOff x="8786411" y="2519876"/>
            <a:chExt cx="480707" cy="335455"/>
          </a:xfrm>
        </p:grpSpPr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426A9FC-671A-F4B7-BCF4-F6BCC1C2C0BC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CF4CAA12-EB86-D2E5-039C-14848568A75A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CCECE543-0C5F-7ED8-3AD5-3FA59FC7CF5D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9382292-57DB-516E-2BEA-9869302E90DA}"/>
              </a:ext>
            </a:extLst>
          </p:cNvPr>
          <p:cNvGrpSpPr/>
          <p:nvPr/>
        </p:nvGrpSpPr>
        <p:grpSpPr>
          <a:xfrm rot="13449155">
            <a:off x="9027670" y="2497058"/>
            <a:ext cx="674286" cy="340804"/>
            <a:chOff x="7702717" y="2138490"/>
            <a:chExt cx="674286" cy="340804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BC18A56-55A3-1484-0CBC-A4DB6FD4F118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788D58F-3409-F657-E55F-72A7311EE4F8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D1040980-0778-5AE4-EF28-6ECB62651E72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138DCCAA-DD61-B3F4-AEDE-B91269E3DBC1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502C4DF1-7124-3530-C639-A6CB9C79465C}"/>
              </a:ext>
            </a:extLst>
          </p:cNvPr>
          <p:cNvGrpSpPr/>
          <p:nvPr/>
        </p:nvGrpSpPr>
        <p:grpSpPr>
          <a:xfrm>
            <a:off x="1183294" y="3125428"/>
            <a:ext cx="433812" cy="332704"/>
            <a:chOff x="8292233" y="2422448"/>
            <a:chExt cx="433812" cy="332704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47BD9962-553C-7618-9947-BED1E302C21D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A10088BE-4281-C61F-197A-16772AA0070E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B526B610-486C-1EE5-635F-D834022FEA36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07C5FB7E-4F4C-F574-9178-93937419C99A}"/>
              </a:ext>
            </a:extLst>
          </p:cNvPr>
          <p:cNvGrpSpPr/>
          <p:nvPr/>
        </p:nvGrpSpPr>
        <p:grpSpPr>
          <a:xfrm>
            <a:off x="3559961" y="2779658"/>
            <a:ext cx="547272" cy="332704"/>
            <a:chOff x="2616513" y="2273732"/>
            <a:chExt cx="547272" cy="332704"/>
          </a:xfrm>
        </p:grpSpPr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960128F-2A95-3F42-6CA8-1C56D9FCEB07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95338C02-6EF0-45AA-2C8B-CEC3CFD02EDC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A7A1EA8C-3835-351B-E4B4-F10908B67337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1737268C-E5A3-3CD7-2E3D-C0C0BAA23558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BCFBA2A0-D93C-62F0-A747-5ABFA624BEE3}"/>
              </a:ext>
            </a:extLst>
          </p:cNvPr>
          <p:cNvGrpSpPr/>
          <p:nvPr/>
        </p:nvGrpSpPr>
        <p:grpSpPr>
          <a:xfrm>
            <a:off x="2985303" y="3058183"/>
            <a:ext cx="433812" cy="332704"/>
            <a:chOff x="8292233" y="2422448"/>
            <a:chExt cx="433812" cy="332704"/>
          </a:xfrm>
        </p:grpSpPr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06845F71-977E-16FA-FBD9-ABD94C866564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1DEADB2A-D782-68BF-B698-62DB7CFB92C0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1F991F14-0B38-3EA3-EE7C-9ACADEAD6E39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46E8B92E-8103-AE54-5B86-E5C293B3A74E}"/>
              </a:ext>
            </a:extLst>
          </p:cNvPr>
          <p:cNvGrpSpPr/>
          <p:nvPr/>
        </p:nvGrpSpPr>
        <p:grpSpPr>
          <a:xfrm>
            <a:off x="3450160" y="3163992"/>
            <a:ext cx="433812" cy="332704"/>
            <a:chOff x="7839715" y="2553300"/>
            <a:chExt cx="433812" cy="332704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92C86EF0-3523-F6A9-8AAA-B2D91946C99D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BB412C50-D3C4-18CC-07B1-40CF9FEA1B9F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48F74B14-B65F-7F36-967E-2EA1EF62D188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96926B4F-E6E4-F8E5-890A-942BFABD918C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D6FAD7B3-DDCF-9BA0-DFD2-EBC3FDDC8D00}"/>
              </a:ext>
            </a:extLst>
          </p:cNvPr>
          <p:cNvGrpSpPr/>
          <p:nvPr/>
        </p:nvGrpSpPr>
        <p:grpSpPr>
          <a:xfrm>
            <a:off x="3058076" y="2671678"/>
            <a:ext cx="433812" cy="332704"/>
            <a:chOff x="8905992" y="2175071"/>
            <a:chExt cx="433812" cy="332704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A6E0264A-ADD1-F837-C788-20BFF0F7577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6320D163-69D9-7F38-57C8-621C932BDBC7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9B9C2EAA-7BF9-05D3-2D98-E42B546DE709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3B8B2D8C-05A3-A0D3-43C6-690884333959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7E7B9AE2-5643-982F-252D-EC36E97AA8F0}"/>
              </a:ext>
            </a:extLst>
          </p:cNvPr>
          <p:cNvGrpSpPr/>
          <p:nvPr/>
        </p:nvGrpSpPr>
        <p:grpSpPr>
          <a:xfrm>
            <a:off x="8728504" y="3220818"/>
            <a:ext cx="433812" cy="332704"/>
            <a:chOff x="7839715" y="2553300"/>
            <a:chExt cx="433812" cy="332704"/>
          </a:xfrm>
        </p:grpSpPr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2FCD5E5C-CA02-4492-EECE-BCF78962D029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37EF1A5C-16A9-7253-B6B8-DB5AA86D7B46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27BA5F0E-457D-AB62-53A2-C4869791D7C5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3BB3049D-3EDF-EE04-641C-69DE21EAD49E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DFE0B32C-D4B6-6604-D391-B6C91A98E39D}"/>
              </a:ext>
            </a:extLst>
          </p:cNvPr>
          <p:cNvGrpSpPr/>
          <p:nvPr/>
        </p:nvGrpSpPr>
        <p:grpSpPr>
          <a:xfrm>
            <a:off x="9181022" y="3089966"/>
            <a:ext cx="433812" cy="332704"/>
            <a:chOff x="8292233" y="2422448"/>
            <a:chExt cx="433812" cy="332704"/>
          </a:xfrm>
        </p:grpSpPr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32DCDBF7-9BA4-4B07-CB42-14D60131FE5B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2A022AE1-7650-DF27-1801-C329D0AAE022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B09B4100-8A17-7990-64CC-A726763B7CC1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32" name="Oval 231">
            <a:extLst>
              <a:ext uri="{FF2B5EF4-FFF2-40B4-BE49-F238E27FC236}">
                <a16:creationId xmlns:a16="http://schemas.microsoft.com/office/drawing/2014/main" id="{2B4CFA68-6856-6170-2D62-12402D912244}"/>
              </a:ext>
            </a:extLst>
          </p:cNvPr>
          <p:cNvSpPr/>
          <p:nvPr/>
        </p:nvSpPr>
        <p:spPr>
          <a:xfrm>
            <a:off x="9273804" y="3320983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F85EDE23-6FCE-91E7-C0DA-3F974E731CC6}"/>
              </a:ext>
            </a:extLst>
          </p:cNvPr>
          <p:cNvSpPr/>
          <p:nvPr/>
        </p:nvSpPr>
        <p:spPr>
          <a:xfrm>
            <a:off x="9540638" y="3520524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8553C511-AE58-6739-DAD5-501A7A3408BF}"/>
              </a:ext>
            </a:extLst>
          </p:cNvPr>
          <p:cNvSpPr/>
          <p:nvPr/>
        </p:nvSpPr>
        <p:spPr>
          <a:xfrm>
            <a:off x="9627296" y="3491510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9133E176-A142-88F8-376F-EB2FF56E1217}"/>
              </a:ext>
            </a:extLst>
          </p:cNvPr>
          <p:cNvGrpSpPr/>
          <p:nvPr/>
        </p:nvGrpSpPr>
        <p:grpSpPr>
          <a:xfrm>
            <a:off x="9331030" y="2927127"/>
            <a:ext cx="433812" cy="332704"/>
            <a:chOff x="8450452" y="2221310"/>
            <a:chExt cx="433812" cy="332704"/>
          </a:xfrm>
        </p:grpSpPr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C2D6DCF9-1508-8325-6580-3CDF12A3036C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D8EBC30F-954C-5961-5037-955C9723E619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D4031D42-F0DF-358F-F626-1ADD66BC06E9}"/>
              </a:ext>
            </a:extLst>
          </p:cNvPr>
          <p:cNvGrpSpPr/>
          <p:nvPr/>
        </p:nvGrpSpPr>
        <p:grpSpPr>
          <a:xfrm>
            <a:off x="8465621" y="3023437"/>
            <a:ext cx="433812" cy="332704"/>
            <a:chOff x="7576832" y="2355919"/>
            <a:chExt cx="433812" cy="332704"/>
          </a:xfrm>
        </p:grpSpPr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5BF62C77-E5AD-A030-B3DB-CCED8079DC64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5D54264E-A47E-8860-86F0-204C1B5B32B0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3C987812-70DA-5B14-C94E-6B29E959BC45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C70272AE-B114-3594-DD71-DD063400EFEA}"/>
              </a:ext>
            </a:extLst>
          </p:cNvPr>
          <p:cNvGrpSpPr/>
          <p:nvPr/>
        </p:nvGrpSpPr>
        <p:grpSpPr>
          <a:xfrm>
            <a:off x="9794781" y="2842589"/>
            <a:ext cx="433812" cy="332704"/>
            <a:chOff x="8905992" y="2175071"/>
            <a:chExt cx="433812" cy="332704"/>
          </a:xfrm>
        </p:grpSpPr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22F8FBAB-1341-A96A-BC25-21D7CE250A1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1EACEC55-D742-8227-B49D-AA2B04D5CDF2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E8E5B4D2-13C3-47A8-9E9D-4FDCDDD34EAB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BDF01B6E-72BC-6C20-8563-05542D17A9C9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03435D75-02F1-8219-B579-16AF437E7F4D}"/>
              </a:ext>
            </a:extLst>
          </p:cNvPr>
          <p:cNvGrpSpPr/>
          <p:nvPr/>
        </p:nvGrpSpPr>
        <p:grpSpPr>
          <a:xfrm>
            <a:off x="10048364" y="3204093"/>
            <a:ext cx="433812" cy="332704"/>
            <a:chOff x="9309655" y="2557406"/>
            <a:chExt cx="433812" cy="332704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470573B6-3741-6748-CF43-7D25CCDBDF98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32C3F13C-77EC-ADA4-99A9-6079F1B4643E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7BCBD18D-2856-56E6-7B52-4967A159B657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F10789E7-166B-F62D-7910-BE971858A233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2A1D4AA4-4518-BBD5-532B-444E79F8C8B7}"/>
              </a:ext>
            </a:extLst>
          </p:cNvPr>
          <p:cNvGrpSpPr/>
          <p:nvPr/>
        </p:nvGrpSpPr>
        <p:grpSpPr>
          <a:xfrm>
            <a:off x="9675200" y="3187394"/>
            <a:ext cx="480707" cy="335455"/>
            <a:chOff x="8786411" y="2519876"/>
            <a:chExt cx="480707" cy="335455"/>
          </a:xfrm>
        </p:grpSpPr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88E99B3F-1D75-AE69-09A4-0ADE53BAD769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61ADFE82-AC82-8CAE-9756-0DA33F0AF3FF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65E4CF61-A4F7-6DB7-787E-26951746F638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A077D951-A967-592D-B3D9-FFEB13455778}"/>
              </a:ext>
            </a:extLst>
          </p:cNvPr>
          <p:cNvGrpSpPr/>
          <p:nvPr/>
        </p:nvGrpSpPr>
        <p:grpSpPr>
          <a:xfrm rot="8866267">
            <a:off x="8507463" y="2711072"/>
            <a:ext cx="674286" cy="340804"/>
            <a:chOff x="7702717" y="2138490"/>
            <a:chExt cx="674286" cy="340804"/>
          </a:xfrm>
        </p:grpSpPr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10758F5-F23C-6CE1-E231-8C71C0460D1B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C8FEDD68-402C-55A8-75E4-C55C735A3AB8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896DCD48-88F2-06BE-C671-1EA81D697F70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4037DDFD-274B-1EBE-47DB-16841085537B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CDE5D852-680E-16A2-CDEB-AA0EE3DAE1E5}"/>
              </a:ext>
            </a:extLst>
          </p:cNvPr>
          <p:cNvGrpSpPr/>
          <p:nvPr/>
        </p:nvGrpSpPr>
        <p:grpSpPr>
          <a:xfrm rot="10800000">
            <a:off x="9353851" y="2446376"/>
            <a:ext cx="547272" cy="332704"/>
            <a:chOff x="2616513" y="2273732"/>
            <a:chExt cx="547272" cy="332704"/>
          </a:xfrm>
        </p:grpSpPr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3049E9DF-7E66-0563-490C-8DB51CED53B2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2FFEB927-F508-15DC-D861-B6C0C5CA074B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2B72552A-18A3-01C3-3CBC-42F85FC2B7E3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983A8909-792B-B697-12A5-D5401B735402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8ABC2E1C-F624-FE18-1178-D328B2716F47}"/>
              </a:ext>
            </a:extLst>
          </p:cNvPr>
          <p:cNvGrpSpPr/>
          <p:nvPr/>
        </p:nvGrpSpPr>
        <p:grpSpPr>
          <a:xfrm>
            <a:off x="8826077" y="2503404"/>
            <a:ext cx="433812" cy="332704"/>
            <a:chOff x="8292233" y="2422448"/>
            <a:chExt cx="433812" cy="332704"/>
          </a:xfrm>
        </p:grpSpPr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9F52EA4A-E144-C50C-3C51-6C36958231F5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1D0D8FF9-0E70-C4C7-A567-79079B0482D7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62B5D4EC-F58A-393D-5127-03C59A9371E2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8B5451E3-1612-B3BA-CFB7-2FA4F090AB1D}"/>
              </a:ext>
            </a:extLst>
          </p:cNvPr>
          <p:cNvGrpSpPr/>
          <p:nvPr/>
        </p:nvGrpSpPr>
        <p:grpSpPr>
          <a:xfrm>
            <a:off x="9843820" y="2686810"/>
            <a:ext cx="433812" cy="332704"/>
            <a:chOff x="7839715" y="2553300"/>
            <a:chExt cx="433812" cy="332704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78D821E2-A161-CF27-CB9E-D518BEDE3712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9B85AB6E-5FFE-A72B-6C23-2A5AD4B7A71C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B9B4C5E2-72C8-94CB-AF1A-C541B7839735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61E97196-9967-3887-D777-C312FCD1A697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F8057B1B-B9AD-704F-5364-DA9DDA39143B}"/>
              </a:ext>
            </a:extLst>
          </p:cNvPr>
          <p:cNvGrpSpPr/>
          <p:nvPr/>
        </p:nvGrpSpPr>
        <p:grpSpPr>
          <a:xfrm>
            <a:off x="10497935" y="3223601"/>
            <a:ext cx="433812" cy="332704"/>
            <a:chOff x="8905992" y="2175071"/>
            <a:chExt cx="433812" cy="332704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0D6CC927-7281-9188-4D5A-B64365F0A765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021AA391-E5D0-9381-C348-0C0BBBEACCFD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8E0C775D-3B19-AA5C-A036-CEDF8A1B91C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BA2E1D3B-7C64-39BA-EDD6-809B05632B7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7D369288-AB29-C11E-7223-98BD8DC0C274}"/>
              </a:ext>
            </a:extLst>
          </p:cNvPr>
          <p:cNvGrpSpPr/>
          <p:nvPr/>
        </p:nvGrpSpPr>
        <p:grpSpPr>
          <a:xfrm>
            <a:off x="8962658" y="3389953"/>
            <a:ext cx="433812" cy="332704"/>
            <a:chOff x="8905992" y="2175071"/>
            <a:chExt cx="433812" cy="332704"/>
          </a:xfrm>
        </p:grpSpPr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A0739992-BE55-DC60-44F9-B22345120AC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16FCAF4D-60BD-B011-1E96-23EC815671EE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71BDC93B-1FC6-646E-F792-1440FAAEC117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15CD8E81-C47F-458D-72E3-8ED9682ECC4C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36FF8985-4CA8-E019-CDD8-AE91C17120D1}"/>
              </a:ext>
            </a:extLst>
          </p:cNvPr>
          <p:cNvGrpSpPr/>
          <p:nvPr/>
        </p:nvGrpSpPr>
        <p:grpSpPr>
          <a:xfrm>
            <a:off x="8823422" y="3223601"/>
            <a:ext cx="547272" cy="332704"/>
            <a:chOff x="2616513" y="2273732"/>
            <a:chExt cx="547272" cy="332704"/>
          </a:xfrm>
        </p:grpSpPr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8083376-D27A-E929-0018-89D38B442D71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11FD9E07-B359-A0EF-2DA3-77259121FB4E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4C78C7E1-D2D7-CA42-4C0F-9D03F113A5F8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A726604F-76B5-0D5C-7FDB-9DD7ED9114D5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F7E8A750-99FE-FBDE-3B57-52F2D1D1B113}"/>
              </a:ext>
            </a:extLst>
          </p:cNvPr>
          <p:cNvGrpSpPr/>
          <p:nvPr/>
        </p:nvGrpSpPr>
        <p:grpSpPr>
          <a:xfrm>
            <a:off x="9575081" y="3341954"/>
            <a:ext cx="433812" cy="332704"/>
            <a:chOff x="7839715" y="2553300"/>
            <a:chExt cx="433812" cy="332704"/>
          </a:xfrm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691CFFAF-DB05-EAEC-073C-675E6AAF2F96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C7B5B21B-8E9E-819B-C7F3-0CE31AA558B4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DC818352-F3A4-68ED-8230-2EEB3172A67D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EE3385F3-31BD-02B2-94FF-8D4F5E6129F8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E7C5E804-0603-7B35-06B8-7146F697E141}"/>
              </a:ext>
            </a:extLst>
          </p:cNvPr>
          <p:cNvGrpSpPr/>
          <p:nvPr/>
        </p:nvGrpSpPr>
        <p:grpSpPr>
          <a:xfrm>
            <a:off x="10027599" y="3211102"/>
            <a:ext cx="433812" cy="332704"/>
            <a:chOff x="8292233" y="2422448"/>
            <a:chExt cx="433812" cy="332704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6276A355-26B7-DCDE-9837-84DC783BA5C3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FAFF8B91-54FE-669F-F5FA-CF0D6866C360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EFA12FEC-9A06-257C-AE0D-253BAE0ABE8C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99" name="Oval 298">
            <a:extLst>
              <a:ext uri="{FF2B5EF4-FFF2-40B4-BE49-F238E27FC236}">
                <a16:creationId xmlns:a16="http://schemas.microsoft.com/office/drawing/2014/main" id="{59D8027F-F787-9038-F9FD-F695DA33D508}"/>
              </a:ext>
            </a:extLst>
          </p:cNvPr>
          <p:cNvSpPr/>
          <p:nvPr/>
        </p:nvSpPr>
        <p:spPr>
          <a:xfrm>
            <a:off x="10120381" y="344211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4F604B9D-04A1-E860-CC7C-35E9236B1BBD}"/>
              </a:ext>
            </a:extLst>
          </p:cNvPr>
          <p:cNvSpPr/>
          <p:nvPr/>
        </p:nvSpPr>
        <p:spPr>
          <a:xfrm>
            <a:off x="10387215" y="364166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EDC162C5-8FF4-64C5-5DBA-05998E702CF2}"/>
              </a:ext>
            </a:extLst>
          </p:cNvPr>
          <p:cNvSpPr/>
          <p:nvPr/>
        </p:nvSpPr>
        <p:spPr>
          <a:xfrm>
            <a:off x="10473873" y="3612646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B6839831-33BE-2C13-BB82-1319F31B9C13}"/>
              </a:ext>
            </a:extLst>
          </p:cNvPr>
          <p:cNvGrpSpPr/>
          <p:nvPr/>
        </p:nvGrpSpPr>
        <p:grpSpPr>
          <a:xfrm>
            <a:off x="10185818" y="3009964"/>
            <a:ext cx="433812" cy="332704"/>
            <a:chOff x="8450452" y="2221310"/>
            <a:chExt cx="433812" cy="332704"/>
          </a:xfrm>
        </p:grpSpPr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17A51E85-EE7F-3B72-C545-6D0BB32427DA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AADD5895-4A4D-A98B-25D8-3A0BD5BC2E61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84B4B08A-EE84-8182-EEAF-589AF4F6B14C}"/>
              </a:ext>
            </a:extLst>
          </p:cNvPr>
          <p:cNvGrpSpPr/>
          <p:nvPr/>
        </p:nvGrpSpPr>
        <p:grpSpPr>
          <a:xfrm>
            <a:off x="9312198" y="3144573"/>
            <a:ext cx="433812" cy="332704"/>
            <a:chOff x="7576832" y="2355919"/>
            <a:chExt cx="433812" cy="332704"/>
          </a:xfrm>
        </p:grpSpPr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4547DECA-63FB-8C21-2744-C6D78727E0F2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C37004B2-7C14-ED48-0387-1584E8AD6A5F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89C335CE-8778-25FF-5B87-8F094B01D29C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2FE70433-7D93-AA22-AD23-6777BCD7D251}"/>
              </a:ext>
            </a:extLst>
          </p:cNvPr>
          <p:cNvGrpSpPr/>
          <p:nvPr/>
        </p:nvGrpSpPr>
        <p:grpSpPr>
          <a:xfrm>
            <a:off x="10641358" y="2963725"/>
            <a:ext cx="433812" cy="332704"/>
            <a:chOff x="8905992" y="2175071"/>
            <a:chExt cx="433812" cy="332704"/>
          </a:xfrm>
        </p:grpSpPr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2CE8F151-F1A1-45A6-94C6-7E8F1D5C537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29CB20C1-1864-507A-8299-02E663B13CFC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2FABC372-69A8-9BBE-D10C-CF0C3AC09995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91F32698-16DF-C77F-8C92-3742A72927D9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3B24756F-CFD6-D33B-55C0-A8287BC41748}"/>
              </a:ext>
            </a:extLst>
          </p:cNvPr>
          <p:cNvGrpSpPr/>
          <p:nvPr/>
        </p:nvGrpSpPr>
        <p:grpSpPr>
          <a:xfrm>
            <a:off x="8633610" y="3634612"/>
            <a:ext cx="433812" cy="332704"/>
            <a:chOff x="9309655" y="2557406"/>
            <a:chExt cx="433812" cy="332704"/>
          </a:xfrm>
        </p:grpSpPr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703D71E4-FDA0-35DE-2470-F116E07D21FC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FAE07626-2EC4-7563-DC0E-5E7B39E06A95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0670C2B0-4267-7E86-D86D-B42C30D1F9FC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96095D79-1983-7FD7-3065-174EB76BE0EC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F2BB1E2C-627A-669D-96A9-C62780AB9451}"/>
              </a:ext>
            </a:extLst>
          </p:cNvPr>
          <p:cNvGrpSpPr/>
          <p:nvPr/>
        </p:nvGrpSpPr>
        <p:grpSpPr>
          <a:xfrm>
            <a:off x="10521777" y="3308530"/>
            <a:ext cx="480707" cy="335455"/>
            <a:chOff x="8786411" y="2519876"/>
            <a:chExt cx="480707" cy="335455"/>
          </a:xfrm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D8ED1473-D937-484E-9FBC-B495A4D300E3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612494FF-03B9-DC52-86E5-CA3605E60287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D993FA31-BC08-34CB-1E36-546E72D18696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28370B07-821A-B045-92DF-E1930DF549CD}"/>
              </a:ext>
            </a:extLst>
          </p:cNvPr>
          <p:cNvGrpSpPr/>
          <p:nvPr/>
        </p:nvGrpSpPr>
        <p:grpSpPr>
          <a:xfrm>
            <a:off x="9138917" y="3650904"/>
            <a:ext cx="433812" cy="332704"/>
            <a:chOff x="7839715" y="2553300"/>
            <a:chExt cx="433812" cy="33270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DE252503-8044-0F2E-EDA0-86B87D6594F5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DDA788AD-B86E-6396-3AF9-283CD60BB9F2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F5C02EEF-A3C0-09E8-23F1-097F51EEC012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8E72CE5F-CE4C-F886-DF38-7D23F0BBA629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F0C45293-5F9C-5F8C-BE53-6554B76D0922}"/>
              </a:ext>
            </a:extLst>
          </p:cNvPr>
          <p:cNvGrpSpPr/>
          <p:nvPr/>
        </p:nvGrpSpPr>
        <p:grpSpPr>
          <a:xfrm>
            <a:off x="9591435" y="3520052"/>
            <a:ext cx="433812" cy="332704"/>
            <a:chOff x="8292233" y="2422448"/>
            <a:chExt cx="433812" cy="332704"/>
          </a:xfrm>
        </p:grpSpPr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CFEBD84B-789F-4BCE-71FB-A338D383096A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3A461B41-43EF-C9FC-88EF-749FA27B60B8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D8725CEB-B646-44EC-1A93-0B852DC9563C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337" name="Oval 336">
            <a:extLst>
              <a:ext uri="{FF2B5EF4-FFF2-40B4-BE49-F238E27FC236}">
                <a16:creationId xmlns:a16="http://schemas.microsoft.com/office/drawing/2014/main" id="{72DF4D04-F500-B6FF-CE9C-12784F2DF169}"/>
              </a:ext>
            </a:extLst>
          </p:cNvPr>
          <p:cNvSpPr/>
          <p:nvPr/>
        </p:nvSpPr>
        <p:spPr>
          <a:xfrm>
            <a:off x="9684217" y="375106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927E9B55-A42F-977B-573F-BC72F6048A82}"/>
              </a:ext>
            </a:extLst>
          </p:cNvPr>
          <p:cNvSpPr/>
          <p:nvPr/>
        </p:nvSpPr>
        <p:spPr>
          <a:xfrm>
            <a:off x="9951051" y="395061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6B17B297-8A75-7144-FE0B-FF30F8A30725}"/>
              </a:ext>
            </a:extLst>
          </p:cNvPr>
          <p:cNvSpPr/>
          <p:nvPr/>
        </p:nvSpPr>
        <p:spPr>
          <a:xfrm>
            <a:off x="10037709" y="3921596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0EED28C8-5529-79E6-107B-342F411310F2}"/>
              </a:ext>
            </a:extLst>
          </p:cNvPr>
          <p:cNvGrpSpPr/>
          <p:nvPr/>
        </p:nvGrpSpPr>
        <p:grpSpPr>
          <a:xfrm rot="19612653">
            <a:off x="9749654" y="3318914"/>
            <a:ext cx="433812" cy="332704"/>
            <a:chOff x="8450452" y="2221310"/>
            <a:chExt cx="433812" cy="332704"/>
          </a:xfrm>
        </p:grpSpPr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D4F77D0B-03BE-1A74-37C4-D09619D05308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BBFB90F5-B89F-6360-FAE8-B09F64AA0379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A9E2B06D-8342-7DE2-59D0-CA0D22B9D262}"/>
              </a:ext>
            </a:extLst>
          </p:cNvPr>
          <p:cNvGrpSpPr/>
          <p:nvPr/>
        </p:nvGrpSpPr>
        <p:grpSpPr>
          <a:xfrm>
            <a:off x="8876034" y="3453523"/>
            <a:ext cx="433812" cy="332704"/>
            <a:chOff x="7576832" y="2355919"/>
            <a:chExt cx="433812" cy="332704"/>
          </a:xfrm>
        </p:grpSpPr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E092AABF-5738-9599-D739-C69BF8F347F5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F3206FA3-3BAA-32A6-34D2-E5AD84CBDC6D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84B3C05F-0B7A-5194-B96F-35E95624B5C4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E372B4FF-B5E2-FC2B-EFE3-D8C1BD0AF474}"/>
              </a:ext>
            </a:extLst>
          </p:cNvPr>
          <p:cNvGrpSpPr/>
          <p:nvPr/>
        </p:nvGrpSpPr>
        <p:grpSpPr>
          <a:xfrm>
            <a:off x="10205194" y="3272675"/>
            <a:ext cx="433812" cy="332704"/>
            <a:chOff x="8905992" y="2175071"/>
            <a:chExt cx="433812" cy="332704"/>
          </a:xfrm>
        </p:grpSpPr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D0926355-8C1F-D955-81C8-10A47B08BA3B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7AE32E15-182F-FEF3-9409-7CF817E15046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9CF2BB52-8B24-B4EA-7FB5-61725A2B9337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FD6CE607-21AE-7C11-AA08-FFFEF7EB53F9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71A9AA61-2E22-5A55-3063-3162CB6795C8}"/>
              </a:ext>
            </a:extLst>
          </p:cNvPr>
          <p:cNvGrpSpPr/>
          <p:nvPr/>
        </p:nvGrpSpPr>
        <p:grpSpPr>
          <a:xfrm>
            <a:off x="10458777" y="3634179"/>
            <a:ext cx="433812" cy="332704"/>
            <a:chOff x="9309655" y="2557406"/>
            <a:chExt cx="433812" cy="332704"/>
          </a:xfrm>
        </p:grpSpPr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DBDBCC67-87A4-0A9D-94C9-1AAC31420EA0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A3208F1B-C0A4-3FCB-F262-43BBAE52E6E7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F9F5D6CD-FAE6-0DE6-A2CD-2E152C0E70AD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3D1F71DF-393C-1988-7471-0AFB72B6A0E1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8C231CF6-A0BF-5D99-3B0D-56A578CE2D3E}"/>
              </a:ext>
            </a:extLst>
          </p:cNvPr>
          <p:cNvGrpSpPr/>
          <p:nvPr/>
        </p:nvGrpSpPr>
        <p:grpSpPr>
          <a:xfrm rot="9713598">
            <a:off x="10009861" y="3701898"/>
            <a:ext cx="480707" cy="335455"/>
            <a:chOff x="8786411" y="2519876"/>
            <a:chExt cx="480707" cy="335455"/>
          </a:xfrm>
        </p:grpSpPr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98156AB3-093B-3303-C3EE-3E7A9150B702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A0F9F4D8-E357-891B-9F75-300ACBF46487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848F538C-00F9-EBFE-C409-D971230F35AD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D242269F-2283-F17E-50F6-8E3F81254CA5}"/>
              </a:ext>
            </a:extLst>
          </p:cNvPr>
          <p:cNvGrpSpPr/>
          <p:nvPr/>
        </p:nvGrpSpPr>
        <p:grpSpPr>
          <a:xfrm>
            <a:off x="8829300" y="3173566"/>
            <a:ext cx="674286" cy="340804"/>
            <a:chOff x="7702717" y="2138490"/>
            <a:chExt cx="674286" cy="340804"/>
          </a:xfrm>
        </p:grpSpPr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396F3E91-572F-11EC-483A-77073D27A726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F2721FEF-F7F8-8E35-493A-2132A8D629BC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8DBBCF10-53BA-5FE8-1DCE-B0C07ACCE01D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CAC9A6EF-44B5-FF2D-7201-1FD90CD30F03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EBCBF4A2-6265-ECC2-65C0-5D4361FAF4C7}"/>
              </a:ext>
            </a:extLst>
          </p:cNvPr>
          <p:cNvGrpSpPr/>
          <p:nvPr/>
        </p:nvGrpSpPr>
        <p:grpSpPr>
          <a:xfrm>
            <a:off x="10364034" y="2732562"/>
            <a:ext cx="547272" cy="332704"/>
            <a:chOff x="2616513" y="2273732"/>
            <a:chExt cx="547272" cy="332704"/>
          </a:xfrm>
        </p:grpSpPr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19423FAB-13A8-F2D3-D81E-C2AA9492E244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3FA4CCA7-757B-DB3D-BDE6-740EC304977D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CAA0274E-5CB1-BAFC-ADA0-0940D7EC3B65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CC7198E5-CC45-CF4F-145D-24A47B5E7A0D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C5FF66BF-F48E-5671-3493-C67EE038980D}"/>
              </a:ext>
            </a:extLst>
          </p:cNvPr>
          <p:cNvGrpSpPr/>
          <p:nvPr/>
        </p:nvGrpSpPr>
        <p:grpSpPr>
          <a:xfrm>
            <a:off x="9051702" y="2871011"/>
            <a:ext cx="433812" cy="332704"/>
            <a:chOff x="8292233" y="2422448"/>
            <a:chExt cx="433812" cy="332704"/>
          </a:xfrm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30392E4A-1E3C-7491-62B8-7775BA7317F9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C2E6FB7-7606-6483-39AE-0433A25063FA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E294530C-CC16-CCFF-806E-BB9392200411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FB4EE7D5-ABB7-C6B2-31AF-432E5DF3E53B}"/>
              </a:ext>
            </a:extLst>
          </p:cNvPr>
          <p:cNvGrpSpPr/>
          <p:nvPr/>
        </p:nvGrpSpPr>
        <p:grpSpPr>
          <a:xfrm>
            <a:off x="10254233" y="3116896"/>
            <a:ext cx="433812" cy="332704"/>
            <a:chOff x="7839715" y="2553300"/>
            <a:chExt cx="433812" cy="332704"/>
          </a:xfrm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805E2664-8994-01AB-CD5D-7AFA78C4742E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0D8A95F4-A89C-9E90-6CDC-6B430CC98C4C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CD9E3DA6-BDF1-3EE4-CEB9-74177FAD53D1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D7198146-D511-8ACC-D6F2-443B7CF606D3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A6EF0102-FFB1-2A68-6ABA-D9ABE642AC67}"/>
              </a:ext>
            </a:extLst>
          </p:cNvPr>
          <p:cNvGrpSpPr/>
          <p:nvPr/>
        </p:nvGrpSpPr>
        <p:grpSpPr>
          <a:xfrm>
            <a:off x="10750052" y="3608471"/>
            <a:ext cx="433812" cy="332704"/>
            <a:chOff x="8905992" y="2175071"/>
            <a:chExt cx="433812" cy="332704"/>
          </a:xfrm>
        </p:grpSpPr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5DE3DB94-07B3-4573-3065-9C36CDD7F2F2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A7CA3DB3-0EC4-7C22-7FDF-52DFBCBDE6B5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53D90AE9-621A-F612-A8C6-7FEA4CBA5E89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167F9C0E-FA33-C354-5F8B-DF772ED75D6E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847CFF1B-D6EE-C2BC-EBD8-E3ED9667320C}"/>
              </a:ext>
            </a:extLst>
          </p:cNvPr>
          <p:cNvGrpSpPr/>
          <p:nvPr/>
        </p:nvGrpSpPr>
        <p:grpSpPr>
          <a:xfrm>
            <a:off x="9373071" y="3820039"/>
            <a:ext cx="433812" cy="332704"/>
            <a:chOff x="8905992" y="2175071"/>
            <a:chExt cx="433812" cy="332704"/>
          </a:xfrm>
        </p:grpSpPr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7A6293FE-1D1C-8972-3215-B2453B3A8DD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A3121AFD-BBE0-8F98-106B-E3FB9683DCB3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4656B247-873D-58C0-EDF1-D45722458A56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5B6CFCB7-72F7-745A-A39A-ABF7092DCFE1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0A8D5652-01BD-486E-680A-1ED81F0BA13B}"/>
              </a:ext>
            </a:extLst>
          </p:cNvPr>
          <p:cNvGrpSpPr/>
          <p:nvPr/>
        </p:nvGrpSpPr>
        <p:grpSpPr>
          <a:xfrm>
            <a:off x="9233835" y="3653687"/>
            <a:ext cx="547272" cy="332704"/>
            <a:chOff x="2616513" y="2273732"/>
            <a:chExt cx="547272" cy="332704"/>
          </a:xfrm>
        </p:grpSpPr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85C60A65-793C-D104-E971-3D55067449FF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18441DDB-8BA8-4706-3B4D-43CC4BC8359F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0DE07100-D169-D323-CD4F-294279EFA4AC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014D7971-7A00-1164-99BA-DE3F120AC6BF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09B9F25A-2185-54D5-3539-93B60C08C41B}"/>
              </a:ext>
            </a:extLst>
          </p:cNvPr>
          <p:cNvCxnSpPr>
            <a:cxnSpLocks/>
          </p:cNvCxnSpPr>
          <p:nvPr/>
        </p:nvCxnSpPr>
        <p:spPr>
          <a:xfrm>
            <a:off x="2232471" y="3075533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EE0AE8E9-B3F8-9C49-8F74-A531165134E4}"/>
              </a:ext>
            </a:extLst>
          </p:cNvPr>
          <p:cNvCxnSpPr>
            <a:cxnSpLocks/>
          </p:cNvCxnSpPr>
          <p:nvPr/>
        </p:nvCxnSpPr>
        <p:spPr>
          <a:xfrm>
            <a:off x="6384584" y="3057219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4F506312-B988-92DA-3F91-75818C7E3C4C}"/>
              </a:ext>
            </a:extLst>
          </p:cNvPr>
          <p:cNvCxnSpPr>
            <a:cxnSpLocks/>
          </p:cNvCxnSpPr>
          <p:nvPr/>
        </p:nvCxnSpPr>
        <p:spPr>
          <a:xfrm>
            <a:off x="7768884" y="3057219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79684330-5E11-7DCD-0617-D292D26E95ED}"/>
                  </a:ext>
                </a:extLst>
              </p:cNvPr>
              <p:cNvSpPr txBox="1"/>
              <p:nvPr/>
            </p:nvSpPr>
            <p:spPr>
              <a:xfrm>
                <a:off x="7171318" y="287255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∙∙∙</m:t>
                      </m:r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79684330-5E11-7DCD-0617-D292D26E9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318" y="2872553"/>
                <a:ext cx="43313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86D7DA40-178F-B361-B197-B65D68DB4F36}"/>
              </a:ext>
            </a:extLst>
          </p:cNvPr>
          <p:cNvGrpSpPr/>
          <p:nvPr/>
        </p:nvGrpSpPr>
        <p:grpSpPr>
          <a:xfrm>
            <a:off x="5509618" y="2779658"/>
            <a:ext cx="547272" cy="332704"/>
            <a:chOff x="2616513" y="2273732"/>
            <a:chExt cx="547272" cy="332704"/>
          </a:xfrm>
        </p:grpSpPr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5CB22FE7-2C2F-4CD1-C064-2BC12C004813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0D09A168-EED7-3420-9490-F51C587FC936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AA883BDB-6BD3-B463-6532-27254246B1FD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8F270515-6E5F-A208-DDDA-01B571A86F14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9789EEB2-E5E1-EA02-08A9-8CA66560F5D8}"/>
              </a:ext>
            </a:extLst>
          </p:cNvPr>
          <p:cNvGrpSpPr/>
          <p:nvPr/>
        </p:nvGrpSpPr>
        <p:grpSpPr>
          <a:xfrm>
            <a:off x="4934960" y="3058183"/>
            <a:ext cx="433812" cy="332704"/>
            <a:chOff x="8292233" y="2422448"/>
            <a:chExt cx="433812" cy="332704"/>
          </a:xfrm>
        </p:grpSpPr>
        <p:sp>
          <p:nvSpPr>
            <p:cNvPr id="418" name="Oval 417">
              <a:extLst>
                <a:ext uri="{FF2B5EF4-FFF2-40B4-BE49-F238E27FC236}">
                  <a16:creationId xmlns:a16="http://schemas.microsoft.com/office/drawing/2014/main" id="{D79DBF76-009A-03E9-91C7-1BBB6F3C98EA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A49A2B48-F915-6FF3-F775-E7C9C02671C4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AAB6B134-2179-6BDD-6D4E-E0DB14B16F6E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ACAD7B45-DF27-973D-10DD-275A2695F47D}"/>
              </a:ext>
            </a:extLst>
          </p:cNvPr>
          <p:cNvGrpSpPr/>
          <p:nvPr/>
        </p:nvGrpSpPr>
        <p:grpSpPr>
          <a:xfrm>
            <a:off x="5399817" y="3163992"/>
            <a:ext cx="433812" cy="332704"/>
            <a:chOff x="7839715" y="2553300"/>
            <a:chExt cx="433812" cy="332704"/>
          </a:xfrm>
        </p:grpSpPr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B7EA1A75-83BB-1355-8144-50DD81960D5A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3CA16C14-64FF-BCA3-1B7A-F077DA2C16E2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4F798B4F-DA40-82C5-D459-88D4EBE759E8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5" name="Oval 424">
              <a:extLst>
                <a:ext uri="{FF2B5EF4-FFF2-40B4-BE49-F238E27FC236}">
                  <a16:creationId xmlns:a16="http://schemas.microsoft.com/office/drawing/2014/main" id="{A4FE045D-CF3D-F8CF-DBE1-5582A74F1F08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10822FFE-3D3C-2566-3371-137C45B385D3}"/>
              </a:ext>
            </a:extLst>
          </p:cNvPr>
          <p:cNvGrpSpPr/>
          <p:nvPr/>
        </p:nvGrpSpPr>
        <p:grpSpPr>
          <a:xfrm>
            <a:off x="5007733" y="2671678"/>
            <a:ext cx="433812" cy="332704"/>
            <a:chOff x="8905992" y="2175071"/>
            <a:chExt cx="433812" cy="332704"/>
          </a:xfrm>
        </p:grpSpPr>
        <p:sp>
          <p:nvSpPr>
            <p:cNvPr id="427" name="Oval 426">
              <a:extLst>
                <a:ext uri="{FF2B5EF4-FFF2-40B4-BE49-F238E27FC236}">
                  <a16:creationId xmlns:a16="http://schemas.microsoft.com/office/drawing/2014/main" id="{BB9E00B8-9C3E-C3C8-6DCD-1B08E90404EC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05F629E1-C235-C328-C2D3-A38A7957CB71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CBF7CAE7-8FDA-B31E-5D6B-8DB28269F917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DC6F9007-890F-4573-77D9-614B189B147A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0912021D-061C-D93C-FC57-6594666C94F5}"/>
              </a:ext>
            </a:extLst>
          </p:cNvPr>
          <p:cNvCxnSpPr>
            <a:cxnSpLocks/>
          </p:cNvCxnSpPr>
          <p:nvPr/>
        </p:nvCxnSpPr>
        <p:spPr>
          <a:xfrm>
            <a:off x="4123760" y="3075533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75069B7F-7D3B-5971-4B7A-437ADC1F51F7}"/>
              </a:ext>
            </a:extLst>
          </p:cNvPr>
          <p:cNvGrpSpPr/>
          <p:nvPr/>
        </p:nvGrpSpPr>
        <p:grpSpPr>
          <a:xfrm>
            <a:off x="5352996" y="2418295"/>
            <a:ext cx="433812" cy="332704"/>
            <a:chOff x="9309655" y="2557406"/>
            <a:chExt cx="433812" cy="332704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CAB80A38-43F5-1A39-70E2-02F673942F56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53BDFEAF-5C76-FDA4-53C4-2434841C6C7B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320E7D04-5F51-3973-B846-D837871FC5A0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EC9DFD6-856F-8A28-41D0-010409209B5C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4242428D-17B0-7470-386A-CE957298C033}"/>
              </a:ext>
            </a:extLst>
          </p:cNvPr>
          <p:cNvGrpSpPr/>
          <p:nvPr/>
        </p:nvGrpSpPr>
        <p:grpSpPr>
          <a:xfrm>
            <a:off x="5043657" y="3453453"/>
            <a:ext cx="433812" cy="332704"/>
            <a:chOff x="8450452" y="2221310"/>
            <a:chExt cx="433812" cy="332704"/>
          </a:xfrm>
        </p:grpSpPr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5DEE1B42-772E-EADC-48C1-BAD4CE69B247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4B220E33-35B8-0438-7A8B-1EFCBE681A88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3CDCE617-878C-94F9-F20A-7F72B8007022}"/>
              </a:ext>
            </a:extLst>
          </p:cNvPr>
          <p:cNvGrpSpPr/>
          <p:nvPr/>
        </p:nvGrpSpPr>
        <p:grpSpPr>
          <a:xfrm>
            <a:off x="5630260" y="3550835"/>
            <a:ext cx="433812" cy="332704"/>
            <a:chOff x="7576832" y="2355919"/>
            <a:chExt cx="433812" cy="332704"/>
          </a:xfrm>
        </p:grpSpPr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A758B35F-C0AE-734B-CE4E-2FEE51C8EAA8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EB945B45-5EFC-5662-5EB5-6386132F23C0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29E0BEEA-89A9-653E-3BAD-76C0BAF95FCF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A1BEE356-7F85-2918-9E4E-57C54F122571}"/>
              </a:ext>
            </a:extLst>
          </p:cNvPr>
          <p:cNvGrpSpPr/>
          <p:nvPr/>
        </p:nvGrpSpPr>
        <p:grpSpPr>
          <a:xfrm>
            <a:off x="5887655" y="3090252"/>
            <a:ext cx="433812" cy="332704"/>
            <a:chOff x="8905992" y="2175071"/>
            <a:chExt cx="433812" cy="332704"/>
          </a:xfrm>
        </p:grpSpPr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1F7B8D20-409C-2C1B-60FF-BED52309D414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41D77E1A-FB50-F8FC-60AB-03621062B045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AE8DA735-B6A6-0DF4-CD97-028F98CFA059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2CB4D610-AB7F-B622-5706-979505432464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C2FE1C6-C486-E4A5-81F5-D40EBE4245EF}"/>
              </a:ext>
            </a:extLst>
          </p:cNvPr>
          <p:cNvSpPr txBox="1"/>
          <p:nvPr/>
        </p:nvSpPr>
        <p:spPr>
          <a:xfrm>
            <a:off x="1733235" y="4898874"/>
            <a:ext cx="87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noProof="0" dirty="0"/>
              <a:t>Reescribamos el código de </a:t>
            </a:r>
            <a:r>
              <a:rPr lang="es-ES" sz="2800" b="1" noProof="0" dirty="0"/>
              <a:t>búsqueda por bisección</a:t>
            </a:r>
            <a:r>
              <a:rPr lang="es-ES" sz="2800" noProof="0" dirty="0"/>
              <a:t> en forma de </a:t>
            </a:r>
            <a:r>
              <a:rPr lang="es-ES" sz="2800" b="1" noProof="0" dirty="0"/>
              <a:t>función</a:t>
            </a:r>
          </a:p>
        </p:txBody>
      </p:sp>
    </p:spTree>
    <p:extLst>
      <p:ext uri="{BB962C8B-B14F-4D97-AF65-F5344CB8AC3E}">
        <p14:creationId xmlns:p14="http://schemas.microsoft.com/office/powerpoint/2010/main" val="3266140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39EFE-6A31-38FD-7B46-F9C794AA4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B2B2251-8152-88AA-7F82-9D258F946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840192-6243-CE26-E016-52A9830935E9}"/>
                  </a:ext>
                </a:extLst>
              </p:cNvPr>
              <p:cNvSpPr txBox="1"/>
              <p:nvPr/>
            </p:nvSpPr>
            <p:spPr>
              <a:xfrm>
                <a:off x="594403" y="1699450"/>
                <a:ext cx="5501597" cy="2352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u="sng" noProof="0" dirty="0"/>
                  <a:t>Reescribir el programa</a:t>
                </a:r>
                <a:r>
                  <a:rPr lang="es-ES" b="1" u="sng" noProof="0" dirty="0"/>
                  <a:t> </a:t>
                </a:r>
                <a:r>
                  <a:rPr lang="es-ES" u="sng" noProof="0" dirty="0"/>
                  <a:t>de levaduras</a:t>
                </a:r>
                <a:r>
                  <a:rPr lang="es-ES" noProof="0" dirty="0"/>
                  <a:t>:</a:t>
                </a:r>
              </a:p>
              <a:p>
                <a:pPr algn="ctr"/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Como una </a:t>
                </a:r>
                <a:r>
                  <a:rPr lang="es-ES" b="1" noProof="0" dirty="0"/>
                  <a:t>función</a:t>
                </a:r>
                <a:r>
                  <a:rPr lang="es-ES" noProof="0" dirty="0"/>
                  <a:t> que tome como argumento los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1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noProof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s-ES" b="1" i="1" noProof="0"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</m:oMath>
                </a14:m>
                <a:r>
                  <a:rPr lang="es-ES" noProof="0" dirty="0"/>
                  <a:t>,</a:t>
                </a:r>
                <a:r>
                  <a:rPr lang="es-ES" b="1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noProof="0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s-ES" b="1" i="1" noProof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s-ES" noProof="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noProof="0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s-ES" b="1" i="1" noProof="0" smtClean="0"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endParaRPr lang="es-ES" b="1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Que calcule el tiempo necesario para alcanzar  distintos </a:t>
                </a:r>
                <a:r>
                  <a:rPr lang="es-ES" noProof="0" dirty="0" err="1"/>
                  <a:t>valoer</a:t>
                </a:r>
                <a:r>
                  <a:rPr lang="es-ES" noProof="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ES" noProof="0" dirty="0"/>
                  <a:t> a partir de distintos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noProof="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/>
                  <a:t> utilizando el algoritmo de </a:t>
                </a:r>
                <a:r>
                  <a:rPr lang="es-ES" b="1" noProof="0" dirty="0"/>
                  <a:t>búsqueda por bisección</a:t>
                </a:r>
                <a:endParaRPr lang="es-ES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840192-6243-CE26-E016-52A983093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03" y="1699450"/>
                <a:ext cx="5501597" cy="2352824"/>
              </a:xfrm>
              <a:prstGeom prst="rect">
                <a:avLst/>
              </a:prstGeom>
              <a:blipFill>
                <a:blip r:embed="rId3"/>
                <a:stretch>
                  <a:fillRect l="-776" t="-1295" r="-776" b="-3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44F192D-A1CD-18B7-E704-B7A08011F982}"/>
              </a:ext>
            </a:extLst>
          </p:cNvPr>
          <p:cNvSpPr txBox="1"/>
          <p:nvPr/>
        </p:nvSpPr>
        <p:spPr>
          <a:xfrm>
            <a:off x="6010275" y="1699450"/>
            <a:ext cx="58102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Solo usar</a:t>
            </a:r>
            <a:r>
              <a:rPr lang="es-ES" noProof="0" dirty="0"/>
              <a:t>:</a:t>
            </a:r>
          </a:p>
          <a:p>
            <a:pPr algn="ctr"/>
            <a:endParaRPr lang="es-ES" noProof="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Ramificación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 err="1">
                <a:latin typeface="Consolas" panose="020B0609020204030204" pitchFamily="49" charset="0"/>
              </a:rPr>
              <a:t>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else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Operaciones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+, -, *, /,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Comparaciones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==, !=, &lt;=, &gt;,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Lógica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and, </a:t>
            </a:r>
            <a:r>
              <a:rPr lang="es-ES" noProof="0" dirty="0" err="1">
                <a:latin typeface="Consolas" panose="020B0609020204030204" pitchFamily="49" charset="0"/>
              </a:rPr>
              <a:t>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not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/>
              <a:t>Iteración</a:t>
            </a:r>
            <a:r>
              <a:rPr lang="es-ES" noProof="0" dirty="0"/>
              <a:t>		(</a:t>
            </a:r>
            <a:r>
              <a:rPr lang="es-ES" noProof="0" dirty="0" err="1">
                <a:latin typeface="Consolas" panose="020B0609020204030204" pitchFamily="49" charset="0"/>
              </a:rPr>
              <a:t>for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while</a:t>
            </a:r>
            <a:r>
              <a:rPr lang="es-ES" noProof="0" dirty="0">
                <a:latin typeface="Consolas" panose="020B0609020204030204" pitchFamily="49" charset="0"/>
              </a:rPr>
              <a:t>, break</a:t>
            </a:r>
            <a:r>
              <a:rPr lang="es-ES" noProof="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/>
              <a:t>Funciones		</a:t>
            </a:r>
            <a:r>
              <a:rPr lang="es-ES" noProof="0" dirty="0"/>
              <a:t>(</a:t>
            </a:r>
            <a:r>
              <a:rPr lang="es-ES" noProof="0" dirty="0" err="1">
                <a:latin typeface="Consolas" panose="020B0609020204030204" pitchFamily="49" charset="0"/>
              </a:rPr>
              <a:t>def</a:t>
            </a:r>
            <a:r>
              <a:rPr lang="es-ES" noProof="0" dirty="0">
                <a:latin typeface="Consolas" panose="020B0609020204030204" pitchFamily="49" charset="0"/>
              </a:rPr>
              <a:t> nombre(arg1,...)</a:t>
            </a:r>
            <a:r>
              <a:rPr lang="es-ES" noProof="0" dirty="0"/>
              <a:t>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E762A7-0A80-8394-F11D-CF9570AA7F83}"/>
              </a:ext>
            </a:extLst>
          </p:cNvPr>
          <p:cNvGrpSpPr/>
          <p:nvPr/>
        </p:nvGrpSpPr>
        <p:grpSpPr>
          <a:xfrm rot="20727627">
            <a:off x="7307117" y="154499"/>
            <a:ext cx="674286" cy="340804"/>
            <a:chOff x="7702717" y="2138490"/>
            <a:chExt cx="674286" cy="34080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8CFA069A-B7DD-B849-E6AD-4478F1C4337B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7FC27FB-50DE-B09A-66B6-4B7D09F83ABB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C20F16B-1B8C-CE3F-52AB-9E14DF41D6AF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7DF9B78-CFE9-A805-8A2F-52EA0E089313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BF27D7-2EAC-EBDA-818D-81675F4AE46A}"/>
              </a:ext>
            </a:extLst>
          </p:cNvPr>
          <p:cNvGrpSpPr/>
          <p:nvPr/>
        </p:nvGrpSpPr>
        <p:grpSpPr>
          <a:xfrm>
            <a:off x="3830172" y="158549"/>
            <a:ext cx="433812" cy="332704"/>
            <a:chOff x="7839715" y="2553300"/>
            <a:chExt cx="433812" cy="33270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9A142EF-28CF-F538-62A1-D239FE1F3275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7E4FAF4-B2BC-FB0A-D57B-E388C9959DCA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F6E9B8B-FD10-97CA-B162-D549703876AC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C173C4F-B93E-11F9-FC50-0D56B27657F6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935FC3-4ECB-037C-95BB-53F863576772}"/>
              </a:ext>
            </a:extLst>
          </p:cNvPr>
          <p:cNvGrpSpPr/>
          <p:nvPr/>
        </p:nvGrpSpPr>
        <p:grpSpPr>
          <a:xfrm>
            <a:off x="6271854" y="158549"/>
            <a:ext cx="433812" cy="332704"/>
            <a:chOff x="8292233" y="2422448"/>
            <a:chExt cx="433812" cy="33270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80714BD-F220-7DD7-AA19-53AFA81E604F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473A434-9519-B74D-C5C3-411841C00E6C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08A808-BC7F-3832-D738-E3858222297C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36120C47-E2FF-23B8-8BDB-95DB3B1F008E}"/>
              </a:ext>
            </a:extLst>
          </p:cNvPr>
          <p:cNvSpPr/>
          <p:nvPr/>
        </p:nvSpPr>
        <p:spPr>
          <a:xfrm>
            <a:off x="7060025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FB786CD-EA03-9E3F-252C-416A7C92C28B}"/>
              </a:ext>
            </a:extLst>
          </p:cNvPr>
          <p:cNvSpPr/>
          <p:nvPr/>
        </p:nvSpPr>
        <p:spPr>
          <a:xfrm>
            <a:off x="8420801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A3D6EC6-AA6F-39CE-3AD2-7384B3FD6425}"/>
              </a:ext>
            </a:extLst>
          </p:cNvPr>
          <p:cNvSpPr/>
          <p:nvPr/>
        </p:nvSpPr>
        <p:spPr>
          <a:xfrm>
            <a:off x="841173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90E31B-95AD-4E92-3EBA-90CC446C4C60}"/>
              </a:ext>
            </a:extLst>
          </p:cNvPr>
          <p:cNvGrpSpPr/>
          <p:nvPr/>
        </p:nvGrpSpPr>
        <p:grpSpPr>
          <a:xfrm>
            <a:off x="7926617" y="158549"/>
            <a:ext cx="433812" cy="332704"/>
            <a:chOff x="8450452" y="2221310"/>
            <a:chExt cx="433812" cy="3327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DADBA6A-54C8-727E-6934-FC0B20C9255F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83C2201-2277-0A2E-5D7A-EBD7275FAD4B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4201739-4C06-E80B-B67A-90892E7601ED}"/>
              </a:ext>
            </a:extLst>
          </p:cNvPr>
          <p:cNvGrpSpPr/>
          <p:nvPr/>
        </p:nvGrpSpPr>
        <p:grpSpPr>
          <a:xfrm>
            <a:off x="1866672" y="158549"/>
            <a:ext cx="433812" cy="332704"/>
            <a:chOff x="7576832" y="2355919"/>
            <a:chExt cx="433812" cy="33270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232D426-A93B-542A-D0EE-FED342CC19CF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56CE60E-AC3D-7130-22E8-60F9C9E6B3B9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74537B7-8038-FB41-2A43-6CAB078FF707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61E07C8-61F6-6C8D-5309-2A54FEDA1B21}"/>
              </a:ext>
            </a:extLst>
          </p:cNvPr>
          <p:cNvGrpSpPr/>
          <p:nvPr/>
        </p:nvGrpSpPr>
        <p:grpSpPr>
          <a:xfrm>
            <a:off x="9979011" y="158549"/>
            <a:ext cx="433812" cy="332704"/>
            <a:chOff x="8905992" y="2175071"/>
            <a:chExt cx="433812" cy="3327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65A5F6C-4BED-486C-5688-E5FA78E59352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B2C8509-C927-394A-8124-A148E24CA4E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2C0EA8A-C79F-0C9C-77BC-B2DD53C260E7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6C55203-1E3F-7F2F-E9C1-1AC290D3A170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18E977B-DFB9-CF4F-94D8-06CD2F853F5A}"/>
              </a:ext>
            </a:extLst>
          </p:cNvPr>
          <p:cNvGrpSpPr/>
          <p:nvPr/>
        </p:nvGrpSpPr>
        <p:grpSpPr>
          <a:xfrm>
            <a:off x="10939839" y="158549"/>
            <a:ext cx="433812" cy="332704"/>
            <a:chOff x="9309655" y="2557406"/>
            <a:chExt cx="433812" cy="332704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7C3B7A9-5761-CD44-D230-2F1531659E70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2A39C5E-19EA-F6DC-28B8-640AAC90CE16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7237E66-720D-79D7-E450-8957A8B21C15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0C52F0F-F111-C975-9FA9-A9ECBAB9E758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52C4D35-215B-FF2C-4212-45E764592C50}"/>
              </a:ext>
            </a:extLst>
          </p:cNvPr>
          <p:cNvGrpSpPr/>
          <p:nvPr/>
        </p:nvGrpSpPr>
        <p:grpSpPr>
          <a:xfrm>
            <a:off x="9305998" y="157174"/>
            <a:ext cx="480707" cy="335455"/>
            <a:chOff x="8786411" y="2519876"/>
            <a:chExt cx="480707" cy="33545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BBBD6CD-280A-17B5-5F50-645DC84A5D05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3D42C73-935E-273E-0A50-BFA07A92A524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FFE5967-B998-8620-1BBD-CE26A7B8E80D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C6AC970-421B-88A6-27A9-4DB5CE24335B}"/>
              </a:ext>
            </a:extLst>
          </p:cNvPr>
          <p:cNvGrpSpPr/>
          <p:nvPr/>
        </p:nvGrpSpPr>
        <p:grpSpPr>
          <a:xfrm rot="1225737">
            <a:off x="3342606" y="154499"/>
            <a:ext cx="674286" cy="340804"/>
            <a:chOff x="7702717" y="2138490"/>
            <a:chExt cx="674286" cy="340804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81AE99D-43B7-D02A-7B77-FBC00617E7D4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FD70FFB-B542-88AC-872F-E7D8ED05FD2D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322ED5E-FD9C-5E91-8768-0AD1CD6F0E6C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640897B-34B3-F11A-A365-79CEBE69C911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5287ACC-70E2-F7D6-37F8-A49E9F7E3E37}"/>
              </a:ext>
            </a:extLst>
          </p:cNvPr>
          <p:cNvGrpSpPr/>
          <p:nvPr/>
        </p:nvGrpSpPr>
        <p:grpSpPr>
          <a:xfrm>
            <a:off x="764844" y="158549"/>
            <a:ext cx="433812" cy="332704"/>
            <a:chOff x="7839715" y="2553300"/>
            <a:chExt cx="433812" cy="332704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F520EF6-A484-BE37-5EFB-2A50EDDB4513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1F0A84A-2DAE-67E8-3B71-9E072424796A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19786E6-0D3C-74B4-BAB3-6CAE054F02E7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2210302-8195-1017-4E13-E1B05B8B3E59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53A154D-6393-9F20-D7F9-C56CAAACC765}"/>
              </a:ext>
            </a:extLst>
          </p:cNvPr>
          <p:cNvGrpSpPr/>
          <p:nvPr/>
        </p:nvGrpSpPr>
        <p:grpSpPr>
          <a:xfrm rot="19742808">
            <a:off x="4077264" y="158549"/>
            <a:ext cx="433812" cy="332704"/>
            <a:chOff x="8292233" y="2422448"/>
            <a:chExt cx="433812" cy="332704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D4B6488-0B13-40F2-0737-75B870BDCB15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0493595-53CD-D508-5A1F-ECF79972BB08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5E59342-C714-29C6-700C-1D2415CECA76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FBE507A9-461B-08FA-F9B2-9529BFCCE45D}"/>
              </a:ext>
            </a:extLst>
          </p:cNvPr>
          <p:cNvSpPr/>
          <p:nvPr/>
        </p:nvSpPr>
        <p:spPr>
          <a:xfrm rot="4509800">
            <a:off x="432435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D6E8F3F-136F-028F-8190-B226978A08AD}"/>
              </a:ext>
            </a:extLst>
          </p:cNvPr>
          <p:cNvSpPr/>
          <p:nvPr/>
        </p:nvSpPr>
        <p:spPr>
          <a:xfrm>
            <a:off x="5426184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1619478-3A7B-42D2-36B4-6DF74030AC48}"/>
              </a:ext>
            </a:extLst>
          </p:cNvPr>
          <p:cNvSpPr/>
          <p:nvPr/>
        </p:nvSpPr>
        <p:spPr>
          <a:xfrm>
            <a:off x="5918670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E6822DE-7149-7433-EF59-F4ECF695BE55}"/>
              </a:ext>
            </a:extLst>
          </p:cNvPr>
          <p:cNvGrpSpPr/>
          <p:nvPr/>
        </p:nvGrpSpPr>
        <p:grpSpPr>
          <a:xfrm>
            <a:off x="5179092" y="158549"/>
            <a:ext cx="433812" cy="332704"/>
            <a:chOff x="8450452" y="2221310"/>
            <a:chExt cx="433812" cy="332704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4C9CC563-0110-8C42-0861-8C49E0F2A184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398892E0-7006-75C0-DC69-26F17F1FEE0B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AFF0A5D-1007-8320-BD7A-4115BC1B33EF}"/>
              </a:ext>
            </a:extLst>
          </p:cNvPr>
          <p:cNvGrpSpPr/>
          <p:nvPr/>
        </p:nvGrpSpPr>
        <p:grpSpPr>
          <a:xfrm rot="163405">
            <a:off x="30186" y="158549"/>
            <a:ext cx="433812" cy="332704"/>
            <a:chOff x="7576832" y="2355919"/>
            <a:chExt cx="433812" cy="33270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971C438C-424B-257D-18AE-E75BA2CFFC49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727ED55-5C3B-089F-C379-A3064ABE123C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61C8FB3-1367-9E1D-880D-573109B6BDD6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90BBE9D-17DE-3E09-CB2F-E0DC1DE05ADE}"/>
              </a:ext>
            </a:extLst>
          </p:cNvPr>
          <p:cNvGrpSpPr/>
          <p:nvPr/>
        </p:nvGrpSpPr>
        <p:grpSpPr>
          <a:xfrm>
            <a:off x="8173709" y="158549"/>
            <a:ext cx="433812" cy="332704"/>
            <a:chOff x="8905992" y="2175071"/>
            <a:chExt cx="433812" cy="332704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D7CB358-5802-4549-B33E-384D595BCB74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AF4F8B3-6580-A367-4CEB-4F946F32E41C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B97F64E-6340-EDE1-B420-3B3357516B31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1ED335C8-1006-904C-D95E-63DD606700D9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F52CE3D-5C22-FA09-B4D1-C6E1F1A2F0BF}"/>
              </a:ext>
            </a:extLst>
          </p:cNvPr>
          <p:cNvGrpSpPr/>
          <p:nvPr/>
        </p:nvGrpSpPr>
        <p:grpSpPr>
          <a:xfrm>
            <a:off x="8811814" y="158549"/>
            <a:ext cx="433812" cy="332704"/>
            <a:chOff x="9309655" y="2557406"/>
            <a:chExt cx="433812" cy="332704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B8A3418-E23D-73DD-6701-1C24EEEE4ADE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F854263-7C63-AFDC-DAB2-D9B97E61A306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592FE19-75C9-20A3-8504-5F94B471E3E5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94324139-52F9-CC47-B48D-346068962B5F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B994FA6-7733-C81D-A835-693BD292CEBE}"/>
              </a:ext>
            </a:extLst>
          </p:cNvPr>
          <p:cNvGrpSpPr/>
          <p:nvPr/>
        </p:nvGrpSpPr>
        <p:grpSpPr>
          <a:xfrm rot="4073409">
            <a:off x="6766038" y="157174"/>
            <a:ext cx="480707" cy="335455"/>
            <a:chOff x="8786411" y="2519876"/>
            <a:chExt cx="480707" cy="335455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66DAEBE-FA08-4996-6581-AFBDE7E2EB3C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3B16C72-72B9-3AD6-8F83-3D74E1035083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12B795E9-E110-A00D-EEAB-DA0B47800CE9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B03FDFF-427E-67AB-E590-B715E68700BF}"/>
              </a:ext>
            </a:extLst>
          </p:cNvPr>
          <p:cNvGrpSpPr/>
          <p:nvPr/>
        </p:nvGrpSpPr>
        <p:grpSpPr>
          <a:xfrm rot="8866267">
            <a:off x="277278" y="154499"/>
            <a:ext cx="674286" cy="340804"/>
            <a:chOff x="7702717" y="2138490"/>
            <a:chExt cx="674286" cy="340804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C9FC4CE-05F7-6314-7D5A-AF539E4C8F53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EBD5E46C-3718-4399-1500-B42CABF042DE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D9EAA788-08BC-CD3D-8689-969121A9288E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6F0969B-4F9A-5F0A-EB9A-993F7AB0F3A2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EB5F0E6-EA73-1D98-94A2-44A89557802B}"/>
              </a:ext>
            </a:extLst>
          </p:cNvPr>
          <p:cNvGrpSpPr/>
          <p:nvPr/>
        </p:nvGrpSpPr>
        <p:grpSpPr>
          <a:xfrm rot="10800000">
            <a:off x="5558118" y="158549"/>
            <a:ext cx="547272" cy="332704"/>
            <a:chOff x="2616513" y="2273732"/>
            <a:chExt cx="547272" cy="332704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CCC8C689-491C-1F73-6B0C-A1DD733C5D5B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F51984B6-839C-7682-31DB-56C4116C6F1A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28B0F18-6746-3613-2DB5-17F099E9E6D9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8FF3E87B-2C78-593B-0A15-21541E7445B1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0A30C04-C5CA-1947-4DC0-CC6CCAF6660C}"/>
              </a:ext>
            </a:extLst>
          </p:cNvPr>
          <p:cNvGrpSpPr/>
          <p:nvPr/>
        </p:nvGrpSpPr>
        <p:grpSpPr>
          <a:xfrm rot="20606813">
            <a:off x="1011936" y="158549"/>
            <a:ext cx="433812" cy="332704"/>
            <a:chOff x="8292233" y="2422448"/>
            <a:chExt cx="433812" cy="332704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60893A0E-6AC6-EEEB-A090-AC8FBF0F6A19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95FD4C2F-0082-6078-6F22-70B510545F02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36F7CAE9-9117-3579-75A3-E70C3215AE99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3AFFD94-CB67-0E2D-AEE8-4BA821706528}"/>
              </a:ext>
            </a:extLst>
          </p:cNvPr>
          <p:cNvGrpSpPr/>
          <p:nvPr/>
        </p:nvGrpSpPr>
        <p:grpSpPr>
          <a:xfrm rot="16923898">
            <a:off x="8164643" y="158549"/>
            <a:ext cx="433812" cy="332704"/>
            <a:chOff x="7839715" y="2553300"/>
            <a:chExt cx="433812" cy="332704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FB5B6ADF-B468-5BFE-2CCA-FD9FBC5D6C6D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6060A9E-206C-EF48-41A0-C97744560EA0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022D3FDD-2494-7D69-55B5-7814ED4AC83E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D4BF9D57-3E81-0498-68C8-2A0181CCC217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A7C0E34-B614-97C6-A189-235F33DADC27}"/>
              </a:ext>
            </a:extLst>
          </p:cNvPr>
          <p:cNvGrpSpPr/>
          <p:nvPr/>
        </p:nvGrpSpPr>
        <p:grpSpPr>
          <a:xfrm rot="6069054">
            <a:off x="11186931" y="158549"/>
            <a:ext cx="433812" cy="332704"/>
            <a:chOff x="8905992" y="2175071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1E0ACD93-6088-7567-B13D-9A31A50AAEC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A9C8B9A-80DE-7559-01EB-A946944A1A4E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418C105-C954-9FDF-3B72-B0A965F071D8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294DF7E-9E30-3C46-430C-10D3B0F53FB9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AB08AFC-4072-4E1B-BABB-DC521E71D98F}"/>
              </a:ext>
            </a:extLst>
          </p:cNvPr>
          <p:cNvGrpSpPr/>
          <p:nvPr/>
        </p:nvGrpSpPr>
        <p:grpSpPr>
          <a:xfrm>
            <a:off x="2601330" y="158549"/>
            <a:ext cx="433812" cy="332704"/>
            <a:chOff x="8905992" y="2175071"/>
            <a:chExt cx="433812" cy="332704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993261E-00D5-DDCF-7524-273D0E60B546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6DF93754-1717-B150-F08D-0C6FB2A55AC0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71812536-9D0A-3719-1893-06E05DB8E2E4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E7039EC1-39D4-AD84-1FD0-E0FA698DB349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C002510-0362-B1FF-CD08-64E9D4C824EF}"/>
              </a:ext>
            </a:extLst>
          </p:cNvPr>
          <p:cNvGrpSpPr/>
          <p:nvPr/>
        </p:nvGrpSpPr>
        <p:grpSpPr>
          <a:xfrm>
            <a:off x="1506120" y="158549"/>
            <a:ext cx="547272" cy="332704"/>
            <a:chOff x="2616513" y="2273732"/>
            <a:chExt cx="547272" cy="332704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873CB9E-E61C-9D57-867F-5F474D317D2B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EE925D01-7829-AD11-5B80-9E63C351BC99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C9DDF72F-BCA0-C052-5A8F-3EECB9DEAD4A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09BC389-868F-8798-BD28-4EBB6E0CDF7F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0C6C9A5-25E5-3FC0-7A8F-6B8CA032A7F3}"/>
              </a:ext>
            </a:extLst>
          </p:cNvPr>
          <p:cNvGrpSpPr/>
          <p:nvPr/>
        </p:nvGrpSpPr>
        <p:grpSpPr>
          <a:xfrm rot="19812029">
            <a:off x="5777670" y="158549"/>
            <a:ext cx="433812" cy="332704"/>
            <a:chOff x="7839715" y="2553300"/>
            <a:chExt cx="433812" cy="332704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C17A640-683B-1F01-1A95-4D7D90F16FB4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B08F53FB-4397-6AEB-E5DA-1874BC38553B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2F4AE80E-E8A7-5DC2-CB7F-3887AD8E30F3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4B6E52DC-71CD-C5C1-61D4-00634A4A50D2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65B1B89-6EB4-7DC5-7BA9-0BB692213D7D}"/>
              </a:ext>
            </a:extLst>
          </p:cNvPr>
          <p:cNvGrpSpPr/>
          <p:nvPr/>
        </p:nvGrpSpPr>
        <p:grpSpPr>
          <a:xfrm>
            <a:off x="8270735" y="158549"/>
            <a:ext cx="433812" cy="332704"/>
            <a:chOff x="8292233" y="2422448"/>
            <a:chExt cx="433812" cy="332704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BE2569B1-C6AD-3A34-DC9C-A692E58BFA85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6FD7E6E9-AABD-69E3-0B7B-2E079515B972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D8DFB194-5BA0-72E2-F081-1B3E151926AB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25" name="Oval 124">
            <a:extLst>
              <a:ext uri="{FF2B5EF4-FFF2-40B4-BE49-F238E27FC236}">
                <a16:creationId xmlns:a16="http://schemas.microsoft.com/office/drawing/2014/main" id="{72513A86-2E04-EC09-7235-22819B2A64D6}"/>
              </a:ext>
            </a:extLst>
          </p:cNvPr>
          <p:cNvSpPr/>
          <p:nvPr/>
        </p:nvSpPr>
        <p:spPr>
          <a:xfrm rot="19727928">
            <a:off x="905890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CFE787F4-355F-F48A-C07F-CADB7E9E754A}"/>
              </a:ext>
            </a:extLst>
          </p:cNvPr>
          <p:cNvSpPr/>
          <p:nvPr/>
        </p:nvSpPr>
        <p:spPr>
          <a:xfrm>
            <a:off x="10094169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5BE3FDBA-39CB-AFA2-DA1A-405D11359A54}"/>
              </a:ext>
            </a:extLst>
          </p:cNvPr>
          <p:cNvSpPr/>
          <p:nvPr/>
        </p:nvSpPr>
        <p:spPr>
          <a:xfrm>
            <a:off x="1047319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B809766-30B4-E1F7-A177-13F876215AA6}"/>
              </a:ext>
            </a:extLst>
          </p:cNvPr>
          <p:cNvGrpSpPr/>
          <p:nvPr/>
        </p:nvGrpSpPr>
        <p:grpSpPr>
          <a:xfrm>
            <a:off x="9599985" y="158549"/>
            <a:ext cx="433812" cy="332704"/>
            <a:chOff x="8450452" y="2221310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7107F0C9-CA7B-B64B-5305-C4208C30ACF3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7A82DB48-E393-7B9D-DE67-71064559BB4D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5482A74-2CC1-D884-0058-353C9F634208}"/>
              </a:ext>
            </a:extLst>
          </p:cNvPr>
          <p:cNvGrpSpPr/>
          <p:nvPr/>
        </p:nvGrpSpPr>
        <p:grpSpPr>
          <a:xfrm rot="19240955">
            <a:off x="4932000" y="158549"/>
            <a:ext cx="433812" cy="332704"/>
            <a:chOff x="7576832" y="2355919"/>
            <a:chExt cx="433812" cy="332704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B545898E-F4D8-33CD-7159-5EEA7F48FB81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43AA5B17-ADB8-3949-41AF-3EAC92529256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748593CE-F258-63D9-B980-6BC9240FCB3A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85F69F91-A962-BAAA-7037-BE85B97C7BD6}"/>
              </a:ext>
            </a:extLst>
          </p:cNvPr>
          <p:cNvGrpSpPr/>
          <p:nvPr/>
        </p:nvGrpSpPr>
        <p:grpSpPr>
          <a:xfrm>
            <a:off x="11728010" y="158549"/>
            <a:ext cx="433812" cy="332704"/>
            <a:chOff x="8905992" y="2175071"/>
            <a:chExt cx="433812" cy="332704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E2113789-BF07-8EB3-61C6-C30EFE256BA9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8269770-00CE-7932-4591-9EC3FFF0B1E1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D1EEFA7E-50EC-EB54-8F10-47DF0F397541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FB455D3-DA7D-2626-3473-BF5B84613C72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7873A8F-8AC2-48FC-C390-A66938A7977B}"/>
              </a:ext>
            </a:extLst>
          </p:cNvPr>
          <p:cNvGrpSpPr/>
          <p:nvPr/>
        </p:nvGrpSpPr>
        <p:grpSpPr>
          <a:xfrm rot="21057476">
            <a:off x="-216906" y="158549"/>
            <a:ext cx="433812" cy="332704"/>
            <a:chOff x="9309655" y="2557406"/>
            <a:chExt cx="433812" cy="332704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38187515-8F7F-7590-043B-D302369EBBDE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39CA4A00-533E-F699-D94C-ACF08A9B8083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093CDE5-3991-A67E-6892-0E89F26D064D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4E2B04C9-181A-F593-F1C5-C90DC9081566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8C7B838-4702-CBD0-8500-E7EA09E1E0AC}"/>
              </a:ext>
            </a:extLst>
          </p:cNvPr>
          <p:cNvGrpSpPr/>
          <p:nvPr/>
        </p:nvGrpSpPr>
        <p:grpSpPr>
          <a:xfrm rot="4700176">
            <a:off x="11434023" y="157174"/>
            <a:ext cx="480707" cy="335455"/>
            <a:chOff x="8786411" y="2519876"/>
            <a:chExt cx="480707" cy="335455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36DA860-1AE6-CD9E-5E6E-AC2653A470AB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CDD9EF78-2682-E6C0-F3D4-3BCEF3CC47BC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BB6C609-C435-C4D0-54A8-CA5EFEA94419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A636C27-3C84-E012-95F6-A0329CE4C499}"/>
              </a:ext>
            </a:extLst>
          </p:cNvPr>
          <p:cNvGrpSpPr/>
          <p:nvPr/>
        </p:nvGrpSpPr>
        <p:grpSpPr>
          <a:xfrm>
            <a:off x="3095514" y="158549"/>
            <a:ext cx="433812" cy="332704"/>
            <a:chOff x="7839715" y="2553300"/>
            <a:chExt cx="433812" cy="332704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793C53B-EBD5-4B1C-2634-D6B8B56A925E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0CD3BD8-016C-45E7-ADD2-C83E553CAA53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820A0F47-FDDF-AEDE-003A-65902634AB4F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2F44AA3A-3DC9-C036-8CD3-2D9D6D730A03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315F6953-0DC6-039D-D323-5165C919AF74}"/>
              </a:ext>
            </a:extLst>
          </p:cNvPr>
          <p:cNvGrpSpPr/>
          <p:nvPr/>
        </p:nvGrpSpPr>
        <p:grpSpPr>
          <a:xfrm rot="5114785">
            <a:off x="6024762" y="158549"/>
            <a:ext cx="433812" cy="332704"/>
            <a:chOff x="8292233" y="2422448"/>
            <a:chExt cx="433812" cy="332704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F5B56E4A-AA59-64F0-279B-D6C7E63BC68E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1730BC6B-FAF6-F9F6-AB38-B188ADBA165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3409C0D-6439-C4DB-9018-278AF54CCFA4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87A5F31E-260F-E991-B7CB-47227AD0A87E}"/>
              </a:ext>
            </a:extLst>
          </p:cNvPr>
          <p:cNvSpPr/>
          <p:nvPr/>
        </p:nvSpPr>
        <p:spPr>
          <a:xfrm rot="19877889">
            <a:off x="651894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2E82D79B-D609-117D-0B75-DFF28B915C1B}"/>
              </a:ext>
            </a:extLst>
          </p:cNvPr>
          <p:cNvSpPr/>
          <p:nvPr/>
        </p:nvSpPr>
        <p:spPr>
          <a:xfrm>
            <a:off x="8041775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F4EB7A80-0AAF-1ED2-850B-6B1CDCD75265}"/>
              </a:ext>
            </a:extLst>
          </p:cNvPr>
          <p:cNvSpPr/>
          <p:nvPr/>
        </p:nvSpPr>
        <p:spPr>
          <a:xfrm>
            <a:off x="8305643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A6A1AFA3-C356-E998-B180-11551D12A721}"/>
              </a:ext>
            </a:extLst>
          </p:cNvPr>
          <p:cNvGrpSpPr/>
          <p:nvPr/>
        </p:nvGrpSpPr>
        <p:grpSpPr>
          <a:xfrm rot="19612653">
            <a:off x="7794683" y="158549"/>
            <a:ext cx="433812" cy="332704"/>
            <a:chOff x="8450452" y="2221310"/>
            <a:chExt cx="433812" cy="332704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1FDB5873-A0EB-F1B2-5908-13D0E071FB73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4BB343B7-46C8-DD71-D6D7-C243525EC0D4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7CD90645-8666-7706-2FA1-EB5EABF78323}"/>
              </a:ext>
            </a:extLst>
          </p:cNvPr>
          <p:cNvGrpSpPr/>
          <p:nvPr/>
        </p:nvGrpSpPr>
        <p:grpSpPr>
          <a:xfrm rot="2917480">
            <a:off x="1259028" y="158549"/>
            <a:ext cx="433812" cy="332704"/>
            <a:chOff x="7576832" y="2355919"/>
            <a:chExt cx="433812" cy="332704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3AF7B90A-1B5C-2DEB-0B90-29B8D5A4465E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D51FA746-F0D9-DCEA-49DD-C03F3A24BC15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87E6F19E-2F46-371A-07F8-C6AFFC3467A4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F884831-DB22-85B1-58C0-2457115562BD}"/>
              </a:ext>
            </a:extLst>
          </p:cNvPr>
          <p:cNvGrpSpPr/>
          <p:nvPr/>
        </p:nvGrpSpPr>
        <p:grpSpPr>
          <a:xfrm rot="19211855">
            <a:off x="9847077" y="158549"/>
            <a:ext cx="433812" cy="332704"/>
            <a:chOff x="8905992" y="2175071"/>
            <a:chExt cx="433812" cy="332704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974E48B6-82B7-CB6B-DC7B-E37590ECCB9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57257782-C230-2E5B-9390-9109D94DCD63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25C3BA38-9B4C-5C10-BCB6-E36FBF7B65D6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FA24FD5C-A44D-5A43-7FEF-42AB4A5AC760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1C28EF1-5800-2AD3-E653-89BBE9D25047}"/>
              </a:ext>
            </a:extLst>
          </p:cNvPr>
          <p:cNvGrpSpPr/>
          <p:nvPr/>
        </p:nvGrpSpPr>
        <p:grpSpPr>
          <a:xfrm>
            <a:off x="10692747" y="158549"/>
            <a:ext cx="433812" cy="332704"/>
            <a:chOff x="9309655" y="2557406"/>
            <a:chExt cx="433812" cy="332704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3FC9BA41-FDBA-CDA4-D4A9-3088EC4992A4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464ED2F8-F124-FDA8-1A7E-1C73897BC86F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02D96437-0FA2-D66F-E357-9E27FC878B28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72D40D65-17DF-9C83-8992-33E9D0849C05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14D84A5C-BCFC-2F00-0172-8F8541A5B614}"/>
              </a:ext>
            </a:extLst>
          </p:cNvPr>
          <p:cNvGrpSpPr/>
          <p:nvPr/>
        </p:nvGrpSpPr>
        <p:grpSpPr>
          <a:xfrm rot="7800746">
            <a:off x="8517827" y="157174"/>
            <a:ext cx="480707" cy="335455"/>
            <a:chOff x="8786411" y="2519876"/>
            <a:chExt cx="480707" cy="335455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EE1867AB-4A5D-6AF5-9FF0-B9756AC9B36A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218D20D8-64D3-802C-1519-63D8FF29B785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50F8A35F-0B49-D672-FFB0-6EB187BF7F29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6D319619-02CB-FD3A-C94C-1BFF5607262C}"/>
              </a:ext>
            </a:extLst>
          </p:cNvPr>
          <p:cNvGrpSpPr/>
          <p:nvPr/>
        </p:nvGrpSpPr>
        <p:grpSpPr>
          <a:xfrm rot="19014355">
            <a:off x="2113764" y="154499"/>
            <a:ext cx="674286" cy="340804"/>
            <a:chOff x="7702717" y="2138490"/>
            <a:chExt cx="674286" cy="340804"/>
          </a:xfrm>
        </p:grpSpPr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5FAE0CBF-678A-559B-5BA3-9AB5B471A50F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89ECAD5A-6BA4-674B-F19B-0021233F36C5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BC2BABF7-6E41-25C2-76C2-F19E8DBEF964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6D8A7B54-524E-2E35-E320-A70C1341D2A7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34EF3B1-BDC2-1A32-2003-F46E09D37FCC}"/>
              </a:ext>
            </a:extLst>
          </p:cNvPr>
          <p:cNvGrpSpPr/>
          <p:nvPr/>
        </p:nvGrpSpPr>
        <p:grpSpPr>
          <a:xfrm rot="5400000">
            <a:off x="10332195" y="158549"/>
            <a:ext cx="547272" cy="332704"/>
            <a:chOff x="2616513" y="2273732"/>
            <a:chExt cx="547272" cy="332704"/>
          </a:xfrm>
        </p:grpSpPr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4D5C691-86F4-DFD7-B31B-90F20BF31464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DAD3E194-B455-FE94-242B-5A25A88EE544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0B84235B-0AC9-D7EA-4955-7DE35BBEAA22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DA280EF2-9181-6A52-53D5-594CED934B97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5A3660DB-375A-1C72-19C2-EBCF5F142870}"/>
              </a:ext>
            </a:extLst>
          </p:cNvPr>
          <p:cNvGrpSpPr/>
          <p:nvPr/>
        </p:nvGrpSpPr>
        <p:grpSpPr>
          <a:xfrm>
            <a:off x="2848422" y="158549"/>
            <a:ext cx="433812" cy="332704"/>
            <a:chOff x="8292233" y="2422448"/>
            <a:chExt cx="433812" cy="332704"/>
          </a:xfrm>
        </p:grpSpPr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D242C410-BC9B-A657-5A59-6F01F90D96E6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3DF89D48-A8EE-E423-0D76-70B4629B57A1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6AF08EC6-C4DB-62DB-7B55-DAC873BC49C6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F5FF186-5C97-6B39-57B0-BFA290F451BD}"/>
              </a:ext>
            </a:extLst>
          </p:cNvPr>
          <p:cNvGrpSpPr/>
          <p:nvPr/>
        </p:nvGrpSpPr>
        <p:grpSpPr>
          <a:xfrm>
            <a:off x="10226103" y="158549"/>
            <a:ext cx="433812" cy="332704"/>
            <a:chOff x="7839715" y="2553300"/>
            <a:chExt cx="433812" cy="332704"/>
          </a:xfrm>
        </p:grpSpPr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97F42406-771B-44AF-62C3-E77EAF81EA60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BE12310F-C601-84DB-9C8F-D5185272EA68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27BA5FA9-27E9-4CD7-9812-1CF765ACF92E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1899B1EF-B8D3-DAC0-843B-F2FD1B657363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A29E1BF0-EF8D-6FA6-2104-5CF824F626DE}"/>
              </a:ext>
            </a:extLst>
          </p:cNvPr>
          <p:cNvGrpSpPr/>
          <p:nvPr/>
        </p:nvGrpSpPr>
        <p:grpSpPr>
          <a:xfrm rot="20803146">
            <a:off x="11975094" y="158549"/>
            <a:ext cx="433812" cy="332704"/>
            <a:chOff x="8905992" y="2175071"/>
            <a:chExt cx="433812" cy="332704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E2AF38B6-2468-0FB0-19CD-D3CB2F1F2184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61D21D3C-79B4-A66A-D290-C3A644E23437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DB332DFA-E6F3-E3C6-1F72-C71EE45171E3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F36910E5-B79E-F22D-6CDB-F8610AC24396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9AF5EFC-013E-FFE4-7EF7-E8564411806C}"/>
              </a:ext>
            </a:extLst>
          </p:cNvPr>
          <p:cNvGrpSpPr/>
          <p:nvPr/>
        </p:nvGrpSpPr>
        <p:grpSpPr>
          <a:xfrm rot="3160545">
            <a:off x="5311026" y="158549"/>
            <a:ext cx="433812" cy="332704"/>
            <a:chOff x="8905992" y="2175071"/>
            <a:chExt cx="433812" cy="332704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618BB718-A15D-485F-F0DA-D311FD260EB2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0BF3B28D-592F-B423-847B-D7CF2B1FBBF4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46C02918-A8C8-BD45-84E4-C5453E3DD704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16C572D4-4734-2BDD-F848-DF1C1DF3BD03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5FD6336-570D-CE9C-CC38-19E19DEC3936}"/>
              </a:ext>
            </a:extLst>
          </p:cNvPr>
          <p:cNvGrpSpPr/>
          <p:nvPr/>
        </p:nvGrpSpPr>
        <p:grpSpPr>
          <a:xfrm>
            <a:off x="4571448" y="158549"/>
            <a:ext cx="547272" cy="332704"/>
            <a:chOff x="2616513" y="2273732"/>
            <a:chExt cx="547272" cy="332704"/>
          </a:xfrm>
        </p:grpSpPr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F06088D5-7B8B-76F5-CA13-D6DB8FB8EDDF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380888C-A380-E7FB-3142-D9BB0CB2106A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CD7FA109-4169-832C-4D35-C9681700FAF6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3DC2DFB-4B91-A49B-B8D1-04DBECFF2BE2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794757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C56CD-92E5-B061-0C28-5EA12CBE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BCA4C5A7-27F7-7E6F-1D86-5BCB51BF1E34}"/>
              </a:ext>
            </a:extLst>
          </p:cNvPr>
          <p:cNvSpPr/>
          <p:nvPr/>
        </p:nvSpPr>
        <p:spPr>
          <a:xfrm>
            <a:off x="1815017" y="3525626"/>
            <a:ext cx="319790" cy="319788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395B9A-9D5A-DDE2-2BB9-907DF30A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noProof="0" dirty="0"/>
              <a:t>Abstracción</a:t>
            </a:r>
            <a:r>
              <a:rPr lang="es-ES" noProof="0" dirty="0"/>
              <a:t> y </a:t>
            </a:r>
            <a:r>
              <a:rPr lang="es-ES" b="1" noProof="0" dirty="0"/>
              <a:t>descomposición</a:t>
            </a:r>
            <a:endParaRPr lang="es-ES" noProof="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2C9977-7946-94D9-28D0-1280BD559930}"/>
              </a:ext>
            </a:extLst>
          </p:cNvPr>
          <p:cNvSpPr/>
          <p:nvPr/>
        </p:nvSpPr>
        <p:spPr>
          <a:xfrm>
            <a:off x="1809943" y="3808430"/>
            <a:ext cx="329938" cy="452487"/>
          </a:xfrm>
          <a:prstGeom prst="roundRect">
            <a:avLst>
              <a:gd name="adj" fmla="val 30953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1E0F65-4572-3B89-B116-E6BF9D552311}"/>
              </a:ext>
            </a:extLst>
          </p:cNvPr>
          <p:cNvSpPr/>
          <p:nvPr/>
        </p:nvSpPr>
        <p:spPr>
          <a:xfrm>
            <a:off x="1809943" y="3119911"/>
            <a:ext cx="329938" cy="452487"/>
          </a:xfrm>
          <a:prstGeom prst="roundRect">
            <a:avLst>
              <a:gd name="adj" fmla="val 30953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019AA0-0DB0-1242-276B-37304124FA0D}"/>
              </a:ext>
            </a:extLst>
          </p:cNvPr>
          <p:cNvSpPr/>
          <p:nvPr/>
        </p:nvSpPr>
        <p:spPr>
          <a:xfrm>
            <a:off x="1640264" y="2555583"/>
            <a:ext cx="3327660" cy="826269"/>
          </a:xfrm>
          <a:prstGeom prst="roundRect">
            <a:avLst>
              <a:gd name="adj" fmla="val 641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819E08-4B63-F98F-A92C-0046C50A3580}"/>
              </a:ext>
            </a:extLst>
          </p:cNvPr>
          <p:cNvSpPr/>
          <p:nvPr/>
        </p:nvSpPr>
        <p:spPr>
          <a:xfrm>
            <a:off x="1640265" y="3986814"/>
            <a:ext cx="3327658" cy="2027487"/>
          </a:xfrm>
          <a:prstGeom prst="roundRect">
            <a:avLst>
              <a:gd name="adj" fmla="val 641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158CC73-7C68-DCCE-3AF7-9CEFA1E354E8}"/>
              </a:ext>
            </a:extLst>
          </p:cNvPr>
          <p:cNvSpPr/>
          <p:nvPr/>
        </p:nvSpPr>
        <p:spPr>
          <a:xfrm>
            <a:off x="4050360" y="3162331"/>
            <a:ext cx="989813" cy="989813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BE4305E-94DD-BA39-A1EC-4335504BACEE}"/>
              </a:ext>
            </a:extLst>
          </p:cNvPr>
          <p:cNvSpPr/>
          <p:nvPr/>
        </p:nvSpPr>
        <p:spPr>
          <a:xfrm>
            <a:off x="1568015" y="2433453"/>
            <a:ext cx="3472158" cy="566614"/>
          </a:xfrm>
          <a:prstGeom prst="roundRect">
            <a:avLst>
              <a:gd name="adj" fmla="val 6410"/>
            </a:avLst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FE4F1A-FC92-85A0-26AD-23F8028CA31E}"/>
              </a:ext>
            </a:extLst>
          </p:cNvPr>
          <p:cNvSpPr/>
          <p:nvPr/>
        </p:nvSpPr>
        <p:spPr>
          <a:xfrm>
            <a:off x="4375583" y="3487554"/>
            <a:ext cx="339368" cy="33936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9E3AE8-1C83-2F19-A269-65A6D43079F1}"/>
              </a:ext>
            </a:extLst>
          </p:cNvPr>
          <p:cNvSpPr/>
          <p:nvPr/>
        </p:nvSpPr>
        <p:spPr>
          <a:xfrm>
            <a:off x="2139881" y="4434947"/>
            <a:ext cx="2328424" cy="1192856"/>
          </a:xfrm>
          <a:prstGeom prst="roundRect">
            <a:avLst>
              <a:gd name="adj" fmla="val 4102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02D29B-5968-8901-93EF-945665649AE6}"/>
              </a:ext>
            </a:extLst>
          </p:cNvPr>
          <p:cNvSpPr txBox="1"/>
          <p:nvPr/>
        </p:nvSpPr>
        <p:spPr>
          <a:xfrm>
            <a:off x="1568015" y="1734012"/>
            <a:ext cx="3472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/>
              <a:t>Abstracción</a:t>
            </a:r>
            <a:r>
              <a:rPr lang="es-ES" sz="2400" noProof="0" dirty="0"/>
              <a:t> (caja negra)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88A10C-1733-CED2-C6BB-EA687F2EABFC}"/>
              </a:ext>
            </a:extLst>
          </p:cNvPr>
          <p:cNvCxnSpPr>
            <a:cxnSpLocks/>
            <a:stCxn id="24" idx="3"/>
            <a:endCxn id="9" idx="2"/>
          </p:cNvCxnSpPr>
          <p:nvPr/>
        </p:nvCxnSpPr>
        <p:spPr>
          <a:xfrm flipV="1">
            <a:off x="1366815" y="3685520"/>
            <a:ext cx="448202" cy="5555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CCC4794-AD34-4E0C-8D8C-8FC28B5D6532}"/>
              </a:ext>
            </a:extLst>
          </p:cNvPr>
          <p:cNvSpPr txBox="1"/>
          <p:nvPr/>
        </p:nvSpPr>
        <p:spPr>
          <a:xfrm>
            <a:off x="601861" y="3367909"/>
            <a:ext cx="764954" cy="6463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s-ES" i="1" u="sng" noProof="0" dirty="0"/>
              <a:t>Input:</a:t>
            </a:r>
          </a:p>
          <a:p>
            <a:pPr algn="ctr"/>
            <a:r>
              <a:rPr lang="es-ES" b="1" noProof="0" dirty="0"/>
              <a:t>ADN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5982F3-8CE0-5713-D4F0-5A700063A002}"/>
              </a:ext>
            </a:extLst>
          </p:cNvPr>
          <p:cNvSpPr txBox="1"/>
          <p:nvPr/>
        </p:nvSpPr>
        <p:spPr>
          <a:xfrm>
            <a:off x="420659" y="4431210"/>
            <a:ext cx="946156" cy="12003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i="1" u="sng" noProof="0" dirty="0"/>
              <a:t>Output:</a:t>
            </a:r>
          </a:p>
          <a:p>
            <a:pPr algn="ctr"/>
            <a:r>
              <a:rPr lang="es-ES" b="1" noProof="0" dirty="0" err="1"/>
              <a:t>Abs</a:t>
            </a:r>
            <a:endParaRPr lang="es-ES" b="1" noProof="0" dirty="0"/>
          </a:p>
          <a:p>
            <a:pPr algn="ctr"/>
            <a:r>
              <a:rPr lang="es-ES" b="1" noProof="0" dirty="0"/>
              <a:t>CC</a:t>
            </a:r>
          </a:p>
          <a:p>
            <a:pPr algn="ctr"/>
            <a:r>
              <a:rPr lang="es-ES" b="1" noProof="0" dirty="0"/>
              <a:t>Pureza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F2396DF-0C27-98CC-8FD9-91046649E246}"/>
              </a:ext>
            </a:extLst>
          </p:cNvPr>
          <p:cNvCxnSpPr>
            <a:cxnSpLocks/>
            <a:stCxn id="17" idx="1"/>
            <a:endCxn id="26" idx="3"/>
          </p:cNvCxnSpPr>
          <p:nvPr/>
        </p:nvCxnSpPr>
        <p:spPr>
          <a:xfrm flipH="1">
            <a:off x="1366815" y="5031375"/>
            <a:ext cx="900328" cy="0"/>
          </a:xfrm>
          <a:prstGeom prst="straightConnector1">
            <a:avLst/>
          </a:prstGeom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221841A-B021-49D5-3C9D-E95F131CFBA3}"/>
              </a:ext>
            </a:extLst>
          </p:cNvPr>
          <p:cNvSpPr/>
          <p:nvPr/>
        </p:nvSpPr>
        <p:spPr>
          <a:xfrm>
            <a:off x="2267143" y="4536468"/>
            <a:ext cx="2073900" cy="989813"/>
          </a:xfrm>
          <a:prstGeom prst="roundRect">
            <a:avLst>
              <a:gd name="adj" fmla="val 410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 err="1">
                <a:solidFill>
                  <a:schemeClr val="tx1"/>
                </a:solidFill>
                <a:latin typeface="Consolas" panose="020B0609020204030204" pitchFamily="49" charset="0"/>
              </a:rPr>
              <a:t>Abs</a:t>
            </a:r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 = 3.201</a:t>
            </a:r>
          </a:p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CC = 320 ng/μl</a:t>
            </a:r>
          </a:p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Pureza = 1.80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97CF45-8B26-786B-6B3D-D015F5225314}"/>
              </a:ext>
            </a:extLst>
          </p:cNvPr>
          <p:cNvSpPr txBox="1"/>
          <p:nvPr/>
        </p:nvSpPr>
        <p:spPr>
          <a:xfrm>
            <a:off x="6565732" y="1734012"/>
            <a:ext cx="4644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/>
              <a:t>Descomposición</a:t>
            </a:r>
            <a:r>
              <a:rPr lang="es-ES" sz="2400" noProof="0" dirty="0"/>
              <a:t> (componentes)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A3D33EB-0546-9143-35EF-E489A111F626}"/>
              </a:ext>
            </a:extLst>
          </p:cNvPr>
          <p:cNvSpPr/>
          <p:nvPr/>
        </p:nvSpPr>
        <p:spPr>
          <a:xfrm>
            <a:off x="7398828" y="3525626"/>
            <a:ext cx="319790" cy="319788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95FC0383-B498-A867-19A5-F45F85538D3C}"/>
              </a:ext>
            </a:extLst>
          </p:cNvPr>
          <p:cNvSpPr/>
          <p:nvPr/>
        </p:nvSpPr>
        <p:spPr>
          <a:xfrm>
            <a:off x="7151826" y="2433453"/>
            <a:ext cx="3472159" cy="3580848"/>
          </a:xfrm>
          <a:custGeom>
            <a:avLst/>
            <a:gdLst>
              <a:gd name="csX0" fmla="*/ 36320 w 3472159"/>
              <a:gd name="csY0" fmla="*/ 0 h 3580848"/>
              <a:gd name="csX1" fmla="*/ 3435838 w 3472159"/>
              <a:gd name="csY1" fmla="*/ 0 h 3580848"/>
              <a:gd name="csX2" fmla="*/ 3472158 w 3472159"/>
              <a:gd name="csY2" fmla="*/ 36320 h 3580848"/>
              <a:gd name="csX3" fmla="*/ 3472158 w 3472159"/>
              <a:gd name="csY3" fmla="*/ 530294 h 3580848"/>
              <a:gd name="csX4" fmla="*/ 3435838 w 3472159"/>
              <a:gd name="csY4" fmla="*/ 566614 h 3580848"/>
              <a:gd name="csX5" fmla="*/ 3399909 w 3472159"/>
              <a:gd name="csY5" fmla="*/ 566614 h 3580848"/>
              <a:gd name="csX6" fmla="*/ 3399909 w 3472159"/>
              <a:gd name="csY6" fmla="*/ 895435 h 3580848"/>
              <a:gd name="csX7" fmla="*/ 3384396 w 3472159"/>
              <a:gd name="csY7" fmla="*/ 932886 h 3580848"/>
              <a:gd name="csX8" fmla="*/ 3378955 w 3472159"/>
              <a:gd name="csY8" fmla="*/ 936555 h 3580848"/>
              <a:gd name="csX9" fmla="*/ 3387637 w 3472159"/>
              <a:gd name="csY9" fmla="*/ 947078 h 3580848"/>
              <a:gd name="csX10" fmla="*/ 3472159 w 3472159"/>
              <a:gd name="csY10" fmla="*/ 1223785 h 3580848"/>
              <a:gd name="csX11" fmla="*/ 3387637 w 3472159"/>
              <a:gd name="csY11" fmla="*/ 1500493 h 3580848"/>
              <a:gd name="csX12" fmla="*/ 3330208 w 3472159"/>
              <a:gd name="csY12" fmla="*/ 1570097 h 3580848"/>
              <a:gd name="csX13" fmla="*/ 3361843 w 3472159"/>
              <a:gd name="csY13" fmla="*/ 1591426 h 3580848"/>
              <a:gd name="csX14" fmla="*/ 3399908 w 3472159"/>
              <a:gd name="csY14" fmla="*/ 1683323 h 3580848"/>
              <a:gd name="csX15" fmla="*/ 3399908 w 3472159"/>
              <a:gd name="csY15" fmla="*/ 3450886 h 3580848"/>
              <a:gd name="csX16" fmla="*/ 3269946 w 3472159"/>
              <a:gd name="csY16" fmla="*/ 3580848 h 3580848"/>
              <a:gd name="csX17" fmla="*/ 202212 w 3472159"/>
              <a:gd name="csY17" fmla="*/ 3580848 h 3580848"/>
              <a:gd name="csX18" fmla="*/ 72250 w 3472159"/>
              <a:gd name="csY18" fmla="*/ 3450886 h 3580848"/>
              <a:gd name="csX19" fmla="*/ 72250 w 3472159"/>
              <a:gd name="csY19" fmla="*/ 1683323 h 3580848"/>
              <a:gd name="csX20" fmla="*/ 202212 w 3472159"/>
              <a:gd name="csY20" fmla="*/ 1553361 h 3580848"/>
              <a:gd name="csX21" fmla="*/ 241928 w 3472159"/>
              <a:gd name="csY21" fmla="*/ 1553361 h 3580848"/>
              <a:gd name="csX22" fmla="*/ 241928 w 3472159"/>
              <a:gd name="csY22" fmla="*/ 1477103 h 3580848"/>
              <a:gd name="csX23" fmla="*/ 344054 w 3472159"/>
              <a:gd name="csY23" fmla="*/ 1374977 h 3580848"/>
              <a:gd name="csX24" fmla="*/ 469740 w 3472159"/>
              <a:gd name="csY24" fmla="*/ 1374977 h 3580848"/>
              <a:gd name="csX25" fmla="*/ 571866 w 3472159"/>
              <a:gd name="csY25" fmla="*/ 1477103 h 3580848"/>
              <a:gd name="csX26" fmla="*/ 571866 w 3472159"/>
              <a:gd name="csY26" fmla="*/ 1553361 h 3580848"/>
              <a:gd name="csX27" fmla="*/ 2610488 w 3472159"/>
              <a:gd name="csY27" fmla="*/ 1553361 h 3580848"/>
              <a:gd name="csX28" fmla="*/ 2566867 w 3472159"/>
              <a:gd name="csY28" fmla="*/ 1500493 h 3580848"/>
              <a:gd name="csX29" fmla="*/ 2482345 w 3472159"/>
              <a:gd name="csY29" fmla="*/ 1223785 h 3580848"/>
              <a:gd name="csX30" fmla="*/ 2521237 w 3472159"/>
              <a:gd name="csY30" fmla="*/ 1031145 h 3580848"/>
              <a:gd name="csX31" fmla="*/ 2566150 w 3472159"/>
              <a:gd name="csY31" fmla="*/ 948399 h 3580848"/>
              <a:gd name="csX32" fmla="*/ 571866 w 3472159"/>
              <a:gd name="csY32" fmla="*/ 948399 h 3580848"/>
              <a:gd name="csX33" fmla="*/ 571866 w 3472159"/>
              <a:gd name="csY33" fmla="*/ 1036819 h 3580848"/>
              <a:gd name="csX34" fmla="*/ 469740 w 3472159"/>
              <a:gd name="csY34" fmla="*/ 1138945 h 3580848"/>
              <a:gd name="csX35" fmla="*/ 344054 w 3472159"/>
              <a:gd name="csY35" fmla="*/ 1138945 h 3580848"/>
              <a:gd name="csX36" fmla="*/ 241928 w 3472159"/>
              <a:gd name="csY36" fmla="*/ 1036819 h 3580848"/>
              <a:gd name="csX37" fmla="*/ 241928 w 3472159"/>
              <a:gd name="csY37" fmla="*/ 948399 h 3580848"/>
              <a:gd name="csX38" fmla="*/ 125213 w 3472159"/>
              <a:gd name="csY38" fmla="*/ 948399 h 3580848"/>
              <a:gd name="csX39" fmla="*/ 72249 w 3472159"/>
              <a:gd name="csY39" fmla="*/ 895435 h 3580848"/>
              <a:gd name="csX40" fmla="*/ 72249 w 3472159"/>
              <a:gd name="csY40" fmla="*/ 566614 h 3580848"/>
              <a:gd name="csX41" fmla="*/ 36320 w 3472159"/>
              <a:gd name="csY41" fmla="*/ 566614 h 3580848"/>
              <a:gd name="csX42" fmla="*/ 0 w 3472159"/>
              <a:gd name="csY42" fmla="*/ 530294 h 3580848"/>
              <a:gd name="csX43" fmla="*/ 0 w 3472159"/>
              <a:gd name="csY43" fmla="*/ 36320 h 3580848"/>
              <a:gd name="csX44" fmla="*/ 36320 w 3472159"/>
              <a:gd name="csY44" fmla="*/ 0 h 35808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3472159" h="3580848">
                <a:moveTo>
                  <a:pt x="36320" y="0"/>
                </a:moveTo>
                <a:lnTo>
                  <a:pt x="3435838" y="0"/>
                </a:lnTo>
                <a:cubicBezTo>
                  <a:pt x="3455897" y="0"/>
                  <a:pt x="3472158" y="16261"/>
                  <a:pt x="3472158" y="36320"/>
                </a:cubicBezTo>
                <a:lnTo>
                  <a:pt x="3472158" y="530294"/>
                </a:lnTo>
                <a:cubicBezTo>
                  <a:pt x="3472158" y="550353"/>
                  <a:pt x="3455897" y="566614"/>
                  <a:pt x="3435838" y="566614"/>
                </a:cubicBezTo>
                <a:lnTo>
                  <a:pt x="3399909" y="566614"/>
                </a:lnTo>
                <a:lnTo>
                  <a:pt x="3399909" y="895435"/>
                </a:lnTo>
                <a:cubicBezTo>
                  <a:pt x="3399909" y="910060"/>
                  <a:pt x="3393981" y="923301"/>
                  <a:pt x="3384396" y="932886"/>
                </a:cubicBezTo>
                <a:lnTo>
                  <a:pt x="3378955" y="936555"/>
                </a:lnTo>
                <a:lnTo>
                  <a:pt x="3387637" y="947078"/>
                </a:lnTo>
                <a:cubicBezTo>
                  <a:pt x="3441000" y="1026065"/>
                  <a:pt x="3472159" y="1121286"/>
                  <a:pt x="3472159" y="1223785"/>
                </a:cubicBezTo>
                <a:cubicBezTo>
                  <a:pt x="3472159" y="1326284"/>
                  <a:pt x="3441000" y="1421505"/>
                  <a:pt x="3387637" y="1500493"/>
                </a:cubicBezTo>
                <a:lnTo>
                  <a:pt x="3330208" y="1570097"/>
                </a:lnTo>
                <a:lnTo>
                  <a:pt x="3361843" y="1591426"/>
                </a:lnTo>
                <a:cubicBezTo>
                  <a:pt x="3385361" y="1614945"/>
                  <a:pt x="3399908" y="1647435"/>
                  <a:pt x="3399908" y="1683323"/>
                </a:cubicBezTo>
                <a:lnTo>
                  <a:pt x="3399908" y="3450886"/>
                </a:lnTo>
                <a:cubicBezTo>
                  <a:pt x="3399908" y="3522662"/>
                  <a:pt x="3341722" y="3580848"/>
                  <a:pt x="3269946" y="3580848"/>
                </a:cubicBezTo>
                <a:lnTo>
                  <a:pt x="202212" y="3580848"/>
                </a:lnTo>
                <a:cubicBezTo>
                  <a:pt x="130436" y="3580848"/>
                  <a:pt x="72250" y="3522662"/>
                  <a:pt x="72250" y="3450886"/>
                </a:cubicBezTo>
                <a:lnTo>
                  <a:pt x="72250" y="1683323"/>
                </a:lnTo>
                <a:cubicBezTo>
                  <a:pt x="72250" y="1611547"/>
                  <a:pt x="130436" y="1553361"/>
                  <a:pt x="202212" y="1553361"/>
                </a:cubicBezTo>
                <a:lnTo>
                  <a:pt x="241928" y="1553361"/>
                </a:lnTo>
                <a:lnTo>
                  <a:pt x="241928" y="1477103"/>
                </a:lnTo>
                <a:cubicBezTo>
                  <a:pt x="241928" y="1420700"/>
                  <a:pt x="287651" y="1374977"/>
                  <a:pt x="344054" y="1374977"/>
                </a:cubicBezTo>
                <a:lnTo>
                  <a:pt x="469740" y="1374977"/>
                </a:lnTo>
                <a:cubicBezTo>
                  <a:pt x="526143" y="1374977"/>
                  <a:pt x="571866" y="1420700"/>
                  <a:pt x="571866" y="1477103"/>
                </a:cubicBezTo>
                <a:lnTo>
                  <a:pt x="571866" y="1553361"/>
                </a:lnTo>
                <a:lnTo>
                  <a:pt x="2610488" y="1553361"/>
                </a:lnTo>
                <a:lnTo>
                  <a:pt x="2566867" y="1500493"/>
                </a:lnTo>
                <a:cubicBezTo>
                  <a:pt x="2513504" y="1421505"/>
                  <a:pt x="2482345" y="1326284"/>
                  <a:pt x="2482345" y="1223785"/>
                </a:cubicBezTo>
                <a:cubicBezTo>
                  <a:pt x="2482345" y="1155453"/>
                  <a:pt x="2496194" y="1090355"/>
                  <a:pt x="2521237" y="1031145"/>
                </a:cubicBezTo>
                <a:lnTo>
                  <a:pt x="2566150" y="948399"/>
                </a:lnTo>
                <a:lnTo>
                  <a:pt x="571866" y="948399"/>
                </a:lnTo>
                <a:lnTo>
                  <a:pt x="571866" y="1036819"/>
                </a:lnTo>
                <a:cubicBezTo>
                  <a:pt x="571866" y="1093222"/>
                  <a:pt x="526143" y="1138945"/>
                  <a:pt x="469740" y="1138945"/>
                </a:cubicBezTo>
                <a:lnTo>
                  <a:pt x="344054" y="1138945"/>
                </a:lnTo>
                <a:cubicBezTo>
                  <a:pt x="287651" y="1138945"/>
                  <a:pt x="241928" y="1093222"/>
                  <a:pt x="241928" y="1036819"/>
                </a:cubicBezTo>
                <a:lnTo>
                  <a:pt x="241928" y="948399"/>
                </a:lnTo>
                <a:lnTo>
                  <a:pt x="125213" y="948399"/>
                </a:lnTo>
                <a:cubicBezTo>
                  <a:pt x="95962" y="948399"/>
                  <a:pt x="72249" y="924686"/>
                  <a:pt x="72249" y="895435"/>
                </a:cubicBezTo>
                <a:lnTo>
                  <a:pt x="72249" y="566614"/>
                </a:lnTo>
                <a:lnTo>
                  <a:pt x="36320" y="566614"/>
                </a:lnTo>
                <a:cubicBezTo>
                  <a:pt x="16261" y="566614"/>
                  <a:pt x="0" y="550353"/>
                  <a:pt x="0" y="530294"/>
                </a:cubicBezTo>
                <a:lnTo>
                  <a:pt x="0" y="36320"/>
                </a:lnTo>
                <a:cubicBezTo>
                  <a:pt x="0" y="16261"/>
                  <a:pt x="16261" y="0"/>
                  <a:pt x="3632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noProof="0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C2FBAF2-E6BF-F347-A6D0-A6B3F8A76065}"/>
              </a:ext>
            </a:extLst>
          </p:cNvPr>
          <p:cNvSpPr/>
          <p:nvPr/>
        </p:nvSpPr>
        <p:spPr>
          <a:xfrm>
            <a:off x="7398828" y="2761328"/>
            <a:ext cx="319790" cy="16098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8DED963-CA4A-0E57-F581-63BC5A7B18A9}"/>
              </a:ext>
            </a:extLst>
          </p:cNvPr>
          <p:cNvSpPr/>
          <p:nvPr/>
        </p:nvSpPr>
        <p:spPr>
          <a:xfrm>
            <a:off x="7344672" y="2667786"/>
            <a:ext cx="428102" cy="188536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42E097E-0FD0-C398-CC1D-43BBF4BDFA32}"/>
              </a:ext>
            </a:extLst>
          </p:cNvPr>
          <p:cNvSpPr/>
          <p:nvPr/>
        </p:nvSpPr>
        <p:spPr>
          <a:xfrm>
            <a:off x="7513210" y="2922309"/>
            <a:ext cx="91026" cy="6439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25649A6-0214-A6CA-1684-669BD4449584}"/>
              </a:ext>
            </a:extLst>
          </p:cNvPr>
          <p:cNvSpPr/>
          <p:nvPr/>
        </p:nvSpPr>
        <p:spPr>
          <a:xfrm>
            <a:off x="7513210" y="3804012"/>
            <a:ext cx="91026" cy="365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BC1AB3F-B2AF-4338-D92E-90FB72BA6029}"/>
              </a:ext>
            </a:extLst>
          </p:cNvPr>
          <p:cNvSpPr/>
          <p:nvPr/>
        </p:nvSpPr>
        <p:spPr>
          <a:xfrm>
            <a:off x="7344672" y="4166649"/>
            <a:ext cx="428102" cy="53732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5" name="Rectangle: Top Corners Rounded 54">
            <a:extLst>
              <a:ext uri="{FF2B5EF4-FFF2-40B4-BE49-F238E27FC236}">
                <a16:creationId xmlns:a16="http://schemas.microsoft.com/office/drawing/2014/main" id="{E0961C2A-B6ED-89AF-7350-3DDD117026DD}"/>
              </a:ext>
            </a:extLst>
          </p:cNvPr>
          <p:cNvSpPr/>
          <p:nvPr/>
        </p:nvSpPr>
        <p:spPr>
          <a:xfrm>
            <a:off x="7442677" y="4319651"/>
            <a:ext cx="232092" cy="364749"/>
          </a:xfrm>
          <a:prstGeom prst="round2SameRect">
            <a:avLst>
              <a:gd name="adj1" fmla="val 50000"/>
              <a:gd name="adj2" fmla="val 8208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A426C03-8079-D1A0-39EF-6F032CF1BEE2}"/>
              </a:ext>
            </a:extLst>
          </p:cNvPr>
          <p:cNvSpPr/>
          <p:nvPr/>
        </p:nvSpPr>
        <p:spPr>
          <a:xfrm>
            <a:off x="7319646" y="4609707"/>
            <a:ext cx="478154" cy="188536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73E5E11-5534-F2DD-4700-5F2D34B1FC7C}"/>
              </a:ext>
            </a:extLst>
          </p:cNvPr>
          <p:cNvCxnSpPr>
            <a:stCxn id="50" idx="3"/>
          </p:cNvCxnSpPr>
          <p:nvPr/>
        </p:nvCxnSpPr>
        <p:spPr>
          <a:xfrm flipV="1">
            <a:off x="7772774" y="2761328"/>
            <a:ext cx="2333251" cy="726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6DD0389-AA0B-72FE-4BCF-39604E3A71D6}"/>
              </a:ext>
            </a:extLst>
          </p:cNvPr>
          <p:cNvCxnSpPr>
            <a:cxnSpLocks/>
          </p:cNvCxnSpPr>
          <p:nvPr/>
        </p:nvCxnSpPr>
        <p:spPr>
          <a:xfrm>
            <a:off x="10106025" y="2761328"/>
            <a:ext cx="0" cy="2395134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B26660E-BB9C-C02D-801B-98A6F83AA07E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7797800" y="4703975"/>
            <a:ext cx="1818901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C5F1056-360E-64CD-5277-5E4C88E75337}"/>
              </a:ext>
            </a:extLst>
          </p:cNvPr>
          <p:cNvCxnSpPr>
            <a:cxnSpLocks/>
          </p:cNvCxnSpPr>
          <p:nvPr/>
        </p:nvCxnSpPr>
        <p:spPr>
          <a:xfrm>
            <a:off x="9616701" y="4703975"/>
            <a:ext cx="0" cy="45248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CA6ED73-6B0B-9953-5035-27C69460C1B4}"/>
              </a:ext>
            </a:extLst>
          </p:cNvPr>
          <p:cNvSpPr/>
          <p:nvPr/>
        </p:nvSpPr>
        <p:spPr>
          <a:xfrm>
            <a:off x="9294832" y="4887799"/>
            <a:ext cx="1088791" cy="989813"/>
          </a:xfrm>
          <a:prstGeom prst="roundRect">
            <a:avLst>
              <a:gd name="adj" fmla="val 410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T=100%</a:t>
            </a:r>
          </a:p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A=</a:t>
            </a:r>
            <a:r>
              <a:rPr lang="es-ES" noProof="0" dirty="0" err="1">
                <a:solidFill>
                  <a:schemeClr val="tx1"/>
                </a:solidFill>
                <a:latin typeface="Consolas" panose="020B0609020204030204" pitchFamily="49" charset="0"/>
              </a:rPr>
              <a:t>εbC</a:t>
            </a:r>
            <a:endParaRPr lang="es-ES" noProof="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...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FBBCC13-E409-E2ED-5FA7-32FC479AD31B}"/>
              </a:ext>
            </a:extLst>
          </p:cNvPr>
          <p:cNvCxnSpPr>
            <a:cxnSpLocks/>
          </p:cNvCxnSpPr>
          <p:nvPr/>
        </p:nvCxnSpPr>
        <p:spPr>
          <a:xfrm>
            <a:off x="8050491" y="5203596"/>
            <a:ext cx="1244341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EF979BB-1819-D03D-AD8D-ACF1B02EED32}"/>
              </a:ext>
            </a:extLst>
          </p:cNvPr>
          <p:cNvCxnSpPr>
            <a:cxnSpLocks/>
          </p:cNvCxnSpPr>
          <p:nvPr/>
        </p:nvCxnSpPr>
        <p:spPr>
          <a:xfrm>
            <a:off x="8050491" y="5627803"/>
            <a:ext cx="1244341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CC439E5D-78B9-1775-066F-EB0198B68E53}"/>
              </a:ext>
            </a:extLst>
          </p:cNvPr>
          <p:cNvSpPr/>
          <p:nvPr/>
        </p:nvSpPr>
        <p:spPr>
          <a:xfrm>
            <a:off x="7442677" y="4887799"/>
            <a:ext cx="1088791" cy="989813"/>
          </a:xfrm>
          <a:prstGeom prst="roundRect">
            <a:avLst>
              <a:gd name="adj" fmla="val 410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 err="1">
                <a:solidFill>
                  <a:schemeClr val="tx1"/>
                </a:solidFill>
                <a:latin typeface="Consolas" panose="020B0609020204030204" pitchFamily="49" charset="0"/>
              </a:rPr>
              <a:t>Display</a:t>
            </a:r>
            <a:endParaRPr lang="es-ES" noProof="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520B7A-A90C-FF69-3ABB-6475FD058B9A}"/>
              </a:ext>
            </a:extLst>
          </p:cNvPr>
          <p:cNvSpPr txBox="1"/>
          <p:nvPr/>
        </p:nvSpPr>
        <p:spPr>
          <a:xfrm>
            <a:off x="7772774" y="4212938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noProof="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Emisor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6A794-CA83-A55F-E097-5BD5545BD832}"/>
              </a:ext>
            </a:extLst>
          </p:cNvPr>
          <p:cNvSpPr txBox="1"/>
          <p:nvPr/>
        </p:nvSpPr>
        <p:spPr>
          <a:xfrm>
            <a:off x="7603681" y="2882205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noProof="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Detector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10FB99B-C903-25C2-C19B-229B2E7302D9}"/>
              </a:ext>
            </a:extLst>
          </p:cNvPr>
          <p:cNvCxnSpPr>
            <a:cxnSpLocks/>
          </p:cNvCxnSpPr>
          <p:nvPr/>
        </p:nvCxnSpPr>
        <p:spPr>
          <a:xfrm>
            <a:off x="7873215" y="3566236"/>
            <a:ext cx="0" cy="23856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907806D-9635-FDB8-9EAF-36FD5963982A}"/>
              </a:ext>
            </a:extLst>
          </p:cNvPr>
          <p:cNvSpPr txBox="1"/>
          <p:nvPr/>
        </p:nvSpPr>
        <p:spPr>
          <a:xfrm>
            <a:off x="7891678" y="3531148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noProof="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Paso óptico (b)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1462390-DD8B-489D-E3ED-19130992325B}"/>
              </a:ext>
            </a:extLst>
          </p:cNvPr>
          <p:cNvCxnSpPr>
            <a:stCxn id="52" idx="2"/>
          </p:cNvCxnSpPr>
          <p:nvPr/>
        </p:nvCxnSpPr>
        <p:spPr>
          <a:xfrm>
            <a:off x="7558723" y="3566236"/>
            <a:ext cx="31449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FBDDC79-6C7F-804C-3F60-1552ED126E8A}"/>
              </a:ext>
            </a:extLst>
          </p:cNvPr>
          <p:cNvCxnSpPr/>
          <p:nvPr/>
        </p:nvCxnSpPr>
        <p:spPr>
          <a:xfrm>
            <a:off x="7558723" y="3807104"/>
            <a:ext cx="31449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8DA4B514-AD8C-13E6-41FB-4CDD6E3B8701}"/>
              </a:ext>
            </a:extLst>
          </p:cNvPr>
          <p:cNvSpPr/>
          <p:nvPr/>
        </p:nvSpPr>
        <p:spPr>
          <a:xfrm rot="5400000">
            <a:off x="8743923" y="2601211"/>
            <a:ext cx="390248" cy="336422"/>
          </a:xfrm>
          <a:prstGeom prst="triangle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61FB0B-CAAF-F193-9C6D-57F9D0B7A409}"/>
              </a:ext>
            </a:extLst>
          </p:cNvPr>
          <p:cNvSpPr txBox="1"/>
          <p:nvPr/>
        </p:nvSpPr>
        <p:spPr>
          <a:xfrm>
            <a:off x="8696834" y="2882205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noProof="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Amplificador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609A4B-ACD0-F0A5-846D-5D15EB2C8F35}"/>
              </a:ext>
            </a:extLst>
          </p:cNvPr>
          <p:cNvSpPr txBox="1"/>
          <p:nvPr/>
        </p:nvSpPr>
        <p:spPr>
          <a:xfrm>
            <a:off x="8853337" y="4810276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noProof="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1833177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36" grpId="0"/>
      <p:bldP spid="39" grpId="0" animBg="1"/>
      <p:bldP spid="49" grpId="0" animBg="1"/>
      <p:bldP spid="51" grpId="0" animBg="1"/>
      <p:bldP spid="50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71" grpId="0" animBg="1"/>
      <p:bldP spid="77" grpId="0" animBg="1"/>
      <p:bldP spid="2" grpId="0"/>
      <p:bldP spid="3" grpId="0"/>
      <p:bldP spid="21" grpId="0"/>
      <p:bldP spid="32" grpId="0" animBg="1"/>
      <p:bldP spid="33" grpId="0"/>
      <p:bldP spid="3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17561-F240-FB1A-BA76-08B171B80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84AFD257-0AB3-0B17-9D14-99BAFC7D7B98}"/>
              </a:ext>
            </a:extLst>
          </p:cNvPr>
          <p:cNvSpPr/>
          <p:nvPr/>
        </p:nvSpPr>
        <p:spPr>
          <a:xfrm>
            <a:off x="1815017" y="3525626"/>
            <a:ext cx="319790" cy="319788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DBB055-A428-F4D2-AC72-44EE133B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noProof="0" dirty="0"/>
              <a:t>Abstracción</a:t>
            </a:r>
            <a:r>
              <a:rPr lang="es-ES" noProof="0" dirty="0"/>
              <a:t> y </a:t>
            </a:r>
            <a:r>
              <a:rPr lang="es-ES" b="1" noProof="0" dirty="0"/>
              <a:t>descomposición</a:t>
            </a:r>
            <a:endParaRPr lang="es-ES" noProof="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174EE1-C389-A786-195F-AEDDFAE2DAB5}"/>
              </a:ext>
            </a:extLst>
          </p:cNvPr>
          <p:cNvSpPr/>
          <p:nvPr/>
        </p:nvSpPr>
        <p:spPr>
          <a:xfrm>
            <a:off x="1809943" y="3808430"/>
            <a:ext cx="329938" cy="452487"/>
          </a:xfrm>
          <a:prstGeom prst="roundRect">
            <a:avLst>
              <a:gd name="adj" fmla="val 3095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E27C158-E2ED-DAF3-67E5-F01BEAE9D8F8}"/>
              </a:ext>
            </a:extLst>
          </p:cNvPr>
          <p:cNvSpPr/>
          <p:nvPr/>
        </p:nvSpPr>
        <p:spPr>
          <a:xfrm>
            <a:off x="1809943" y="3119911"/>
            <a:ext cx="329938" cy="452487"/>
          </a:xfrm>
          <a:prstGeom prst="roundRect">
            <a:avLst>
              <a:gd name="adj" fmla="val 3095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8E1FEF-A931-FCEA-916B-B3BE7D5DFC1B}"/>
              </a:ext>
            </a:extLst>
          </p:cNvPr>
          <p:cNvSpPr/>
          <p:nvPr/>
        </p:nvSpPr>
        <p:spPr>
          <a:xfrm>
            <a:off x="1640264" y="2555583"/>
            <a:ext cx="3327660" cy="826269"/>
          </a:xfrm>
          <a:prstGeom prst="roundRect">
            <a:avLst>
              <a:gd name="adj" fmla="val 641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349F30-7F53-8DA2-9FB8-E652B285B3F8}"/>
              </a:ext>
            </a:extLst>
          </p:cNvPr>
          <p:cNvSpPr/>
          <p:nvPr/>
        </p:nvSpPr>
        <p:spPr>
          <a:xfrm>
            <a:off x="1640265" y="3986814"/>
            <a:ext cx="3327658" cy="2027487"/>
          </a:xfrm>
          <a:prstGeom prst="roundRect">
            <a:avLst>
              <a:gd name="adj" fmla="val 641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963A13-9FFC-8AE6-A384-4D334299C75C}"/>
              </a:ext>
            </a:extLst>
          </p:cNvPr>
          <p:cNvSpPr/>
          <p:nvPr/>
        </p:nvSpPr>
        <p:spPr>
          <a:xfrm>
            <a:off x="4050360" y="3162331"/>
            <a:ext cx="989813" cy="989813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05E05B7-5151-492D-D906-72360ABCA06B}"/>
              </a:ext>
            </a:extLst>
          </p:cNvPr>
          <p:cNvSpPr/>
          <p:nvPr/>
        </p:nvSpPr>
        <p:spPr>
          <a:xfrm>
            <a:off x="1568015" y="2433453"/>
            <a:ext cx="3472158" cy="566614"/>
          </a:xfrm>
          <a:prstGeom prst="roundRect">
            <a:avLst>
              <a:gd name="adj" fmla="val 641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B0140D0-AC0C-72A7-473C-AD700805C0C4}"/>
              </a:ext>
            </a:extLst>
          </p:cNvPr>
          <p:cNvSpPr/>
          <p:nvPr/>
        </p:nvSpPr>
        <p:spPr>
          <a:xfrm>
            <a:off x="4375583" y="3487554"/>
            <a:ext cx="339368" cy="339368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544361A-4914-71C4-4F68-4619BC4CA651}"/>
              </a:ext>
            </a:extLst>
          </p:cNvPr>
          <p:cNvSpPr/>
          <p:nvPr/>
        </p:nvSpPr>
        <p:spPr>
          <a:xfrm>
            <a:off x="2139881" y="4434947"/>
            <a:ext cx="2328424" cy="1192856"/>
          </a:xfrm>
          <a:prstGeom prst="roundRect">
            <a:avLst>
              <a:gd name="adj" fmla="val 4102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2B37F8-81BA-8CE1-DBB8-D2C613D2172F}"/>
              </a:ext>
            </a:extLst>
          </p:cNvPr>
          <p:cNvSpPr txBox="1"/>
          <p:nvPr/>
        </p:nvSpPr>
        <p:spPr>
          <a:xfrm>
            <a:off x="1568015" y="1734012"/>
            <a:ext cx="3472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/>
              <a:t>Abstracción</a:t>
            </a:r>
            <a:r>
              <a:rPr lang="es-ES" sz="2400" noProof="0" dirty="0"/>
              <a:t> (caja negra)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2EBF5E8-4BEE-116B-7E54-848F54E8BB8C}"/>
              </a:ext>
            </a:extLst>
          </p:cNvPr>
          <p:cNvSpPr/>
          <p:nvPr/>
        </p:nvSpPr>
        <p:spPr>
          <a:xfrm>
            <a:off x="2267143" y="4536468"/>
            <a:ext cx="2073900" cy="989813"/>
          </a:xfrm>
          <a:prstGeom prst="roundRect">
            <a:avLst>
              <a:gd name="adj" fmla="val 4102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</a:rPr>
              <a:t>3.201</a:t>
            </a:r>
          </a:p>
          <a:p>
            <a:pPr algn="ctr"/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</a:rPr>
              <a:t>320</a:t>
            </a:r>
          </a:p>
          <a:p>
            <a:pPr algn="ctr"/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</a:rPr>
              <a:t>1.80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CFF866-68CC-9F52-F921-7121E74ED47B}"/>
              </a:ext>
            </a:extLst>
          </p:cNvPr>
          <p:cNvSpPr txBox="1"/>
          <p:nvPr/>
        </p:nvSpPr>
        <p:spPr>
          <a:xfrm>
            <a:off x="6565732" y="1734012"/>
            <a:ext cx="4644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/>
              <a:t>Descomposición</a:t>
            </a:r>
            <a:r>
              <a:rPr lang="es-ES" sz="2400" noProof="0" dirty="0"/>
              <a:t> (componentes)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188B0A2-C2BC-4B85-A235-4109E458C306}"/>
              </a:ext>
            </a:extLst>
          </p:cNvPr>
          <p:cNvSpPr/>
          <p:nvPr/>
        </p:nvSpPr>
        <p:spPr>
          <a:xfrm>
            <a:off x="7398828" y="3525626"/>
            <a:ext cx="319790" cy="319788"/>
          </a:xfrm>
          <a:prstGeom prst="ellipse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CA588F9-333C-9E21-A97E-080699E0EF6A}"/>
              </a:ext>
            </a:extLst>
          </p:cNvPr>
          <p:cNvSpPr/>
          <p:nvPr/>
        </p:nvSpPr>
        <p:spPr>
          <a:xfrm>
            <a:off x="7151826" y="2433453"/>
            <a:ext cx="3472159" cy="3580848"/>
          </a:xfrm>
          <a:custGeom>
            <a:avLst/>
            <a:gdLst>
              <a:gd name="csX0" fmla="*/ 36320 w 3472159"/>
              <a:gd name="csY0" fmla="*/ 0 h 3580848"/>
              <a:gd name="csX1" fmla="*/ 3435838 w 3472159"/>
              <a:gd name="csY1" fmla="*/ 0 h 3580848"/>
              <a:gd name="csX2" fmla="*/ 3472158 w 3472159"/>
              <a:gd name="csY2" fmla="*/ 36320 h 3580848"/>
              <a:gd name="csX3" fmla="*/ 3472158 w 3472159"/>
              <a:gd name="csY3" fmla="*/ 530294 h 3580848"/>
              <a:gd name="csX4" fmla="*/ 3435838 w 3472159"/>
              <a:gd name="csY4" fmla="*/ 566614 h 3580848"/>
              <a:gd name="csX5" fmla="*/ 3399909 w 3472159"/>
              <a:gd name="csY5" fmla="*/ 566614 h 3580848"/>
              <a:gd name="csX6" fmla="*/ 3399909 w 3472159"/>
              <a:gd name="csY6" fmla="*/ 895435 h 3580848"/>
              <a:gd name="csX7" fmla="*/ 3384396 w 3472159"/>
              <a:gd name="csY7" fmla="*/ 932886 h 3580848"/>
              <a:gd name="csX8" fmla="*/ 3378955 w 3472159"/>
              <a:gd name="csY8" fmla="*/ 936555 h 3580848"/>
              <a:gd name="csX9" fmla="*/ 3387637 w 3472159"/>
              <a:gd name="csY9" fmla="*/ 947078 h 3580848"/>
              <a:gd name="csX10" fmla="*/ 3472159 w 3472159"/>
              <a:gd name="csY10" fmla="*/ 1223785 h 3580848"/>
              <a:gd name="csX11" fmla="*/ 3387637 w 3472159"/>
              <a:gd name="csY11" fmla="*/ 1500493 h 3580848"/>
              <a:gd name="csX12" fmla="*/ 3330208 w 3472159"/>
              <a:gd name="csY12" fmla="*/ 1570097 h 3580848"/>
              <a:gd name="csX13" fmla="*/ 3361843 w 3472159"/>
              <a:gd name="csY13" fmla="*/ 1591426 h 3580848"/>
              <a:gd name="csX14" fmla="*/ 3399908 w 3472159"/>
              <a:gd name="csY14" fmla="*/ 1683323 h 3580848"/>
              <a:gd name="csX15" fmla="*/ 3399908 w 3472159"/>
              <a:gd name="csY15" fmla="*/ 3450886 h 3580848"/>
              <a:gd name="csX16" fmla="*/ 3269946 w 3472159"/>
              <a:gd name="csY16" fmla="*/ 3580848 h 3580848"/>
              <a:gd name="csX17" fmla="*/ 202212 w 3472159"/>
              <a:gd name="csY17" fmla="*/ 3580848 h 3580848"/>
              <a:gd name="csX18" fmla="*/ 72250 w 3472159"/>
              <a:gd name="csY18" fmla="*/ 3450886 h 3580848"/>
              <a:gd name="csX19" fmla="*/ 72250 w 3472159"/>
              <a:gd name="csY19" fmla="*/ 1683323 h 3580848"/>
              <a:gd name="csX20" fmla="*/ 202212 w 3472159"/>
              <a:gd name="csY20" fmla="*/ 1553361 h 3580848"/>
              <a:gd name="csX21" fmla="*/ 241928 w 3472159"/>
              <a:gd name="csY21" fmla="*/ 1553361 h 3580848"/>
              <a:gd name="csX22" fmla="*/ 241928 w 3472159"/>
              <a:gd name="csY22" fmla="*/ 1477103 h 3580848"/>
              <a:gd name="csX23" fmla="*/ 344054 w 3472159"/>
              <a:gd name="csY23" fmla="*/ 1374977 h 3580848"/>
              <a:gd name="csX24" fmla="*/ 469740 w 3472159"/>
              <a:gd name="csY24" fmla="*/ 1374977 h 3580848"/>
              <a:gd name="csX25" fmla="*/ 571866 w 3472159"/>
              <a:gd name="csY25" fmla="*/ 1477103 h 3580848"/>
              <a:gd name="csX26" fmla="*/ 571866 w 3472159"/>
              <a:gd name="csY26" fmla="*/ 1553361 h 3580848"/>
              <a:gd name="csX27" fmla="*/ 2610488 w 3472159"/>
              <a:gd name="csY27" fmla="*/ 1553361 h 3580848"/>
              <a:gd name="csX28" fmla="*/ 2566867 w 3472159"/>
              <a:gd name="csY28" fmla="*/ 1500493 h 3580848"/>
              <a:gd name="csX29" fmla="*/ 2482345 w 3472159"/>
              <a:gd name="csY29" fmla="*/ 1223785 h 3580848"/>
              <a:gd name="csX30" fmla="*/ 2521237 w 3472159"/>
              <a:gd name="csY30" fmla="*/ 1031145 h 3580848"/>
              <a:gd name="csX31" fmla="*/ 2566150 w 3472159"/>
              <a:gd name="csY31" fmla="*/ 948399 h 3580848"/>
              <a:gd name="csX32" fmla="*/ 571866 w 3472159"/>
              <a:gd name="csY32" fmla="*/ 948399 h 3580848"/>
              <a:gd name="csX33" fmla="*/ 571866 w 3472159"/>
              <a:gd name="csY33" fmla="*/ 1036819 h 3580848"/>
              <a:gd name="csX34" fmla="*/ 469740 w 3472159"/>
              <a:gd name="csY34" fmla="*/ 1138945 h 3580848"/>
              <a:gd name="csX35" fmla="*/ 344054 w 3472159"/>
              <a:gd name="csY35" fmla="*/ 1138945 h 3580848"/>
              <a:gd name="csX36" fmla="*/ 241928 w 3472159"/>
              <a:gd name="csY36" fmla="*/ 1036819 h 3580848"/>
              <a:gd name="csX37" fmla="*/ 241928 w 3472159"/>
              <a:gd name="csY37" fmla="*/ 948399 h 3580848"/>
              <a:gd name="csX38" fmla="*/ 125213 w 3472159"/>
              <a:gd name="csY38" fmla="*/ 948399 h 3580848"/>
              <a:gd name="csX39" fmla="*/ 72249 w 3472159"/>
              <a:gd name="csY39" fmla="*/ 895435 h 3580848"/>
              <a:gd name="csX40" fmla="*/ 72249 w 3472159"/>
              <a:gd name="csY40" fmla="*/ 566614 h 3580848"/>
              <a:gd name="csX41" fmla="*/ 36320 w 3472159"/>
              <a:gd name="csY41" fmla="*/ 566614 h 3580848"/>
              <a:gd name="csX42" fmla="*/ 0 w 3472159"/>
              <a:gd name="csY42" fmla="*/ 530294 h 3580848"/>
              <a:gd name="csX43" fmla="*/ 0 w 3472159"/>
              <a:gd name="csY43" fmla="*/ 36320 h 3580848"/>
              <a:gd name="csX44" fmla="*/ 36320 w 3472159"/>
              <a:gd name="csY44" fmla="*/ 0 h 35808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3472159" h="3580848">
                <a:moveTo>
                  <a:pt x="36320" y="0"/>
                </a:moveTo>
                <a:lnTo>
                  <a:pt x="3435838" y="0"/>
                </a:lnTo>
                <a:cubicBezTo>
                  <a:pt x="3455897" y="0"/>
                  <a:pt x="3472158" y="16261"/>
                  <a:pt x="3472158" y="36320"/>
                </a:cubicBezTo>
                <a:lnTo>
                  <a:pt x="3472158" y="530294"/>
                </a:lnTo>
                <a:cubicBezTo>
                  <a:pt x="3472158" y="550353"/>
                  <a:pt x="3455897" y="566614"/>
                  <a:pt x="3435838" y="566614"/>
                </a:cubicBezTo>
                <a:lnTo>
                  <a:pt x="3399909" y="566614"/>
                </a:lnTo>
                <a:lnTo>
                  <a:pt x="3399909" y="895435"/>
                </a:lnTo>
                <a:cubicBezTo>
                  <a:pt x="3399909" y="910060"/>
                  <a:pt x="3393981" y="923301"/>
                  <a:pt x="3384396" y="932886"/>
                </a:cubicBezTo>
                <a:lnTo>
                  <a:pt x="3378955" y="936555"/>
                </a:lnTo>
                <a:lnTo>
                  <a:pt x="3387637" y="947078"/>
                </a:lnTo>
                <a:cubicBezTo>
                  <a:pt x="3441000" y="1026065"/>
                  <a:pt x="3472159" y="1121286"/>
                  <a:pt x="3472159" y="1223785"/>
                </a:cubicBezTo>
                <a:cubicBezTo>
                  <a:pt x="3472159" y="1326284"/>
                  <a:pt x="3441000" y="1421505"/>
                  <a:pt x="3387637" y="1500493"/>
                </a:cubicBezTo>
                <a:lnTo>
                  <a:pt x="3330208" y="1570097"/>
                </a:lnTo>
                <a:lnTo>
                  <a:pt x="3361843" y="1591426"/>
                </a:lnTo>
                <a:cubicBezTo>
                  <a:pt x="3385361" y="1614945"/>
                  <a:pt x="3399908" y="1647435"/>
                  <a:pt x="3399908" y="1683323"/>
                </a:cubicBezTo>
                <a:lnTo>
                  <a:pt x="3399908" y="3450886"/>
                </a:lnTo>
                <a:cubicBezTo>
                  <a:pt x="3399908" y="3522662"/>
                  <a:pt x="3341722" y="3580848"/>
                  <a:pt x="3269946" y="3580848"/>
                </a:cubicBezTo>
                <a:lnTo>
                  <a:pt x="202212" y="3580848"/>
                </a:lnTo>
                <a:cubicBezTo>
                  <a:pt x="130436" y="3580848"/>
                  <a:pt x="72250" y="3522662"/>
                  <a:pt x="72250" y="3450886"/>
                </a:cubicBezTo>
                <a:lnTo>
                  <a:pt x="72250" y="1683323"/>
                </a:lnTo>
                <a:cubicBezTo>
                  <a:pt x="72250" y="1611547"/>
                  <a:pt x="130436" y="1553361"/>
                  <a:pt x="202212" y="1553361"/>
                </a:cubicBezTo>
                <a:lnTo>
                  <a:pt x="241928" y="1553361"/>
                </a:lnTo>
                <a:lnTo>
                  <a:pt x="241928" y="1477103"/>
                </a:lnTo>
                <a:cubicBezTo>
                  <a:pt x="241928" y="1420700"/>
                  <a:pt x="287651" y="1374977"/>
                  <a:pt x="344054" y="1374977"/>
                </a:cubicBezTo>
                <a:lnTo>
                  <a:pt x="469740" y="1374977"/>
                </a:lnTo>
                <a:cubicBezTo>
                  <a:pt x="526143" y="1374977"/>
                  <a:pt x="571866" y="1420700"/>
                  <a:pt x="571866" y="1477103"/>
                </a:cubicBezTo>
                <a:lnTo>
                  <a:pt x="571866" y="1553361"/>
                </a:lnTo>
                <a:lnTo>
                  <a:pt x="2610488" y="1553361"/>
                </a:lnTo>
                <a:lnTo>
                  <a:pt x="2566867" y="1500493"/>
                </a:lnTo>
                <a:cubicBezTo>
                  <a:pt x="2513504" y="1421505"/>
                  <a:pt x="2482345" y="1326284"/>
                  <a:pt x="2482345" y="1223785"/>
                </a:cubicBezTo>
                <a:cubicBezTo>
                  <a:pt x="2482345" y="1155453"/>
                  <a:pt x="2496194" y="1090355"/>
                  <a:pt x="2521237" y="1031145"/>
                </a:cubicBezTo>
                <a:lnTo>
                  <a:pt x="2566150" y="948399"/>
                </a:lnTo>
                <a:lnTo>
                  <a:pt x="571866" y="948399"/>
                </a:lnTo>
                <a:lnTo>
                  <a:pt x="571866" y="1036819"/>
                </a:lnTo>
                <a:cubicBezTo>
                  <a:pt x="571866" y="1093222"/>
                  <a:pt x="526143" y="1138945"/>
                  <a:pt x="469740" y="1138945"/>
                </a:cubicBezTo>
                <a:lnTo>
                  <a:pt x="344054" y="1138945"/>
                </a:lnTo>
                <a:cubicBezTo>
                  <a:pt x="287651" y="1138945"/>
                  <a:pt x="241928" y="1093222"/>
                  <a:pt x="241928" y="1036819"/>
                </a:cubicBezTo>
                <a:lnTo>
                  <a:pt x="241928" y="948399"/>
                </a:lnTo>
                <a:lnTo>
                  <a:pt x="125213" y="948399"/>
                </a:lnTo>
                <a:cubicBezTo>
                  <a:pt x="95962" y="948399"/>
                  <a:pt x="72249" y="924686"/>
                  <a:pt x="72249" y="895435"/>
                </a:cubicBezTo>
                <a:lnTo>
                  <a:pt x="72249" y="566614"/>
                </a:lnTo>
                <a:lnTo>
                  <a:pt x="36320" y="566614"/>
                </a:lnTo>
                <a:cubicBezTo>
                  <a:pt x="16261" y="566614"/>
                  <a:pt x="0" y="550353"/>
                  <a:pt x="0" y="530294"/>
                </a:cubicBezTo>
                <a:lnTo>
                  <a:pt x="0" y="36320"/>
                </a:lnTo>
                <a:cubicBezTo>
                  <a:pt x="0" y="16261"/>
                  <a:pt x="16261" y="0"/>
                  <a:pt x="36320" y="0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noProof="0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D2D544B-34DF-E3F7-72E7-9740D6FF2471}"/>
              </a:ext>
            </a:extLst>
          </p:cNvPr>
          <p:cNvSpPr/>
          <p:nvPr/>
        </p:nvSpPr>
        <p:spPr>
          <a:xfrm>
            <a:off x="7398828" y="2761328"/>
            <a:ext cx="319790" cy="160981"/>
          </a:xfrm>
          <a:prstGeom prst="round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E4AAB05-FF16-E7A0-4E64-A30F5FE530F3}"/>
              </a:ext>
            </a:extLst>
          </p:cNvPr>
          <p:cNvSpPr/>
          <p:nvPr/>
        </p:nvSpPr>
        <p:spPr>
          <a:xfrm>
            <a:off x="7344672" y="2667786"/>
            <a:ext cx="428102" cy="188536"/>
          </a:xfrm>
          <a:prstGeom prst="round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D0F1C9-0EC5-1A7C-EB7A-8FD00C78BAD6}"/>
              </a:ext>
            </a:extLst>
          </p:cNvPr>
          <p:cNvSpPr/>
          <p:nvPr/>
        </p:nvSpPr>
        <p:spPr>
          <a:xfrm>
            <a:off x="7513210" y="2922309"/>
            <a:ext cx="91026" cy="643927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9212493-49A9-EA51-BC0A-BA3E2EE4AC2C}"/>
              </a:ext>
            </a:extLst>
          </p:cNvPr>
          <p:cNvSpPr/>
          <p:nvPr/>
        </p:nvSpPr>
        <p:spPr>
          <a:xfrm>
            <a:off x="7513210" y="3804012"/>
            <a:ext cx="91026" cy="365541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9819BF86-8B00-0274-762B-6B2545083FBD}"/>
              </a:ext>
            </a:extLst>
          </p:cNvPr>
          <p:cNvSpPr/>
          <p:nvPr/>
        </p:nvSpPr>
        <p:spPr>
          <a:xfrm>
            <a:off x="7344672" y="4166649"/>
            <a:ext cx="428102" cy="537326"/>
          </a:xfrm>
          <a:prstGeom prst="round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5" name="Rectangle: Top Corners Rounded 54">
            <a:extLst>
              <a:ext uri="{FF2B5EF4-FFF2-40B4-BE49-F238E27FC236}">
                <a16:creationId xmlns:a16="http://schemas.microsoft.com/office/drawing/2014/main" id="{FB1685CF-EB7F-083F-DD3A-A6F156AE1203}"/>
              </a:ext>
            </a:extLst>
          </p:cNvPr>
          <p:cNvSpPr/>
          <p:nvPr/>
        </p:nvSpPr>
        <p:spPr>
          <a:xfrm>
            <a:off x="7442677" y="4319651"/>
            <a:ext cx="232092" cy="364749"/>
          </a:xfrm>
          <a:prstGeom prst="round2SameRect">
            <a:avLst>
              <a:gd name="adj1" fmla="val 50000"/>
              <a:gd name="adj2" fmla="val 8208"/>
            </a:avLst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D931C7D-4185-CEB6-8E5E-93A7AD9257C2}"/>
              </a:ext>
            </a:extLst>
          </p:cNvPr>
          <p:cNvSpPr/>
          <p:nvPr/>
        </p:nvSpPr>
        <p:spPr>
          <a:xfrm>
            <a:off x="7319646" y="4609707"/>
            <a:ext cx="478154" cy="188536"/>
          </a:xfrm>
          <a:prstGeom prst="round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2B7EF5C-A7AE-80BF-F632-B2A1A3A925A5}"/>
              </a:ext>
            </a:extLst>
          </p:cNvPr>
          <p:cNvCxnSpPr>
            <a:stCxn id="50" idx="3"/>
          </p:cNvCxnSpPr>
          <p:nvPr/>
        </p:nvCxnSpPr>
        <p:spPr>
          <a:xfrm flipV="1">
            <a:off x="7772774" y="2761328"/>
            <a:ext cx="2333251" cy="72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54B4882-6276-B4C2-AD11-103E2567B6F5}"/>
              </a:ext>
            </a:extLst>
          </p:cNvPr>
          <p:cNvCxnSpPr>
            <a:cxnSpLocks/>
          </p:cNvCxnSpPr>
          <p:nvPr/>
        </p:nvCxnSpPr>
        <p:spPr>
          <a:xfrm>
            <a:off x="10106025" y="2761328"/>
            <a:ext cx="0" cy="239513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08A754A-EAAA-0437-84ED-A3FD35895F28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7797800" y="4703975"/>
            <a:ext cx="1818901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CBC76FB-F549-4FC1-5039-591A1EF6D3CA}"/>
              </a:ext>
            </a:extLst>
          </p:cNvPr>
          <p:cNvCxnSpPr>
            <a:cxnSpLocks/>
          </p:cNvCxnSpPr>
          <p:nvPr/>
        </p:nvCxnSpPr>
        <p:spPr>
          <a:xfrm>
            <a:off x="9616701" y="4703975"/>
            <a:ext cx="0" cy="4524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BBDE673-5787-648C-6792-E6E4C57E57B0}"/>
              </a:ext>
            </a:extLst>
          </p:cNvPr>
          <p:cNvSpPr/>
          <p:nvPr/>
        </p:nvSpPr>
        <p:spPr>
          <a:xfrm>
            <a:off x="9294832" y="4887799"/>
            <a:ext cx="1088791" cy="989813"/>
          </a:xfrm>
          <a:prstGeom prst="roundRect">
            <a:avLst>
              <a:gd name="adj" fmla="val 4102"/>
            </a:avLst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9DC6209-DC5F-C93D-D045-FF02FBBAEACE}"/>
              </a:ext>
            </a:extLst>
          </p:cNvPr>
          <p:cNvCxnSpPr>
            <a:cxnSpLocks/>
          </p:cNvCxnSpPr>
          <p:nvPr/>
        </p:nvCxnSpPr>
        <p:spPr>
          <a:xfrm>
            <a:off x="8050491" y="5203596"/>
            <a:ext cx="1244341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3B75D70-E5CE-B662-7F1D-2F226B6BF76D}"/>
              </a:ext>
            </a:extLst>
          </p:cNvPr>
          <p:cNvCxnSpPr>
            <a:cxnSpLocks/>
          </p:cNvCxnSpPr>
          <p:nvPr/>
        </p:nvCxnSpPr>
        <p:spPr>
          <a:xfrm>
            <a:off x="8050491" y="5627803"/>
            <a:ext cx="1244341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6768CE2-A3C6-5E7C-202B-C50FF041B334}"/>
              </a:ext>
            </a:extLst>
          </p:cNvPr>
          <p:cNvSpPr/>
          <p:nvPr/>
        </p:nvSpPr>
        <p:spPr>
          <a:xfrm>
            <a:off x="7442677" y="4887799"/>
            <a:ext cx="1088791" cy="989813"/>
          </a:xfrm>
          <a:prstGeom prst="roundRect">
            <a:avLst>
              <a:gd name="adj" fmla="val 4102"/>
            </a:avLst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2DEF716F-FDAF-DB9B-469A-777F1F27EE32}"/>
              </a:ext>
            </a:extLst>
          </p:cNvPr>
          <p:cNvSpPr/>
          <p:nvPr/>
        </p:nvSpPr>
        <p:spPr>
          <a:xfrm rot="5400000">
            <a:off x="8743923" y="2601211"/>
            <a:ext cx="390248" cy="336422"/>
          </a:xfrm>
          <a:prstGeom prst="triangle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9054C7-19A0-6922-7E10-1D483FA08491}"/>
              </a:ext>
            </a:extLst>
          </p:cNvPr>
          <p:cNvSpPr txBox="1"/>
          <p:nvPr/>
        </p:nvSpPr>
        <p:spPr>
          <a:xfrm>
            <a:off x="1743959" y="2536446"/>
            <a:ext cx="3120268" cy="3745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analizar_muestra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muestra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4CFC77E-1A45-5B33-731D-9951BEB2E997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304093" y="2911017"/>
            <a:ext cx="0" cy="15239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DCD95E5-F442-2528-FAF9-DAB9F28480AA}"/>
              </a:ext>
            </a:extLst>
          </p:cNvPr>
          <p:cNvSpPr txBox="1"/>
          <p:nvPr/>
        </p:nvSpPr>
        <p:spPr>
          <a:xfrm>
            <a:off x="1725880" y="4846708"/>
            <a:ext cx="817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endParaRPr 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D2DC2FD-0F9B-E699-073C-2F3D7DB56FBA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2543732" y="4751109"/>
            <a:ext cx="397431" cy="2802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265B7E2-B55A-3E4C-9418-F78EBB40AFD1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2543732" y="5031374"/>
            <a:ext cx="397431" cy="2652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6945484-CC3A-BD61-A3A5-32FB8922DA17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2543732" y="5031374"/>
            <a:ext cx="3974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3D60980-20C4-969B-5338-66DCA0D57603}"/>
              </a:ext>
            </a:extLst>
          </p:cNvPr>
          <p:cNvSpPr txBox="1"/>
          <p:nvPr/>
        </p:nvSpPr>
        <p:spPr>
          <a:xfrm>
            <a:off x="7891383" y="2536446"/>
            <a:ext cx="1993044" cy="3405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en-US" sz="1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medir_abs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muestra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26AAB4-DADC-DC31-37AC-179AE0DFB481}"/>
              </a:ext>
            </a:extLst>
          </p:cNvPr>
          <p:cNvSpPr txBox="1"/>
          <p:nvPr/>
        </p:nvSpPr>
        <p:spPr>
          <a:xfrm>
            <a:off x="8070176" y="3804012"/>
            <a:ext cx="2431258" cy="3405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calc_pureza</a:t>
            </a:r>
            <a:r>
              <a:rPr lang="en-US" sz="1400" dirty="0">
                <a:latin typeface="Consolas" panose="020B0609020204030204" pitchFamily="49" charset="0"/>
              </a:rPr>
              <a:t>(A260,A280)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DE1D060-F08E-62D7-03CA-90583DAB63B4}"/>
              </a:ext>
            </a:extLst>
          </p:cNvPr>
          <p:cNvCxnSpPr>
            <a:cxnSpLocks/>
            <a:stCxn id="64" idx="2"/>
          </p:cNvCxnSpPr>
          <p:nvPr/>
        </p:nvCxnSpPr>
        <p:spPr>
          <a:xfrm>
            <a:off x="8887905" y="2876965"/>
            <a:ext cx="0" cy="2853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A776CBD3-2BC3-E665-619C-347C38D97038}"/>
              </a:ext>
            </a:extLst>
          </p:cNvPr>
          <p:cNvSpPr txBox="1"/>
          <p:nvPr/>
        </p:nvSpPr>
        <p:spPr>
          <a:xfrm>
            <a:off x="7263716" y="3126108"/>
            <a:ext cx="324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A260,A280</a:t>
            </a:r>
            <a:endParaRPr lang="en-US" sz="1400" dirty="0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FA702897-782C-C6E9-E770-957895BC3E08}"/>
              </a:ext>
            </a:extLst>
          </p:cNvPr>
          <p:cNvSpPr/>
          <p:nvPr/>
        </p:nvSpPr>
        <p:spPr>
          <a:xfrm>
            <a:off x="8653806" y="3355941"/>
            <a:ext cx="904973" cy="535973"/>
          </a:xfrm>
          <a:custGeom>
            <a:avLst/>
            <a:gdLst>
              <a:gd name="csX0" fmla="*/ 0 w 743584"/>
              <a:gd name="csY0" fmla="*/ 0 h 481635"/>
              <a:gd name="csX1" fmla="*/ 102879 w 743584"/>
              <a:gd name="csY1" fmla="*/ 149877 h 481635"/>
              <a:gd name="csX2" fmla="*/ 369656 w 743584"/>
              <a:gd name="csY2" fmla="*/ 215950 h 481635"/>
              <a:gd name="csX3" fmla="*/ 659056 w 743584"/>
              <a:gd name="csY3" fmla="*/ 295839 h 481635"/>
              <a:gd name="csX4" fmla="*/ 743584 w 743584"/>
              <a:gd name="csY4" fmla="*/ 481635 h 4816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43584" h="481635">
                <a:moveTo>
                  <a:pt x="0" y="0"/>
                </a:moveTo>
                <a:cubicBezTo>
                  <a:pt x="2356" y="72272"/>
                  <a:pt x="39259" y="128864"/>
                  <a:pt x="102879" y="149877"/>
                </a:cubicBezTo>
                <a:cubicBezTo>
                  <a:pt x="166499" y="170890"/>
                  <a:pt x="276960" y="191623"/>
                  <a:pt x="369656" y="215950"/>
                </a:cubicBezTo>
                <a:cubicBezTo>
                  <a:pt x="462352" y="240277"/>
                  <a:pt x="594244" y="255290"/>
                  <a:pt x="659056" y="295839"/>
                </a:cubicBezTo>
                <a:cubicBezTo>
                  <a:pt x="709310" y="327280"/>
                  <a:pt x="740590" y="360978"/>
                  <a:pt x="743584" y="481635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1E7150EC-7CD8-EC01-ED13-9CAFCB9E5658}"/>
              </a:ext>
            </a:extLst>
          </p:cNvPr>
          <p:cNvSpPr/>
          <p:nvPr/>
        </p:nvSpPr>
        <p:spPr>
          <a:xfrm>
            <a:off x="9162238" y="3355941"/>
            <a:ext cx="904973" cy="535973"/>
          </a:xfrm>
          <a:custGeom>
            <a:avLst/>
            <a:gdLst>
              <a:gd name="csX0" fmla="*/ 0 w 743584"/>
              <a:gd name="csY0" fmla="*/ 0 h 481635"/>
              <a:gd name="csX1" fmla="*/ 102879 w 743584"/>
              <a:gd name="csY1" fmla="*/ 149877 h 481635"/>
              <a:gd name="csX2" fmla="*/ 369656 w 743584"/>
              <a:gd name="csY2" fmla="*/ 215950 h 481635"/>
              <a:gd name="csX3" fmla="*/ 659056 w 743584"/>
              <a:gd name="csY3" fmla="*/ 295839 h 481635"/>
              <a:gd name="csX4" fmla="*/ 743584 w 743584"/>
              <a:gd name="csY4" fmla="*/ 481635 h 4816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43584" h="481635">
                <a:moveTo>
                  <a:pt x="0" y="0"/>
                </a:moveTo>
                <a:cubicBezTo>
                  <a:pt x="2356" y="72272"/>
                  <a:pt x="39259" y="128864"/>
                  <a:pt x="102879" y="149877"/>
                </a:cubicBezTo>
                <a:cubicBezTo>
                  <a:pt x="166499" y="170890"/>
                  <a:pt x="276960" y="191623"/>
                  <a:pt x="369656" y="215950"/>
                </a:cubicBezTo>
                <a:cubicBezTo>
                  <a:pt x="462352" y="240277"/>
                  <a:pt x="594244" y="255290"/>
                  <a:pt x="659056" y="295839"/>
                </a:cubicBezTo>
                <a:cubicBezTo>
                  <a:pt x="709310" y="327280"/>
                  <a:pt x="740590" y="360978"/>
                  <a:pt x="743584" y="481635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B7119A5-AC6C-FD34-60CA-030F25388B35}"/>
              </a:ext>
            </a:extLst>
          </p:cNvPr>
          <p:cNvSpPr txBox="1"/>
          <p:nvPr/>
        </p:nvSpPr>
        <p:spPr>
          <a:xfrm>
            <a:off x="7569689" y="4338816"/>
            <a:ext cx="2016233" cy="3405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calc_CC</a:t>
            </a:r>
            <a:r>
              <a:rPr lang="en-US" sz="1400" dirty="0">
                <a:latin typeface="Consolas" panose="020B0609020204030204" pitchFamily="49" charset="0"/>
              </a:rPr>
              <a:t>(A260,</a:t>
            </a:r>
            <a:r>
              <a:rPr lang="el-GR" sz="1400" dirty="0">
                <a:latin typeface="Consolas" panose="020B0609020204030204" pitchFamily="49" charset="0"/>
              </a:rPr>
              <a:t>ε</a:t>
            </a:r>
            <a:r>
              <a:rPr lang="es-ES" sz="1400" dirty="0">
                <a:latin typeface="Consolas" panose="020B0609020204030204" pitchFamily="49" charset="0"/>
              </a:rPr>
              <a:t>=50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5617706-449C-DA21-F4AD-F2B1B443BAB0}"/>
              </a:ext>
            </a:extLst>
          </p:cNvPr>
          <p:cNvCxnSpPr>
            <a:cxnSpLocks/>
          </p:cNvCxnSpPr>
          <p:nvPr/>
        </p:nvCxnSpPr>
        <p:spPr>
          <a:xfrm>
            <a:off x="10136805" y="4149661"/>
            <a:ext cx="0" cy="2853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BB16718F-DC13-0574-D9AC-56C4C18024C0}"/>
              </a:ext>
            </a:extLst>
          </p:cNvPr>
          <p:cNvSpPr txBox="1"/>
          <p:nvPr/>
        </p:nvSpPr>
        <p:spPr>
          <a:xfrm>
            <a:off x="9614348" y="4398804"/>
            <a:ext cx="10449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latin typeface="Consolas" panose="020B0609020204030204" pitchFamily="49" charset="0"/>
              </a:rPr>
              <a:t>pureza</a:t>
            </a:r>
            <a:endParaRPr lang="en-US" sz="14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291C8D9F-8C0D-0ED5-5507-E3ED85230F93}"/>
              </a:ext>
            </a:extLst>
          </p:cNvPr>
          <p:cNvCxnSpPr>
            <a:cxnSpLocks/>
          </p:cNvCxnSpPr>
          <p:nvPr/>
        </p:nvCxnSpPr>
        <p:spPr>
          <a:xfrm>
            <a:off x="8897463" y="4679335"/>
            <a:ext cx="0" cy="2615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4175A5-278C-E7C6-E5BB-15B337592EA2}"/>
              </a:ext>
            </a:extLst>
          </p:cNvPr>
          <p:cNvSpPr txBox="1"/>
          <p:nvPr/>
        </p:nvSpPr>
        <p:spPr>
          <a:xfrm>
            <a:off x="8624229" y="4855258"/>
            <a:ext cx="5651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CC</a:t>
            </a:r>
            <a:endParaRPr lang="en-US" sz="14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8B9AEB2-9DAB-366E-764F-25BF8A1B4C37}"/>
              </a:ext>
            </a:extLst>
          </p:cNvPr>
          <p:cNvSpPr txBox="1"/>
          <p:nvPr/>
        </p:nvSpPr>
        <p:spPr>
          <a:xfrm>
            <a:off x="7535154" y="5367992"/>
            <a:ext cx="2705502" cy="3405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infromar</a:t>
            </a:r>
            <a:r>
              <a:rPr lang="en-US" sz="1400" dirty="0">
                <a:latin typeface="Consolas" panose="020B0609020204030204" pitchFamily="49" charset="0"/>
              </a:rPr>
              <a:t>(A260,CC,pureza)</a:t>
            </a:r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2CE23D09-1E98-28E7-41FD-B55DE1DB1C44}"/>
              </a:ext>
            </a:extLst>
          </p:cNvPr>
          <p:cNvSpPr/>
          <p:nvPr/>
        </p:nvSpPr>
        <p:spPr>
          <a:xfrm>
            <a:off x="8908803" y="5092207"/>
            <a:ext cx="234581" cy="366496"/>
          </a:xfrm>
          <a:custGeom>
            <a:avLst/>
            <a:gdLst>
              <a:gd name="csX0" fmla="*/ 0 w 743584"/>
              <a:gd name="csY0" fmla="*/ 0 h 481635"/>
              <a:gd name="csX1" fmla="*/ 102879 w 743584"/>
              <a:gd name="csY1" fmla="*/ 149877 h 481635"/>
              <a:gd name="csX2" fmla="*/ 369656 w 743584"/>
              <a:gd name="csY2" fmla="*/ 215950 h 481635"/>
              <a:gd name="csX3" fmla="*/ 659056 w 743584"/>
              <a:gd name="csY3" fmla="*/ 295839 h 481635"/>
              <a:gd name="csX4" fmla="*/ 743584 w 743584"/>
              <a:gd name="csY4" fmla="*/ 481635 h 4816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43584" h="481635">
                <a:moveTo>
                  <a:pt x="0" y="0"/>
                </a:moveTo>
                <a:cubicBezTo>
                  <a:pt x="2356" y="72272"/>
                  <a:pt x="39259" y="128864"/>
                  <a:pt x="102879" y="149877"/>
                </a:cubicBezTo>
                <a:cubicBezTo>
                  <a:pt x="166499" y="170890"/>
                  <a:pt x="276960" y="191623"/>
                  <a:pt x="369656" y="215950"/>
                </a:cubicBezTo>
                <a:cubicBezTo>
                  <a:pt x="462352" y="240277"/>
                  <a:pt x="594244" y="255290"/>
                  <a:pt x="659056" y="295839"/>
                </a:cubicBezTo>
                <a:cubicBezTo>
                  <a:pt x="709310" y="327280"/>
                  <a:pt x="740590" y="360978"/>
                  <a:pt x="743584" y="481635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B2956854-3386-9BD7-DCAE-F1D7A454E2F4}"/>
              </a:ext>
            </a:extLst>
          </p:cNvPr>
          <p:cNvSpPr/>
          <p:nvPr/>
        </p:nvSpPr>
        <p:spPr>
          <a:xfrm flipH="1">
            <a:off x="9655679" y="4646557"/>
            <a:ext cx="492745" cy="812146"/>
          </a:xfrm>
          <a:custGeom>
            <a:avLst/>
            <a:gdLst>
              <a:gd name="csX0" fmla="*/ 0 w 743584"/>
              <a:gd name="csY0" fmla="*/ 0 h 481635"/>
              <a:gd name="csX1" fmla="*/ 102879 w 743584"/>
              <a:gd name="csY1" fmla="*/ 149877 h 481635"/>
              <a:gd name="csX2" fmla="*/ 369656 w 743584"/>
              <a:gd name="csY2" fmla="*/ 215950 h 481635"/>
              <a:gd name="csX3" fmla="*/ 659056 w 743584"/>
              <a:gd name="csY3" fmla="*/ 295839 h 481635"/>
              <a:gd name="csX4" fmla="*/ 743584 w 743584"/>
              <a:gd name="csY4" fmla="*/ 481635 h 4816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43584" h="481635">
                <a:moveTo>
                  <a:pt x="0" y="0"/>
                </a:moveTo>
                <a:cubicBezTo>
                  <a:pt x="2356" y="72272"/>
                  <a:pt x="39259" y="128864"/>
                  <a:pt x="102879" y="149877"/>
                </a:cubicBezTo>
                <a:cubicBezTo>
                  <a:pt x="166499" y="170890"/>
                  <a:pt x="276960" y="191623"/>
                  <a:pt x="369656" y="215950"/>
                </a:cubicBezTo>
                <a:cubicBezTo>
                  <a:pt x="462352" y="240277"/>
                  <a:pt x="594244" y="255290"/>
                  <a:pt x="659056" y="295839"/>
                </a:cubicBezTo>
                <a:cubicBezTo>
                  <a:pt x="709310" y="327280"/>
                  <a:pt x="740590" y="360978"/>
                  <a:pt x="743584" y="481635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27875BF9-0A78-A2BF-818D-C782C774BF1A}"/>
              </a:ext>
            </a:extLst>
          </p:cNvPr>
          <p:cNvSpPr/>
          <p:nvPr/>
        </p:nvSpPr>
        <p:spPr>
          <a:xfrm flipH="1">
            <a:off x="7407904" y="3355941"/>
            <a:ext cx="1380356" cy="2098917"/>
          </a:xfrm>
          <a:custGeom>
            <a:avLst/>
            <a:gdLst>
              <a:gd name="csX0" fmla="*/ 86726 w 874686"/>
              <a:gd name="csY0" fmla="*/ 0 h 1281923"/>
              <a:gd name="csX1" fmla="*/ 265051 w 874686"/>
              <a:gd name="csY1" fmla="*/ 141151 h 1281923"/>
              <a:gd name="csX2" fmla="*/ 601239 w 874686"/>
              <a:gd name="csY2" fmla="*/ 233402 h 1281923"/>
              <a:gd name="csX3" fmla="*/ 803120 w 874686"/>
              <a:gd name="csY3" fmla="*/ 402503 h 1281923"/>
              <a:gd name="csX4" fmla="*/ 873694 w 874686"/>
              <a:gd name="csY4" fmla="*/ 725441 h 1281923"/>
              <a:gd name="csX5" fmla="*/ 760199 w 874686"/>
              <a:gd name="csY5" fmla="*/ 1001799 h 1281923"/>
              <a:gd name="csX6" fmla="*/ 288296 w 874686"/>
              <a:gd name="csY6" fmla="*/ 1053616 h 1281923"/>
              <a:gd name="csX7" fmla="*/ 0 w 874686"/>
              <a:gd name="csY7" fmla="*/ 1281923 h 12819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74686" h="1281923">
                <a:moveTo>
                  <a:pt x="86726" y="0"/>
                </a:moveTo>
                <a:cubicBezTo>
                  <a:pt x="89082" y="72272"/>
                  <a:pt x="191371" y="125521"/>
                  <a:pt x="265051" y="141151"/>
                </a:cubicBezTo>
                <a:cubicBezTo>
                  <a:pt x="338731" y="156781"/>
                  <a:pt x="511561" y="189843"/>
                  <a:pt x="601239" y="233402"/>
                </a:cubicBezTo>
                <a:cubicBezTo>
                  <a:pt x="690917" y="276961"/>
                  <a:pt x="757711" y="320497"/>
                  <a:pt x="803120" y="402503"/>
                </a:cubicBezTo>
                <a:cubicBezTo>
                  <a:pt x="848529" y="484509"/>
                  <a:pt x="880847" y="625558"/>
                  <a:pt x="873694" y="725441"/>
                </a:cubicBezTo>
                <a:cubicBezTo>
                  <a:pt x="866541" y="825324"/>
                  <a:pt x="849801" y="926952"/>
                  <a:pt x="760199" y="1001799"/>
                </a:cubicBezTo>
                <a:cubicBezTo>
                  <a:pt x="670597" y="1076646"/>
                  <a:pt x="432916" y="1030918"/>
                  <a:pt x="288296" y="1053616"/>
                </a:cubicBezTo>
                <a:cubicBezTo>
                  <a:pt x="143676" y="1076314"/>
                  <a:pt x="32120" y="1103774"/>
                  <a:pt x="0" y="1281923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2B93D60-592F-1D04-C778-7CC9B093A4E5}"/>
              </a:ext>
            </a:extLst>
          </p:cNvPr>
          <p:cNvSpPr txBox="1"/>
          <p:nvPr/>
        </p:nvSpPr>
        <p:spPr>
          <a:xfrm>
            <a:off x="5867834" y="5064616"/>
            <a:ext cx="9426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solidFill>
                  <a:schemeClr val="tx1"/>
                </a:solidFill>
                <a:latin typeface="Consolas" panose="020B0609020204030204" pitchFamily="49" charset="0"/>
              </a:rPr>
              <a:t>3.201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Consolas" panose="020B0609020204030204" pitchFamily="49" charset="0"/>
              </a:rPr>
              <a:t>320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Consolas" panose="020B0609020204030204" pitchFamily="49" charset="0"/>
              </a:rPr>
              <a:t>1.80</a:t>
            </a:r>
            <a:endParaRPr lang="en-US" dirty="0"/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36B9F3E-3BEA-5206-C76F-0E421758C491}"/>
              </a:ext>
            </a:extLst>
          </p:cNvPr>
          <p:cNvCxnSpPr>
            <a:cxnSpLocks/>
            <a:stCxn id="122" idx="1"/>
          </p:cNvCxnSpPr>
          <p:nvPr/>
        </p:nvCxnSpPr>
        <p:spPr>
          <a:xfrm flipH="1">
            <a:off x="6721311" y="5538252"/>
            <a:ext cx="81384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006E6D7A-D2B8-0C66-9C6C-CDCC195CE374}"/>
              </a:ext>
            </a:extLst>
          </p:cNvPr>
          <p:cNvSpPr/>
          <p:nvPr/>
        </p:nvSpPr>
        <p:spPr>
          <a:xfrm flipH="1">
            <a:off x="7936059" y="3355941"/>
            <a:ext cx="715368" cy="1061968"/>
          </a:xfrm>
          <a:custGeom>
            <a:avLst/>
            <a:gdLst>
              <a:gd name="csX0" fmla="*/ 0 w 453304"/>
              <a:gd name="csY0" fmla="*/ 0 h 648602"/>
              <a:gd name="csX1" fmla="*/ 102879 w 453304"/>
              <a:gd name="csY1" fmla="*/ 149877 h 648602"/>
              <a:gd name="csX2" fmla="*/ 315582 w 453304"/>
              <a:gd name="csY2" fmla="*/ 227871 h 648602"/>
              <a:gd name="csX3" fmla="*/ 442084 w 453304"/>
              <a:gd name="csY3" fmla="*/ 338115 h 648602"/>
              <a:gd name="csX4" fmla="*/ 412975 w 453304"/>
              <a:gd name="csY4" fmla="*/ 486177 h 648602"/>
              <a:gd name="csX5" fmla="*/ 140964 w 453304"/>
              <a:gd name="csY5" fmla="*/ 535385 h 648602"/>
              <a:gd name="csX6" fmla="*/ 2876 w 453304"/>
              <a:gd name="csY6" fmla="*/ 648602 h 6486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53304" h="648602">
                <a:moveTo>
                  <a:pt x="0" y="0"/>
                </a:moveTo>
                <a:cubicBezTo>
                  <a:pt x="2356" y="72272"/>
                  <a:pt x="50282" y="111899"/>
                  <a:pt x="102879" y="149877"/>
                </a:cubicBezTo>
                <a:cubicBezTo>
                  <a:pt x="155476" y="187855"/>
                  <a:pt x="262066" y="201346"/>
                  <a:pt x="315582" y="227871"/>
                </a:cubicBezTo>
                <a:cubicBezTo>
                  <a:pt x="369098" y="254396"/>
                  <a:pt x="425852" y="295064"/>
                  <a:pt x="442084" y="338115"/>
                </a:cubicBezTo>
                <a:cubicBezTo>
                  <a:pt x="458316" y="381166"/>
                  <a:pt x="463162" y="453299"/>
                  <a:pt x="412975" y="486177"/>
                </a:cubicBezTo>
                <a:cubicBezTo>
                  <a:pt x="362788" y="519055"/>
                  <a:pt x="224403" y="528675"/>
                  <a:pt x="140964" y="535385"/>
                </a:cubicBezTo>
                <a:cubicBezTo>
                  <a:pt x="57525" y="542095"/>
                  <a:pt x="13034" y="565144"/>
                  <a:pt x="2876" y="648602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1F5677B2-3C61-5F25-5347-3505994D0D44}"/>
              </a:ext>
            </a:extLst>
          </p:cNvPr>
          <p:cNvSpPr/>
          <p:nvPr/>
        </p:nvSpPr>
        <p:spPr>
          <a:xfrm>
            <a:off x="7352907" y="2433453"/>
            <a:ext cx="3198828" cy="3533715"/>
          </a:xfrm>
          <a:prstGeom prst="roundRect">
            <a:avLst/>
          </a:prstGeom>
          <a:solidFill>
            <a:schemeClr val="accent2"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449BAE5-3E43-476D-4AE5-1370E6EA69C1}"/>
              </a:ext>
            </a:extLst>
          </p:cNvPr>
          <p:cNvCxnSpPr>
            <a:cxnSpLocks/>
          </p:cNvCxnSpPr>
          <p:nvPr/>
        </p:nvCxnSpPr>
        <p:spPr>
          <a:xfrm flipV="1">
            <a:off x="4826524" y="2433453"/>
            <a:ext cx="2945545" cy="1011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FC412A1B-E9D5-FE32-873E-4DE9A5A6115B}"/>
              </a:ext>
            </a:extLst>
          </p:cNvPr>
          <p:cNvCxnSpPr>
            <a:cxnSpLocks/>
          </p:cNvCxnSpPr>
          <p:nvPr/>
        </p:nvCxnSpPr>
        <p:spPr>
          <a:xfrm>
            <a:off x="4826524" y="2912882"/>
            <a:ext cx="2533324" cy="25733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539FFE88-0428-E416-60EC-92C2A007B289}"/>
              </a:ext>
            </a:extLst>
          </p:cNvPr>
          <p:cNvSpPr txBox="1"/>
          <p:nvPr/>
        </p:nvSpPr>
        <p:spPr>
          <a:xfrm>
            <a:off x="10850252" y="41006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381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3" grpId="0"/>
      <p:bldP spid="64" grpId="0" animBg="1"/>
      <p:bldP spid="65" grpId="0" animBg="1"/>
      <p:bldP spid="75" grpId="0"/>
      <p:bldP spid="111" grpId="0" animBg="1"/>
      <p:bldP spid="116" grpId="0" animBg="1"/>
      <p:bldP spid="117" grpId="0" animBg="1"/>
      <p:bldP spid="119" grpId="0"/>
      <p:bldP spid="121" grpId="0"/>
      <p:bldP spid="122" grpId="0" animBg="1"/>
      <p:bldP spid="123" grpId="0" animBg="1"/>
      <p:bldP spid="124" grpId="0" animBg="1"/>
      <p:bldP spid="126" grpId="0" animBg="1"/>
      <p:bldP spid="131" grpId="0"/>
      <p:bldP spid="136" grpId="0" animBg="1"/>
      <p:bldP spid="13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B3BB8-A825-8444-DCF4-A61C95655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B7707E-7B43-A308-D070-821F566CF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u="sng" noProof="0" dirty="0"/>
              <a:t>Descomposición</a:t>
            </a:r>
            <a:r>
              <a:rPr lang="es-ES" noProof="0" dirty="0"/>
              <a:t>: separar el código en </a:t>
            </a:r>
            <a:r>
              <a:rPr lang="es-ES" b="1" noProof="0" dirty="0"/>
              <a:t>MÓDULOS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A98992-284B-5242-09BF-EE8D62EEC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u="sng" noProof="0" dirty="0"/>
              <a:t>Características</a:t>
            </a:r>
          </a:p>
          <a:p>
            <a:pPr lvl="1"/>
            <a:r>
              <a:rPr lang="es-ES" b="1" noProof="0" dirty="0"/>
              <a:t>Autónomos</a:t>
            </a:r>
            <a:r>
              <a:rPr lang="es-ES" noProof="0" dirty="0"/>
              <a:t>: los podemos ejecutar por separado</a:t>
            </a:r>
          </a:p>
          <a:p>
            <a:pPr lvl="1"/>
            <a:r>
              <a:rPr lang="es-ES" noProof="0" dirty="0"/>
              <a:t>Permiten </a:t>
            </a:r>
            <a:r>
              <a:rPr lang="es-ES" b="1" noProof="0" dirty="0"/>
              <a:t>fragmentar</a:t>
            </a:r>
            <a:r>
              <a:rPr lang="es-ES" noProof="0" dirty="0"/>
              <a:t> el código</a:t>
            </a:r>
          </a:p>
          <a:p>
            <a:pPr lvl="1"/>
            <a:r>
              <a:rPr lang="es-ES" b="1" noProof="0" dirty="0"/>
              <a:t>Reusables</a:t>
            </a:r>
          </a:p>
          <a:p>
            <a:pPr lvl="1"/>
            <a:r>
              <a:rPr lang="es-ES" noProof="0" dirty="0"/>
              <a:t>Dan </a:t>
            </a:r>
            <a:r>
              <a:rPr lang="es-ES" b="1" noProof="0" dirty="0"/>
              <a:t>orden </a:t>
            </a:r>
            <a:r>
              <a:rPr lang="es-ES" noProof="0" dirty="0"/>
              <a:t>y </a:t>
            </a:r>
            <a:r>
              <a:rPr lang="es-ES" b="1" noProof="0" dirty="0"/>
              <a:t>estructura</a:t>
            </a:r>
          </a:p>
          <a:p>
            <a:pPr lvl="1"/>
            <a:r>
              <a:rPr lang="es-ES" noProof="0" dirty="0"/>
              <a:t>Dan </a:t>
            </a:r>
            <a:r>
              <a:rPr lang="es-ES" b="1" noProof="0" dirty="0"/>
              <a:t>coherencia</a:t>
            </a:r>
          </a:p>
          <a:p>
            <a:r>
              <a:rPr lang="es-ES" u="sng" noProof="0" dirty="0"/>
              <a:t>Maneras de hacer el código modular:</a:t>
            </a:r>
          </a:p>
          <a:p>
            <a:pPr lvl="1"/>
            <a:r>
              <a:rPr lang="es-ES" b="1" noProof="0" dirty="0"/>
              <a:t>Funciones</a:t>
            </a:r>
            <a:endParaRPr lang="es-ES" noProof="0" dirty="0"/>
          </a:p>
          <a:p>
            <a:pPr lvl="1"/>
            <a:r>
              <a:rPr lang="es-ES" i="1" noProof="0" dirty="0"/>
              <a:t>Clases</a:t>
            </a:r>
          </a:p>
          <a:p>
            <a:pPr lvl="1"/>
            <a:r>
              <a:rPr lang="es-ES" i="1" noProof="0" dirty="0"/>
              <a:t>Módulos</a:t>
            </a:r>
          </a:p>
          <a:p>
            <a:pPr lvl="1"/>
            <a:r>
              <a:rPr lang="es-ES" i="1" noProof="0" dirty="0"/>
              <a:t>Paquetes</a:t>
            </a:r>
          </a:p>
          <a:p>
            <a:pPr lvl="1"/>
            <a:r>
              <a:rPr lang="es-ES" i="1" noProof="0" dirty="0"/>
              <a:t>Librerías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EA1FAF-43E5-E711-6A42-D1778D6040B3}"/>
              </a:ext>
            </a:extLst>
          </p:cNvPr>
          <p:cNvSpPr txBox="1"/>
          <p:nvPr/>
        </p:nvSpPr>
        <p:spPr>
          <a:xfrm>
            <a:off x="9066762" y="2122300"/>
            <a:ext cx="1993044" cy="3405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es-ES" sz="14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medir_abs</a:t>
            </a:r>
            <a:r>
              <a:rPr lang="es-ES" sz="1400" noProof="0" dirty="0">
                <a:latin typeface="Consolas" panose="020B0609020204030204" pitchFamily="49" charset="0"/>
              </a:rPr>
              <a:t>(muestra)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32246F-A9E4-1EFD-FF6E-F809D27076E7}"/>
              </a:ext>
            </a:extLst>
          </p:cNvPr>
          <p:cNvSpPr txBox="1"/>
          <p:nvPr/>
        </p:nvSpPr>
        <p:spPr>
          <a:xfrm>
            <a:off x="8847655" y="2708801"/>
            <a:ext cx="2431258" cy="3405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s-ES" sz="14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calc_pureza</a:t>
            </a:r>
            <a:r>
              <a:rPr lang="es-ES" sz="1400" noProof="0" dirty="0">
                <a:latin typeface="Consolas" panose="020B0609020204030204" pitchFamily="49" charset="0"/>
              </a:rPr>
              <a:t>(A260,A280)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45BAE6-3E70-079C-B70A-44180A20CAAF}"/>
              </a:ext>
            </a:extLst>
          </p:cNvPr>
          <p:cNvSpPr txBox="1"/>
          <p:nvPr/>
        </p:nvSpPr>
        <p:spPr>
          <a:xfrm>
            <a:off x="9055167" y="3295302"/>
            <a:ext cx="2016233" cy="3405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s-ES" sz="14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calc_CC</a:t>
            </a:r>
            <a:r>
              <a:rPr lang="es-ES" sz="1400" noProof="0" dirty="0">
                <a:latin typeface="Consolas" panose="020B0609020204030204" pitchFamily="49" charset="0"/>
              </a:rPr>
              <a:t>(A260,ε=50)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F59913-AACE-40E2-A845-07ECE72EF043}"/>
              </a:ext>
            </a:extLst>
          </p:cNvPr>
          <p:cNvSpPr txBox="1"/>
          <p:nvPr/>
        </p:nvSpPr>
        <p:spPr>
          <a:xfrm>
            <a:off x="8710532" y="3881803"/>
            <a:ext cx="2705502" cy="3405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s-ES" sz="14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infromar</a:t>
            </a:r>
            <a:r>
              <a:rPr lang="es-ES" sz="1400" noProof="0" dirty="0">
                <a:latin typeface="Consolas" panose="020B0609020204030204" pitchFamily="49" charset="0"/>
              </a:rPr>
              <a:t>(A260,CC,pureza)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8BBBC8C-78BE-7A83-D31C-118650A926F7}"/>
              </a:ext>
            </a:extLst>
          </p:cNvPr>
          <p:cNvSpPr txBox="1"/>
          <p:nvPr/>
        </p:nvSpPr>
        <p:spPr>
          <a:xfrm>
            <a:off x="5800525" y="2849494"/>
            <a:ext cx="2340578" cy="715089"/>
          </a:xfrm>
          <a:prstGeom prst="round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noProof="0" dirty="0"/>
              <a:t>Facilitan entender y mantener el código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DD3B13F-885C-48B2-E0F7-49AC0FE6F902}"/>
              </a:ext>
            </a:extLst>
          </p:cNvPr>
          <p:cNvGrpSpPr/>
          <p:nvPr/>
        </p:nvGrpSpPr>
        <p:grpSpPr>
          <a:xfrm>
            <a:off x="3178384" y="4875052"/>
            <a:ext cx="434810" cy="480068"/>
            <a:chOff x="6949150" y="1484814"/>
            <a:chExt cx="1425052" cy="1573384"/>
          </a:xfrm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B454494C-32E1-A9FC-052F-B1D70D06A466}"/>
                </a:ext>
              </a:extLst>
            </p:cNvPr>
            <p:cNvSpPr/>
            <p:nvPr/>
          </p:nvSpPr>
          <p:spPr>
            <a:xfrm rot="2700000">
              <a:off x="6874984" y="1558980"/>
              <a:ext cx="1573384" cy="1425052"/>
            </a:xfrm>
            <a:custGeom>
              <a:avLst/>
              <a:gdLst>
                <a:gd name="csX0" fmla="*/ 486267 w 1573383"/>
                <a:gd name="csY0" fmla="*/ 1 h 1425052"/>
                <a:gd name="csX1" fmla="*/ 795576 w 1573383"/>
                <a:gd name="csY1" fmla="*/ 0 h 1425052"/>
                <a:gd name="csX2" fmla="*/ 1568914 w 1573383"/>
                <a:gd name="csY2" fmla="*/ 773340 h 1425052"/>
                <a:gd name="csX3" fmla="*/ 1568914 w 1573383"/>
                <a:gd name="csY3" fmla="*/ 794919 h 1425052"/>
                <a:gd name="csX4" fmla="*/ 943252 w 1573383"/>
                <a:gd name="csY4" fmla="*/ 1420584 h 1425052"/>
                <a:gd name="csX5" fmla="*/ 921671 w 1573383"/>
                <a:gd name="csY5" fmla="*/ 1420583 h 1425052"/>
                <a:gd name="csX6" fmla="*/ 4469 w 1573383"/>
                <a:gd name="csY6" fmla="*/ 503379 h 1425052"/>
                <a:gd name="csX7" fmla="*/ 4468 w 1573383"/>
                <a:gd name="csY7" fmla="*/ 481800 h 1425052"/>
                <a:gd name="csX8" fmla="*/ 486267 w 1573383"/>
                <a:gd name="csY8" fmla="*/ 1 h 142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573383" h="1425052">
                  <a:moveTo>
                    <a:pt x="486267" y="1"/>
                  </a:moveTo>
                  <a:lnTo>
                    <a:pt x="795576" y="0"/>
                  </a:lnTo>
                  <a:lnTo>
                    <a:pt x="1568914" y="773340"/>
                  </a:lnTo>
                  <a:cubicBezTo>
                    <a:pt x="1574874" y="779298"/>
                    <a:pt x="1574873" y="788960"/>
                    <a:pt x="1568914" y="794919"/>
                  </a:cubicBezTo>
                  <a:lnTo>
                    <a:pt x="943252" y="1420584"/>
                  </a:lnTo>
                  <a:cubicBezTo>
                    <a:pt x="937293" y="1426542"/>
                    <a:pt x="927631" y="1426542"/>
                    <a:pt x="921671" y="1420583"/>
                  </a:cubicBezTo>
                  <a:lnTo>
                    <a:pt x="4469" y="503379"/>
                  </a:lnTo>
                  <a:cubicBezTo>
                    <a:pt x="-1490" y="497420"/>
                    <a:pt x="-1490" y="487758"/>
                    <a:pt x="4468" y="481800"/>
                  </a:cubicBezTo>
                  <a:lnTo>
                    <a:pt x="486267" y="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sz="12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CF227BD7-C568-667D-0FDD-C996A64DC6FD}"/>
                </a:ext>
              </a:extLst>
            </p:cNvPr>
            <p:cNvSpPr/>
            <p:nvPr/>
          </p:nvSpPr>
          <p:spPr>
            <a:xfrm rot="2700000" flipH="1" flipV="1">
              <a:off x="7850135" y="1642196"/>
              <a:ext cx="316553" cy="15836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noProof="0" dirty="0"/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C3B33A5B-849E-E876-0161-9DD4520C0782}"/>
                </a:ext>
              </a:extLst>
            </p:cNvPr>
            <p:cNvSpPr/>
            <p:nvPr/>
          </p:nvSpPr>
          <p:spPr>
            <a:xfrm>
              <a:off x="7188994" y="2029338"/>
              <a:ext cx="1040605" cy="508193"/>
            </a:xfrm>
            <a:prstGeom prst="roundRect">
              <a:avLst/>
            </a:prstGeom>
            <a:solidFill>
              <a:srgbClr val="FFD94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200" b="1" noProof="0" dirty="0">
                  <a:solidFill>
                    <a:srgbClr val="3770A0"/>
                  </a:solidFill>
                </a:rPr>
                <a:t>PY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9752A03-FA2D-2698-7D46-906943E30BD9}"/>
              </a:ext>
            </a:extLst>
          </p:cNvPr>
          <p:cNvGrpSpPr/>
          <p:nvPr/>
        </p:nvGrpSpPr>
        <p:grpSpPr>
          <a:xfrm>
            <a:off x="3838353" y="4756426"/>
            <a:ext cx="773996" cy="717320"/>
            <a:chOff x="7211138" y="4794754"/>
            <a:chExt cx="773996" cy="717320"/>
          </a:xfrm>
        </p:grpSpPr>
        <p:sp>
          <p:nvSpPr>
            <p:cNvPr id="106" name="Parallelogram 88">
              <a:extLst>
                <a:ext uri="{FF2B5EF4-FFF2-40B4-BE49-F238E27FC236}">
                  <a16:creationId xmlns:a16="http://schemas.microsoft.com/office/drawing/2014/main" id="{01D66284-8D3D-E098-9429-26C7BF6C7DB2}"/>
                </a:ext>
              </a:extLst>
            </p:cNvPr>
            <p:cNvSpPr/>
            <p:nvPr/>
          </p:nvSpPr>
          <p:spPr>
            <a:xfrm>
              <a:off x="7239713" y="4902700"/>
              <a:ext cx="636102" cy="609374"/>
            </a:xfrm>
            <a:custGeom>
              <a:avLst/>
              <a:gdLst>
                <a:gd name="csX0" fmla="*/ 0 w 605541"/>
                <a:gd name="csY0" fmla="*/ 580096 h 580096"/>
                <a:gd name="csX1" fmla="*/ 0 w 605541"/>
                <a:gd name="csY1" fmla="*/ 45430 h 580096"/>
                <a:gd name="csX2" fmla="*/ 3879 w 605541"/>
                <a:gd name="csY2" fmla="*/ 0 h 580096"/>
                <a:gd name="csX3" fmla="*/ 225335 w 605541"/>
                <a:gd name="csY3" fmla="*/ 0 h 580096"/>
                <a:gd name="csX4" fmla="*/ 246766 w 605541"/>
                <a:gd name="csY4" fmla="*/ 45243 h 580096"/>
                <a:gd name="csX5" fmla="*/ 605541 w 605541"/>
                <a:gd name="csY5" fmla="*/ 45430 h 580096"/>
                <a:gd name="csX6" fmla="*/ 605541 w 605541"/>
                <a:gd name="csY6" fmla="*/ 580096 h 580096"/>
                <a:gd name="csX7" fmla="*/ 0 w 605541"/>
                <a:gd name="csY7" fmla="*/ 580096 h 580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05541" h="580096">
                  <a:moveTo>
                    <a:pt x="0" y="580096"/>
                  </a:moveTo>
                  <a:lnTo>
                    <a:pt x="0" y="45430"/>
                  </a:lnTo>
                  <a:lnTo>
                    <a:pt x="3879" y="0"/>
                  </a:lnTo>
                  <a:lnTo>
                    <a:pt x="225335" y="0"/>
                  </a:lnTo>
                  <a:lnTo>
                    <a:pt x="246766" y="45243"/>
                  </a:lnTo>
                  <a:lnTo>
                    <a:pt x="605541" y="45430"/>
                  </a:lnTo>
                  <a:lnTo>
                    <a:pt x="605541" y="580096"/>
                  </a:lnTo>
                  <a:lnTo>
                    <a:pt x="0" y="580096"/>
                  </a:lnTo>
                  <a:close/>
                </a:path>
              </a:pathLst>
            </a:custGeom>
            <a:solidFill>
              <a:srgbClr val="F6C8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7C1CA590-4C5E-F2EF-E4F2-F98C461FEB9A}"/>
                </a:ext>
              </a:extLst>
            </p:cNvPr>
            <p:cNvGrpSpPr/>
            <p:nvPr/>
          </p:nvGrpSpPr>
          <p:grpSpPr>
            <a:xfrm>
              <a:off x="7211138" y="4794754"/>
              <a:ext cx="434810" cy="480068"/>
              <a:chOff x="6949149" y="1484813"/>
              <a:chExt cx="1425052" cy="1573383"/>
            </a:xfrm>
          </p:grpSpPr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501A54A8-6738-C89C-974C-E4D60A8633F9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sz="12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Isosceles Triangle 128">
                <a:extLst>
                  <a:ext uri="{FF2B5EF4-FFF2-40B4-BE49-F238E27FC236}">
                    <a16:creationId xmlns:a16="http://schemas.microsoft.com/office/drawing/2014/main" id="{3D35A96B-4DD7-4F22-2674-9FDF056B527B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1200" noProof="0" dirty="0"/>
              </a:p>
            </p:txBody>
          </p:sp>
          <p:sp>
            <p:nvSpPr>
              <p:cNvPr id="130" name="Rectangle: Rounded Corners 129">
                <a:extLst>
                  <a:ext uri="{FF2B5EF4-FFF2-40B4-BE49-F238E27FC236}">
                    <a16:creationId xmlns:a16="http://schemas.microsoft.com/office/drawing/2014/main" id="{66E32ACF-334B-6982-A04A-2815FE6EEB9E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noProof="0" dirty="0">
                    <a:solidFill>
                      <a:srgbClr val="3770A0"/>
                    </a:solidFill>
                  </a:rPr>
                  <a:t>PY</a:t>
                </a: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23C8277E-4B24-2F03-0431-FE3A033A1456}"/>
                </a:ext>
              </a:extLst>
            </p:cNvPr>
            <p:cNvGrpSpPr/>
            <p:nvPr/>
          </p:nvGrpSpPr>
          <p:grpSpPr>
            <a:xfrm>
              <a:off x="7380731" y="4828092"/>
              <a:ext cx="434810" cy="480068"/>
              <a:chOff x="6949149" y="1484813"/>
              <a:chExt cx="1425052" cy="1573383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E13D0D35-14C9-E971-6620-A04D7CF30894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sz="12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Isosceles Triangle 124">
                <a:extLst>
                  <a:ext uri="{FF2B5EF4-FFF2-40B4-BE49-F238E27FC236}">
                    <a16:creationId xmlns:a16="http://schemas.microsoft.com/office/drawing/2014/main" id="{0C7EEBD6-8B6D-7872-076A-6C2CF5A1EDD1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1200" noProof="0" dirty="0"/>
              </a:p>
            </p:txBody>
          </p:sp>
          <p:sp>
            <p:nvSpPr>
              <p:cNvPr id="127" name="Rectangle: Rounded Corners 126">
                <a:extLst>
                  <a:ext uri="{FF2B5EF4-FFF2-40B4-BE49-F238E27FC236}">
                    <a16:creationId xmlns:a16="http://schemas.microsoft.com/office/drawing/2014/main" id="{48992131-CC2D-C6C0-A7F0-A9D29BB63D6E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noProof="0" dirty="0">
                    <a:solidFill>
                      <a:srgbClr val="3770A0"/>
                    </a:solidFill>
                  </a:rPr>
                  <a:t>PY</a:t>
                </a: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94241195-13E8-EDBE-1206-BCD0A76408B8}"/>
                </a:ext>
              </a:extLst>
            </p:cNvPr>
            <p:cNvGrpSpPr/>
            <p:nvPr/>
          </p:nvGrpSpPr>
          <p:grpSpPr>
            <a:xfrm>
              <a:off x="7550324" y="4861429"/>
              <a:ext cx="434810" cy="480068"/>
              <a:chOff x="6949149" y="1484813"/>
              <a:chExt cx="1425052" cy="1573383"/>
            </a:xfrm>
          </p:grpSpPr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F0DD2DB6-308B-D614-D3F2-E349C9993A6D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sz="12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Isosceles Triangle 112">
                <a:extLst>
                  <a:ext uri="{FF2B5EF4-FFF2-40B4-BE49-F238E27FC236}">
                    <a16:creationId xmlns:a16="http://schemas.microsoft.com/office/drawing/2014/main" id="{4D80E95C-7EA0-5C25-72E4-F8B7F4B0D691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1200" noProof="0" dirty="0"/>
              </a:p>
            </p:txBody>
          </p:sp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78651491-CBEF-02C0-2692-99D147335BEC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noProof="0" dirty="0">
                    <a:solidFill>
                      <a:srgbClr val="3770A0"/>
                    </a:solidFill>
                  </a:rPr>
                  <a:t>PY</a:t>
                </a:r>
              </a:p>
            </p:txBody>
          </p:sp>
        </p:grpSp>
        <p:sp>
          <p:nvSpPr>
            <p:cNvPr id="110" name="Parallelogram 109">
              <a:extLst>
                <a:ext uri="{FF2B5EF4-FFF2-40B4-BE49-F238E27FC236}">
                  <a16:creationId xmlns:a16="http://schemas.microsoft.com/office/drawing/2014/main" id="{A3E7D6E3-C19E-688D-4102-D9EFCFA32599}"/>
                </a:ext>
              </a:extLst>
            </p:cNvPr>
            <p:cNvSpPr/>
            <p:nvPr/>
          </p:nvSpPr>
          <p:spPr>
            <a:xfrm>
              <a:off x="7239713" y="5166876"/>
              <a:ext cx="739494" cy="345197"/>
            </a:xfrm>
            <a:prstGeom prst="parallelogram">
              <a:avLst>
                <a:gd name="adj" fmla="val 29348"/>
              </a:avLst>
            </a:prstGeom>
            <a:solidFill>
              <a:srgbClr val="F6C8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F0ACC6D-59C9-DAF8-73B9-88293ECD8EEB}"/>
              </a:ext>
            </a:extLst>
          </p:cNvPr>
          <p:cNvGrpSpPr/>
          <p:nvPr/>
        </p:nvGrpSpPr>
        <p:grpSpPr>
          <a:xfrm>
            <a:off x="4889536" y="4574328"/>
            <a:ext cx="1501768" cy="1346610"/>
            <a:chOff x="5276189" y="4602239"/>
            <a:chExt cx="1501768" cy="1346610"/>
          </a:xfrm>
        </p:grpSpPr>
        <p:sp>
          <p:nvSpPr>
            <p:cNvPr id="134" name="Parallelogram 88">
              <a:extLst>
                <a:ext uri="{FF2B5EF4-FFF2-40B4-BE49-F238E27FC236}">
                  <a16:creationId xmlns:a16="http://schemas.microsoft.com/office/drawing/2014/main" id="{9177BD01-56EB-EBBB-C31F-626BD3AD2665}"/>
                </a:ext>
              </a:extLst>
            </p:cNvPr>
            <p:cNvSpPr/>
            <p:nvPr/>
          </p:nvSpPr>
          <p:spPr>
            <a:xfrm>
              <a:off x="5276189" y="4711329"/>
              <a:ext cx="1291799" cy="1237520"/>
            </a:xfrm>
            <a:custGeom>
              <a:avLst/>
              <a:gdLst>
                <a:gd name="csX0" fmla="*/ 0 w 605541"/>
                <a:gd name="csY0" fmla="*/ 580096 h 580096"/>
                <a:gd name="csX1" fmla="*/ 0 w 605541"/>
                <a:gd name="csY1" fmla="*/ 45430 h 580096"/>
                <a:gd name="csX2" fmla="*/ 3879 w 605541"/>
                <a:gd name="csY2" fmla="*/ 0 h 580096"/>
                <a:gd name="csX3" fmla="*/ 225335 w 605541"/>
                <a:gd name="csY3" fmla="*/ 0 h 580096"/>
                <a:gd name="csX4" fmla="*/ 246766 w 605541"/>
                <a:gd name="csY4" fmla="*/ 45243 h 580096"/>
                <a:gd name="csX5" fmla="*/ 605541 w 605541"/>
                <a:gd name="csY5" fmla="*/ 45430 h 580096"/>
                <a:gd name="csX6" fmla="*/ 605541 w 605541"/>
                <a:gd name="csY6" fmla="*/ 580096 h 580096"/>
                <a:gd name="csX7" fmla="*/ 0 w 605541"/>
                <a:gd name="csY7" fmla="*/ 580096 h 580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05541" h="580096">
                  <a:moveTo>
                    <a:pt x="0" y="580096"/>
                  </a:moveTo>
                  <a:lnTo>
                    <a:pt x="0" y="45430"/>
                  </a:lnTo>
                  <a:lnTo>
                    <a:pt x="3879" y="0"/>
                  </a:lnTo>
                  <a:lnTo>
                    <a:pt x="225335" y="0"/>
                  </a:lnTo>
                  <a:lnTo>
                    <a:pt x="246766" y="45243"/>
                  </a:lnTo>
                  <a:lnTo>
                    <a:pt x="605541" y="45430"/>
                  </a:lnTo>
                  <a:lnTo>
                    <a:pt x="605541" y="580096"/>
                  </a:lnTo>
                  <a:lnTo>
                    <a:pt x="0" y="580096"/>
                  </a:lnTo>
                  <a:close/>
                </a:path>
              </a:pathLst>
            </a:custGeom>
            <a:solidFill>
              <a:srgbClr val="E19F0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3D7720E1-A9E8-8AB3-CA77-12AE90AF5378}"/>
                </a:ext>
              </a:extLst>
            </p:cNvPr>
            <p:cNvGrpSpPr/>
            <p:nvPr/>
          </p:nvGrpSpPr>
          <p:grpSpPr>
            <a:xfrm>
              <a:off x="5350551" y="4602239"/>
              <a:ext cx="773996" cy="717320"/>
              <a:chOff x="5464617" y="4794754"/>
              <a:chExt cx="773996" cy="717320"/>
            </a:xfrm>
          </p:grpSpPr>
          <p:sp>
            <p:nvSpPr>
              <p:cNvPr id="168" name="Parallelogram 88">
                <a:extLst>
                  <a:ext uri="{FF2B5EF4-FFF2-40B4-BE49-F238E27FC236}">
                    <a16:creationId xmlns:a16="http://schemas.microsoft.com/office/drawing/2014/main" id="{B1CF53AA-E941-ED6F-B188-F967C44B434C}"/>
                  </a:ext>
                </a:extLst>
              </p:cNvPr>
              <p:cNvSpPr/>
              <p:nvPr/>
            </p:nvSpPr>
            <p:spPr>
              <a:xfrm>
                <a:off x="5493192" y="4902700"/>
                <a:ext cx="636102" cy="609374"/>
              </a:xfrm>
              <a:custGeom>
                <a:avLst/>
                <a:gdLst>
                  <a:gd name="csX0" fmla="*/ 0 w 605541"/>
                  <a:gd name="csY0" fmla="*/ 580096 h 580096"/>
                  <a:gd name="csX1" fmla="*/ 0 w 605541"/>
                  <a:gd name="csY1" fmla="*/ 45430 h 580096"/>
                  <a:gd name="csX2" fmla="*/ 3879 w 605541"/>
                  <a:gd name="csY2" fmla="*/ 0 h 580096"/>
                  <a:gd name="csX3" fmla="*/ 225335 w 605541"/>
                  <a:gd name="csY3" fmla="*/ 0 h 580096"/>
                  <a:gd name="csX4" fmla="*/ 246766 w 605541"/>
                  <a:gd name="csY4" fmla="*/ 45243 h 580096"/>
                  <a:gd name="csX5" fmla="*/ 605541 w 605541"/>
                  <a:gd name="csY5" fmla="*/ 45430 h 580096"/>
                  <a:gd name="csX6" fmla="*/ 605541 w 605541"/>
                  <a:gd name="csY6" fmla="*/ 580096 h 580096"/>
                  <a:gd name="csX7" fmla="*/ 0 w 605541"/>
                  <a:gd name="csY7" fmla="*/ 580096 h 580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605541" h="580096">
                    <a:moveTo>
                      <a:pt x="0" y="580096"/>
                    </a:moveTo>
                    <a:lnTo>
                      <a:pt x="0" y="45430"/>
                    </a:lnTo>
                    <a:lnTo>
                      <a:pt x="3879" y="0"/>
                    </a:lnTo>
                    <a:lnTo>
                      <a:pt x="225335" y="0"/>
                    </a:lnTo>
                    <a:lnTo>
                      <a:pt x="246766" y="45243"/>
                    </a:lnTo>
                    <a:lnTo>
                      <a:pt x="605541" y="45430"/>
                    </a:lnTo>
                    <a:lnTo>
                      <a:pt x="605541" y="580096"/>
                    </a:lnTo>
                    <a:lnTo>
                      <a:pt x="0" y="580096"/>
                    </a:lnTo>
                    <a:close/>
                  </a:path>
                </a:pathLst>
              </a:custGeom>
              <a:solidFill>
                <a:srgbClr val="F6C86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58C369B8-C115-63C9-58B7-8851F1F47130}"/>
                  </a:ext>
                </a:extLst>
              </p:cNvPr>
              <p:cNvGrpSpPr/>
              <p:nvPr/>
            </p:nvGrpSpPr>
            <p:grpSpPr>
              <a:xfrm>
                <a:off x="5464617" y="4794754"/>
                <a:ext cx="434810" cy="480068"/>
                <a:chOff x="6949149" y="1484813"/>
                <a:chExt cx="1425052" cy="1573383"/>
              </a:xfrm>
            </p:grpSpPr>
            <p:sp>
              <p:nvSpPr>
                <p:cNvPr id="179" name="Freeform: Shape 178">
                  <a:extLst>
                    <a:ext uri="{FF2B5EF4-FFF2-40B4-BE49-F238E27FC236}">
                      <a16:creationId xmlns:a16="http://schemas.microsoft.com/office/drawing/2014/main" id="{8664B54B-C5DA-3FD9-1DA4-1D52A4A4949C}"/>
                    </a:ext>
                  </a:extLst>
                </p:cNvPr>
                <p:cNvSpPr/>
                <p:nvPr/>
              </p:nvSpPr>
              <p:spPr>
                <a:xfrm rot="2700000">
                  <a:off x="6874983" y="1558979"/>
                  <a:ext cx="1573383" cy="1425052"/>
                </a:xfrm>
                <a:custGeom>
                  <a:avLst/>
                  <a:gdLst>
                    <a:gd name="csX0" fmla="*/ 486267 w 1573383"/>
                    <a:gd name="csY0" fmla="*/ 1 h 1425052"/>
                    <a:gd name="csX1" fmla="*/ 795576 w 1573383"/>
                    <a:gd name="csY1" fmla="*/ 0 h 1425052"/>
                    <a:gd name="csX2" fmla="*/ 1568914 w 1573383"/>
                    <a:gd name="csY2" fmla="*/ 773340 h 1425052"/>
                    <a:gd name="csX3" fmla="*/ 1568914 w 1573383"/>
                    <a:gd name="csY3" fmla="*/ 794919 h 1425052"/>
                    <a:gd name="csX4" fmla="*/ 943252 w 1573383"/>
                    <a:gd name="csY4" fmla="*/ 1420584 h 1425052"/>
                    <a:gd name="csX5" fmla="*/ 921671 w 1573383"/>
                    <a:gd name="csY5" fmla="*/ 1420583 h 1425052"/>
                    <a:gd name="csX6" fmla="*/ 4469 w 1573383"/>
                    <a:gd name="csY6" fmla="*/ 503379 h 1425052"/>
                    <a:gd name="csX7" fmla="*/ 4468 w 1573383"/>
                    <a:gd name="csY7" fmla="*/ 481800 h 1425052"/>
                    <a:gd name="csX8" fmla="*/ 486267 w 1573383"/>
                    <a:gd name="csY8" fmla="*/ 1 h 14250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73383" h="1425052">
                      <a:moveTo>
                        <a:pt x="486267" y="1"/>
                      </a:moveTo>
                      <a:lnTo>
                        <a:pt x="795576" y="0"/>
                      </a:lnTo>
                      <a:lnTo>
                        <a:pt x="1568914" y="773340"/>
                      </a:lnTo>
                      <a:cubicBezTo>
                        <a:pt x="1574874" y="779298"/>
                        <a:pt x="1574873" y="788960"/>
                        <a:pt x="1568914" y="794919"/>
                      </a:cubicBezTo>
                      <a:lnTo>
                        <a:pt x="943252" y="1420584"/>
                      </a:lnTo>
                      <a:cubicBezTo>
                        <a:pt x="937293" y="1426542"/>
                        <a:pt x="927631" y="1426542"/>
                        <a:pt x="921671" y="1420583"/>
                      </a:cubicBezTo>
                      <a:lnTo>
                        <a:pt x="4469" y="503379"/>
                      </a:lnTo>
                      <a:cubicBezTo>
                        <a:pt x="-1490" y="497420"/>
                        <a:pt x="-1490" y="487758"/>
                        <a:pt x="4468" y="481800"/>
                      </a:cubicBezTo>
                      <a:lnTo>
                        <a:pt x="486267" y="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 sz="12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0" name="Isosceles Triangle 179">
                  <a:extLst>
                    <a:ext uri="{FF2B5EF4-FFF2-40B4-BE49-F238E27FC236}">
                      <a16:creationId xmlns:a16="http://schemas.microsoft.com/office/drawing/2014/main" id="{F9A17DCC-84FE-18C0-D08C-266415BAA7B6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7850135" y="1642196"/>
                  <a:ext cx="316553" cy="158360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1200" noProof="0" dirty="0"/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2305DE53-2019-AA54-F231-68899DFFCC0B}"/>
                    </a:ext>
                  </a:extLst>
                </p:cNvPr>
                <p:cNvSpPr/>
                <p:nvPr/>
              </p:nvSpPr>
              <p:spPr>
                <a:xfrm>
                  <a:off x="7188993" y="2029339"/>
                  <a:ext cx="1040605" cy="508193"/>
                </a:xfrm>
                <a:prstGeom prst="roundRect">
                  <a:avLst/>
                </a:prstGeom>
                <a:solidFill>
                  <a:srgbClr val="FFD94A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s-ES" sz="1200" b="1" noProof="0" dirty="0">
                      <a:solidFill>
                        <a:srgbClr val="3770A0"/>
                      </a:solidFill>
                    </a:rPr>
                    <a:t>PY</a:t>
                  </a:r>
                </a:p>
              </p:txBody>
            </p:sp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509071F9-9ADB-BA3F-8139-8B2DC9B4B611}"/>
                  </a:ext>
                </a:extLst>
              </p:cNvPr>
              <p:cNvGrpSpPr/>
              <p:nvPr/>
            </p:nvGrpSpPr>
            <p:grpSpPr>
              <a:xfrm>
                <a:off x="5616959" y="4828092"/>
                <a:ext cx="434810" cy="480068"/>
                <a:chOff x="6949149" y="1484813"/>
                <a:chExt cx="1425052" cy="1573383"/>
              </a:xfrm>
            </p:grpSpPr>
            <p:sp>
              <p:nvSpPr>
                <p:cNvPr id="176" name="Freeform: Shape 175">
                  <a:extLst>
                    <a:ext uri="{FF2B5EF4-FFF2-40B4-BE49-F238E27FC236}">
                      <a16:creationId xmlns:a16="http://schemas.microsoft.com/office/drawing/2014/main" id="{77C0EE6B-8DCD-31FD-2504-E201A4AD2108}"/>
                    </a:ext>
                  </a:extLst>
                </p:cNvPr>
                <p:cNvSpPr/>
                <p:nvPr/>
              </p:nvSpPr>
              <p:spPr>
                <a:xfrm rot="2700000">
                  <a:off x="6874983" y="1558979"/>
                  <a:ext cx="1573383" cy="1425052"/>
                </a:xfrm>
                <a:custGeom>
                  <a:avLst/>
                  <a:gdLst>
                    <a:gd name="csX0" fmla="*/ 486267 w 1573383"/>
                    <a:gd name="csY0" fmla="*/ 1 h 1425052"/>
                    <a:gd name="csX1" fmla="*/ 795576 w 1573383"/>
                    <a:gd name="csY1" fmla="*/ 0 h 1425052"/>
                    <a:gd name="csX2" fmla="*/ 1568914 w 1573383"/>
                    <a:gd name="csY2" fmla="*/ 773340 h 1425052"/>
                    <a:gd name="csX3" fmla="*/ 1568914 w 1573383"/>
                    <a:gd name="csY3" fmla="*/ 794919 h 1425052"/>
                    <a:gd name="csX4" fmla="*/ 943252 w 1573383"/>
                    <a:gd name="csY4" fmla="*/ 1420584 h 1425052"/>
                    <a:gd name="csX5" fmla="*/ 921671 w 1573383"/>
                    <a:gd name="csY5" fmla="*/ 1420583 h 1425052"/>
                    <a:gd name="csX6" fmla="*/ 4469 w 1573383"/>
                    <a:gd name="csY6" fmla="*/ 503379 h 1425052"/>
                    <a:gd name="csX7" fmla="*/ 4468 w 1573383"/>
                    <a:gd name="csY7" fmla="*/ 481800 h 1425052"/>
                    <a:gd name="csX8" fmla="*/ 486267 w 1573383"/>
                    <a:gd name="csY8" fmla="*/ 1 h 14250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73383" h="1425052">
                      <a:moveTo>
                        <a:pt x="486267" y="1"/>
                      </a:moveTo>
                      <a:lnTo>
                        <a:pt x="795576" y="0"/>
                      </a:lnTo>
                      <a:lnTo>
                        <a:pt x="1568914" y="773340"/>
                      </a:lnTo>
                      <a:cubicBezTo>
                        <a:pt x="1574874" y="779298"/>
                        <a:pt x="1574873" y="788960"/>
                        <a:pt x="1568914" y="794919"/>
                      </a:cubicBezTo>
                      <a:lnTo>
                        <a:pt x="943252" y="1420584"/>
                      </a:lnTo>
                      <a:cubicBezTo>
                        <a:pt x="937293" y="1426542"/>
                        <a:pt x="927631" y="1426542"/>
                        <a:pt x="921671" y="1420583"/>
                      </a:cubicBezTo>
                      <a:lnTo>
                        <a:pt x="4469" y="503379"/>
                      </a:lnTo>
                      <a:cubicBezTo>
                        <a:pt x="-1490" y="497420"/>
                        <a:pt x="-1490" y="487758"/>
                        <a:pt x="4468" y="481800"/>
                      </a:cubicBezTo>
                      <a:lnTo>
                        <a:pt x="486267" y="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 sz="12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7" name="Isosceles Triangle 176">
                  <a:extLst>
                    <a:ext uri="{FF2B5EF4-FFF2-40B4-BE49-F238E27FC236}">
                      <a16:creationId xmlns:a16="http://schemas.microsoft.com/office/drawing/2014/main" id="{33525F68-6748-1220-DABF-6DC77B17798B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7850135" y="1642196"/>
                  <a:ext cx="316553" cy="158360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1200" noProof="0" dirty="0"/>
                </a:p>
              </p:txBody>
            </p:sp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69815536-B62C-FA09-9D31-29AB02949DA9}"/>
                    </a:ext>
                  </a:extLst>
                </p:cNvPr>
                <p:cNvSpPr/>
                <p:nvPr/>
              </p:nvSpPr>
              <p:spPr>
                <a:xfrm>
                  <a:off x="7188993" y="2029339"/>
                  <a:ext cx="1040605" cy="508193"/>
                </a:xfrm>
                <a:prstGeom prst="roundRect">
                  <a:avLst/>
                </a:prstGeom>
                <a:solidFill>
                  <a:srgbClr val="FFD94A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s-ES" sz="1200" b="1" noProof="0" dirty="0">
                      <a:solidFill>
                        <a:srgbClr val="3770A0"/>
                      </a:solidFill>
                    </a:rPr>
                    <a:t>PY</a:t>
                  </a:r>
                </a:p>
              </p:txBody>
            </p:sp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3495C3A2-D5F4-2F11-EB1E-1959E58A4AAA}"/>
                  </a:ext>
                </a:extLst>
              </p:cNvPr>
              <p:cNvGrpSpPr/>
              <p:nvPr/>
            </p:nvGrpSpPr>
            <p:grpSpPr>
              <a:xfrm>
                <a:off x="5803803" y="4861429"/>
                <a:ext cx="434810" cy="480068"/>
                <a:chOff x="6949149" y="1484813"/>
                <a:chExt cx="1425052" cy="1573383"/>
              </a:xfrm>
            </p:grpSpPr>
            <p:sp>
              <p:nvSpPr>
                <p:cNvPr id="173" name="Freeform: Shape 172">
                  <a:extLst>
                    <a:ext uri="{FF2B5EF4-FFF2-40B4-BE49-F238E27FC236}">
                      <a16:creationId xmlns:a16="http://schemas.microsoft.com/office/drawing/2014/main" id="{9E64CE05-5BE4-E9CD-B73A-2AC2A57FA76B}"/>
                    </a:ext>
                  </a:extLst>
                </p:cNvPr>
                <p:cNvSpPr/>
                <p:nvPr/>
              </p:nvSpPr>
              <p:spPr>
                <a:xfrm rot="2700000">
                  <a:off x="6874983" y="1558979"/>
                  <a:ext cx="1573383" cy="1425052"/>
                </a:xfrm>
                <a:custGeom>
                  <a:avLst/>
                  <a:gdLst>
                    <a:gd name="csX0" fmla="*/ 486267 w 1573383"/>
                    <a:gd name="csY0" fmla="*/ 1 h 1425052"/>
                    <a:gd name="csX1" fmla="*/ 795576 w 1573383"/>
                    <a:gd name="csY1" fmla="*/ 0 h 1425052"/>
                    <a:gd name="csX2" fmla="*/ 1568914 w 1573383"/>
                    <a:gd name="csY2" fmla="*/ 773340 h 1425052"/>
                    <a:gd name="csX3" fmla="*/ 1568914 w 1573383"/>
                    <a:gd name="csY3" fmla="*/ 794919 h 1425052"/>
                    <a:gd name="csX4" fmla="*/ 943252 w 1573383"/>
                    <a:gd name="csY4" fmla="*/ 1420584 h 1425052"/>
                    <a:gd name="csX5" fmla="*/ 921671 w 1573383"/>
                    <a:gd name="csY5" fmla="*/ 1420583 h 1425052"/>
                    <a:gd name="csX6" fmla="*/ 4469 w 1573383"/>
                    <a:gd name="csY6" fmla="*/ 503379 h 1425052"/>
                    <a:gd name="csX7" fmla="*/ 4468 w 1573383"/>
                    <a:gd name="csY7" fmla="*/ 481800 h 1425052"/>
                    <a:gd name="csX8" fmla="*/ 486267 w 1573383"/>
                    <a:gd name="csY8" fmla="*/ 1 h 14250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73383" h="1425052">
                      <a:moveTo>
                        <a:pt x="486267" y="1"/>
                      </a:moveTo>
                      <a:lnTo>
                        <a:pt x="795576" y="0"/>
                      </a:lnTo>
                      <a:lnTo>
                        <a:pt x="1568914" y="773340"/>
                      </a:lnTo>
                      <a:cubicBezTo>
                        <a:pt x="1574874" y="779298"/>
                        <a:pt x="1574873" y="788960"/>
                        <a:pt x="1568914" y="794919"/>
                      </a:cubicBezTo>
                      <a:lnTo>
                        <a:pt x="943252" y="1420584"/>
                      </a:lnTo>
                      <a:cubicBezTo>
                        <a:pt x="937293" y="1426542"/>
                        <a:pt x="927631" y="1426542"/>
                        <a:pt x="921671" y="1420583"/>
                      </a:cubicBezTo>
                      <a:lnTo>
                        <a:pt x="4469" y="503379"/>
                      </a:lnTo>
                      <a:cubicBezTo>
                        <a:pt x="-1490" y="497420"/>
                        <a:pt x="-1490" y="487758"/>
                        <a:pt x="4468" y="481800"/>
                      </a:cubicBezTo>
                      <a:lnTo>
                        <a:pt x="486267" y="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 sz="12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4" name="Isosceles Triangle 173">
                  <a:extLst>
                    <a:ext uri="{FF2B5EF4-FFF2-40B4-BE49-F238E27FC236}">
                      <a16:creationId xmlns:a16="http://schemas.microsoft.com/office/drawing/2014/main" id="{BD21C77E-086E-7976-DCD6-C866DFCEFB0C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7850135" y="1642196"/>
                  <a:ext cx="316553" cy="158360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1200" noProof="0" dirty="0"/>
                </a:p>
              </p:txBody>
            </p:sp>
            <p:sp>
              <p:nvSpPr>
                <p:cNvPr id="175" name="Rectangle: Rounded Corners 174">
                  <a:extLst>
                    <a:ext uri="{FF2B5EF4-FFF2-40B4-BE49-F238E27FC236}">
                      <a16:creationId xmlns:a16="http://schemas.microsoft.com/office/drawing/2014/main" id="{0930DA7B-05D5-9AE9-B365-515047C203B3}"/>
                    </a:ext>
                  </a:extLst>
                </p:cNvPr>
                <p:cNvSpPr/>
                <p:nvPr/>
              </p:nvSpPr>
              <p:spPr>
                <a:xfrm>
                  <a:off x="7188993" y="2029339"/>
                  <a:ext cx="1040605" cy="508193"/>
                </a:xfrm>
                <a:prstGeom prst="roundRect">
                  <a:avLst/>
                </a:prstGeom>
                <a:solidFill>
                  <a:srgbClr val="FFD94A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s-ES" sz="1200" b="1" noProof="0" dirty="0">
                      <a:solidFill>
                        <a:srgbClr val="3770A0"/>
                      </a:solidFill>
                    </a:rPr>
                    <a:t>PY</a:t>
                  </a:r>
                </a:p>
              </p:txBody>
            </p:sp>
          </p:grpSp>
          <p:sp>
            <p:nvSpPr>
              <p:cNvPr id="172" name="Parallelogram 171">
                <a:extLst>
                  <a:ext uri="{FF2B5EF4-FFF2-40B4-BE49-F238E27FC236}">
                    <a16:creationId xmlns:a16="http://schemas.microsoft.com/office/drawing/2014/main" id="{0F765662-E338-326C-26B4-ABD18782779C}"/>
                  </a:ext>
                </a:extLst>
              </p:cNvPr>
              <p:cNvSpPr/>
              <p:nvPr/>
            </p:nvSpPr>
            <p:spPr>
              <a:xfrm>
                <a:off x="5493192" y="5166876"/>
                <a:ext cx="739494" cy="345197"/>
              </a:xfrm>
              <a:prstGeom prst="parallelogram">
                <a:avLst>
                  <a:gd name="adj" fmla="val 29348"/>
                </a:avLst>
              </a:prstGeom>
              <a:solidFill>
                <a:srgbClr val="F6C86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C108AB78-8059-2A49-312A-E5C9C4FAD637}"/>
                </a:ext>
              </a:extLst>
            </p:cNvPr>
            <p:cNvGrpSpPr/>
            <p:nvPr/>
          </p:nvGrpSpPr>
          <p:grpSpPr>
            <a:xfrm>
              <a:off x="5650879" y="4721324"/>
              <a:ext cx="773996" cy="717320"/>
              <a:chOff x="5464617" y="4794754"/>
              <a:chExt cx="773996" cy="717320"/>
            </a:xfrm>
          </p:grpSpPr>
          <p:sp>
            <p:nvSpPr>
              <p:cNvPr id="154" name="Parallelogram 88">
                <a:extLst>
                  <a:ext uri="{FF2B5EF4-FFF2-40B4-BE49-F238E27FC236}">
                    <a16:creationId xmlns:a16="http://schemas.microsoft.com/office/drawing/2014/main" id="{D12C5AC3-2AF9-1570-78A0-F5E8F3BB847A}"/>
                  </a:ext>
                </a:extLst>
              </p:cNvPr>
              <p:cNvSpPr/>
              <p:nvPr/>
            </p:nvSpPr>
            <p:spPr>
              <a:xfrm>
                <a:off x="5493192" y="4902700"/>
                <a:ext cx="636102" cy="609374"/>
              </a:xfrm>
              <a:custGeom>
                <a:avLst/>
                <a:gdLst>
                  <a:gd name="csX0" fmla="*/ 0 w 605541"/>
                  <a:gd name="csY0" fmla="*/ 580096 h 580096"/>
                  <a:gd name="csX1" fmla="*/ 0 w 605541"/>
                  <a:gd name="csY1" fmla="*/ 45430 h 580096"/>
                  <a:gd name="csX2" fmla="*/ 3879 w 605541"/>
                  <a:gd name="csY2" fmla="*/ 0 h 580096"/>
                  <a:gd name="csX3" fmla="*/ 225335 w 605541"/>
                  <a:gd name="csY3" fmla="*/ 0 h 580096"/>
                  <a:gd name="csX4" fmla="*/ 246766 w 605541"/>
                  <a:gd name="csY4" fmla="*/ 45243 h 580096"/>
                  <a:gd name="csX5" fmla="*/ 605541 w 605541"/>
                  <a:gd name="csY5" fmla="*/ 45430 h 580096"/>
                  <a:gd name="csX6" fmla="*/ 605541 w 605541"/>
                  <a:gd name="csY6" fmla="*/ 580096 h 580096"/>
                  <a:gd name="csX7" fmla="*/ 0 w 605541"/>
                  <a:gd name="csY7" fmla="*/ 580096 h 580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605541" h="580096">
                    <a:moveTo>
                      <a:pt x="0" y="580096"/>
                    </a:moveTo>
                    <a:lnTo>
                      <a:pt x="0" y="45430"/>
                    </a:lnTo>
                    <a:lnTo>
                      <a:pt x="3879" y="0"/>
                    </a:lnTo>
                    <a:lnTo>
                      <a:pt x="225335" y="0"/>
                    </a:lnTo>
                    <a:lnTo>
                      <a:pt x="246766" y="45243"/>
                    </a:lnTo>
                    <a:lnTo>
                      <a:pt x="605541" y="45430"/>
                    </a:lnTo>
                    <a:lnTo>
                      <a:pt x="605541" y="580096"/>
                    </a:lnTo>
                    <a:lnTo>
                      <a:pt x="0" y="580096"/>
                    </a:lnTo>
                    <a:close/>
                  </a:path>
                </a:pathLst>
              </a:custGeom>
              <a:solidFill>
                <a:srgbClr val="F6C86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CDC32F41-8774-4B8B-8C4C-3AC99D669624}"/>
                  </a:ext>
                </a:extLst>
              </p:cNvPr>
              <p:cNvGrpSpPr/>
              <p:nvPr/>
            </p:nvGrpSpPr>
            <p:grpSpPr>
              <a:xfrm>
                <a:off x="5464617" y="4794754"/>
                <a:ext cx="434810" cy="480068"/>
                <a:chOff x="6949149" y="1484813"/>
                <a:chExt cx="1425052" cy="1573383"/>
              </a:xfrm>
            </p:grpSpPr>
            <p:sp>
              <p:nvSpPr>
                <p:cNvPr id="165" name="Freeform: Shape 164">
                  <a:extLst>
                    <a:ext uri="{FF2B5EF4-FFF2-40B4-BE49-F238E27FC236}">
                      <a16:creationId xmlns:a16="http://schemas.microsoft.com/office/drawing/2014/main" id="{C7E633F9-D946-6CF3-69F4-86C10E148B67}"/>
                    </a:ext>
                  </a:extLst>
                </p:cNvPr>
                <p:cNvSpPr/>
                <p:nvPr/>
              </p:nvSpPr>
              <p:spPr>
                <a:xfrm rot="2700000">
                  <a:off x="6874983" y="1558979"/>
                  <a:ext cx="1573383" cy="1425052"/>
                </a:xfrm>
                <a:custGeom>
                  <a:avLst/>
                  <a:gdLst>
                    <a:gd name="csX0" fmla="*/ 486267 w 1573383"/>
                    <a:gd name="csY0" fmla="*/ 1 h 1425052"/>
                    <a:gd name="csX1" fmla="*/ 795576 w 1573383"/>
                    <a:gd name="csY1" fmla="*/ 0 h 1425052"/>
                    <a:gd name="csX2" fmla="*/ 1568914 w 1573383"/>
                    <a:gd name="csY2" fmla="*/ 773340 h 1425052"/>
                    <a:gd name="csX3" fmla="*/ 1568914 w 1573383"/>
                    <a:gd name="csY3" fmla="*/ 794919 h 1425052"/>
                    <a:gd name="csX4" fmla="*/ 943252 w 1573383"/>
                    <a:gd name="csY4" fmla="*/ 1420584 h 1425052"/>
                    <a:gd name="csX5" fmla="*/ 921671 w 1573383"/>
                    <a:gd name="csY5" fmla="*/ 1420583 h 1425052"/>
                    <a:gd name="csX6" fmla="*/ 4469 w 1573383"/>
                    <a:gd name="csY6" fmla="*/ 503379 h 1425052"/>
                    <a:gd name="csX7" fmla="*/ 4468 w 1573383"/>
                    <a:gd name="csY7" fmla="*/ 481800 h 1425052"/>
                    <a:gd name="csX8" fmla="*/ 486267 w 1573383"/>
                    <a:gd name="csY8" fmla="*/ 1 h 14250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73383" h="1425052">
                      <a:moveTo>
                        <a:pt x="486267" y="1"/>
                      </a:moveTo>
                      <a:lnTo>
                        <a:pt x="795576" y="0"/>
                      </a:lnTo>
                      <a:lnTo>
                        <a:pt x="1568914" y="773340"/>
                      </a:lnTo>
                      <a:cubicBezTo>
                        <a:pt x="1574874" y="779298"/>
                        <a:pt x="1574873" y="788960"/>
                        <a:pt x="1568914" y="794919"/>
                      </a:cubicBezTo>
                      <a:lnTo>
                        <a:pt x="943252" y="1420584"/>
                      </a:lnTo>
                      <a:cubicBezTo>
                        <a:pt x="937293" y="1426542"/>
                        <a:pt x="927631" y="1426542"/>
                        <a:pt x="921671" y="1420583"/>
                      </a:cubicBezTo>
                      <a:lnTo>
                        <a:pt x="4469" y="503379"/>
                      </a:lnTo>
                      <a:cubicBezTo>
                        <a:pt x="-1490" y="497420"/>
                        <a:pt x="-1490" y="487758"/>
                        <a:pt x="4468" y="481800"/>
                      </a:cubicBezTo>
                      <a:lnTo>
                        <a:pt x="486267" y="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 sz="12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6" name="Isosceles Triangle 165">
                  <a:extLst>
                    <a:ext uri="{FF2B5EF4-FFF2-40B4-BE49-F238E27FC236}">
                      <a16:creationId xmlns:a16="http://schemas.microsoft.com/office/drawing/2014/main" id="{040D38C5-EE7E-AA59-2B9E-DE47477739D1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7850135" y="1642196"/>
                  <a:ext cx="316553" cy="158360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1200" noProof="0" dirty="0"/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D436E9A6-80D2-E61D-6649-D8A0C03E0216}"/>
                    </a:ext>
                  </a:extLst>
                </p:cNvPr>
                <p:cNvSpPr/>
                <p:nvPr/>
              </p:nvSpPr>
              <p:spPr>
                <a:xfrm>
                  <a:off x="7188993" y="2029339"/>
                  <a:ext cx="1040605" cy="508193"/>
                </a:xfrm>
                <a:prstGeom prst="roundRect">
                  <a:avLst/>
                </a:prstGeom>
                <a:solidFill>
                  <a:srgbClr val="FFD94A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s-ES" sz="1200" b="1" noProof="0" dirty="0">
                      <a:solidFill>
                        <a:srgbClr val="3770A0"/>
                      </a:solidFill>
                    </a:rPr>
                    <a:t>PY</a:t>
                  </a:r>
                </a:p>
              </p:txBody>
            </p:sp>
          </p:grp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BDA4AB0E-962C-10C4-6E8B-394FA4147AF0}"/>
                  </a:ext>
                </a:extLst>
              </p:cNvPr>
              <p:cNvGrpSpPr/>
              <p:nvPr/>
            </p:nvGrpSpPr>
            <p:grpSpPr>
              <a:xfrm>
                <a:off x="5616959" y="4828092"/>
                <a:ext cx="434810" cy="480068"/>
                <a:chOff x="6949149" y="1484813"/>
                <a:chExt cx="1425052" cy="1573383"/>
              </a:xfrm>
            </p:grpSpPr>
            <p:sp>
              <p:nvSpPr>
                <p:cNvPr id="162" name="Freeform: Shape 161">
                  <a:extLst>
                    <a:ext uri="{FF2B5EF4-FFF2-40B4-BE49-F238E27FC236}">
                      <a16:creationId xmlns:a16="http://schemas.microsoft.com/office/drawing/2014/main" id="{1545E6D7-0DEF-0907-9595-ACB1C0C4D139}"/>
                    </a:ext>
                  </a:extLst>
                </p:cNvPr>
                <p:cNvSpPr/>
                <p:nvPr/>
              </p:nvSpPr>
              <p:spPr>
                <a:xfrm rot="2700000">
                  <a:off x="6874983" y="1558979"/>
                  <a:ext cx="1573383" cy="1425052"/>
                </a:xfrm>
                <a:custGeom>
                  <a:avLst/>
                  <a:gdLst>
                    <a:gd name="csX0" fmla="*/ 486267 w 1573383"/>
                    <a:gd name="csY0" fmla="*/ 1 h 1425052"/>
                    <a:gd name="csX1" fmla="*/ 795576 w 1573383"/>
                    <a:gd name="csY1" fmla="*/ 0 h 1425052"/>
                    <a:gd name="csX2" fmla="*/ 1568914 w 1573383"/>
                    <a:gd name="csY2" fmla="*/ 773340 h 1425052"/>
                    <a:gd name="csX3" fmla="*/ 1568914 w 1573383"/>
                    <a:gd name="csY3" fmla="*/ 794919 h 1425052"/>
                    <a:gd name="csX4" fmla="*/ 943252 w 1573383"/>
                    <a:gd name="csY4" fmla="*/ 1420584 h 1425052"/>
                    <a:gd name="csX5" fmla="*/ 921671 w 1573383"/>
                    <a:gd name="csY5" fmla="*/ 1420583 h 1425052"/>
                    <a:gd name="csX6" fmla="*/ 4469 w 1573383"/>
                    <a:gd name="csY6" fmla="*/ 503379 h 1425052"/>
                    <a:gd name="csX7" fmla="*/ 4468 w 1573383"/>
                    <a:gd name="csY7" fmla="*/ 481800 h 1425052"/>
                    <a:gd name="csX8" fmla="*/ 486267 w 1573383"/>
                    <a:gd name="csY8" fmla="*/ 1 h 14250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73383" h="1425052">
                      <a:moveTo>
                        <a:pt x="486267" y="1"/>
                      </a:moveTo>
                      <a:lnTo>
                        <a:pt x="795576" y="0"/>
                      </a:lnTo>
                      <a:lnTo>
                        <a:pt x="1568914" y="773340"/>
                      </a:lnTo>
                      <a:cubicBezTo>
                        <a:pt x="1574874" y="779298"/>
                        <a:pt x="1574873" y="788960"/>
                        <a:pt x="1568914" y="794919"/>
                      </a:cubicBezTo>
                      <a:lnTo>
                        <a:pt x="943252" y="1420584"/>
                      </a:lnTo>
                      <a:cubicBezTo>
                        <a:pt x="937293" y="1426542"/>
                        <a:pt x="927631" y="1426542"/>
                        <a:pt x="921671" y="1420583"/>
                      </a:cubicBezTo>
                      <a:lnTo>
                        <a:pt x="4469" y="503379"/>
                      </a:lnTo>
                      <a:cubicBezTo>
                        <a:pt x="-1490" y="497420"/>
                        <a:pt x="-1490" y="487758"/>
                        <a:pt x="4468" y="481800"/>
                      </a:cubicBezTo>
                      <a:lnTo>
                        <a:pt x="486267" y="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 sz="12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3" name="Isosceles Triangle 162">
                  <a:extLst>
                    <a:ext uri="{FF2B5EF4-FFF2-40B4-BE49-F238E27FC236}">
                      <a16:creationId xmlns:a16="http://schemas.microsoft.com/office/drawing/2014/main" id="{4A328F7F-D26E-98EF-4F3B-82C3B67B1553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7850135" y="1642196"/>
                  <a:ext cx="316553" cy="158360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1200" noProof="0" dirty="0"/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43B4540C-6644-5D4E-6190-00D8DE83BA5C}"/>
                    </a:ext>
                  </a:extLst>
                </p:cNvPr>
                <p:cNvSpPr/>
                <p:nvPr/>
              </p:nvSpPr>
              <p:spPr>
                <a:xfrm>
                  <a:off x="7188993" y="2029339"/>
                  <a:ext cx="1040605" cy="508193"/>
                </a:xfrm>
                <a:prstGeom prst="roundRect">
                  <a:avLst/>
                </a:prstGeom>
                <a:solidFill>
                  <a:srgbClr val="FFD94A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s-ES" sz="1200" b="1" noProof="0" dirty="0">
                      <a:solidFill>
                        <a:srgbClr val="3770A0"/>
                      </a:solidFill>
                    </a:rPr>
                    <a:t>PY</a:t>
                  </a:r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2B244B00-7214-4395-961D-9C8B2B94C958}"/>
                  </a:ext>
                </a:extLst>
              </p:cNvPr>
              <p:cNvGrpSpPr/>
              <p:nvPr/>
            </p:nvGrpSpPr>
            <p:grpSpPr>
              <a:xfrm>
                <a:off x="5803803" y="4861429"/>
                <a:ext cx="434810" cy="480068"/>
                <a:chOff x="6949149" y="1484813"/>
                <a:chExt cx="1425052" cy="1573383"/>
              </a:xfrm>
            </p:grpSpPr>
            <p:sp>
              <p:nvSpPr>
                <p:cNvPr id="159" name="Freeform: Shape 158">
                  <a:extLst>
                    <a:ext uri="{FF2B5EF4-FFF2-40B4-BE49-F238E27FC236}">
                      <a16:creationId xmlns:a16="http://schemas.microsoft.com/office/drawing/2014/main" id="{47C29D9C-92A1-7CD8-EDA6-A6CA40EBB9C9}"/>
                    </a:ext>
                  </a:extLst>
                </p:cNvPr>
                <p:cNvSpPr/>
                <p:nvPr/>
              </p:nvSpPr>
              <p:spPr>
                <a:xfrm rot="2700000">
                  <a:off x="6874983" y="1558979"/>
                  <a:ext cx="1573383" cy="1425052"/>
                </a:xfrm>
                <a:custGeom>
                  <a:avLst/>
                  <a:gdLst>
                    <a:gd name="csX0" fmla="*/ 486267 w 1573383"/>
                    <a:gd name="csY0" fmla="*/ 1 h 1425052"/>
                    <a:gd name="csX1" fmla="*/ 795576 w 1573383"/>
                    <a:gd name="csY1" fmla="*/ 0 h 1425052"/>
                    <a:gd name="csX2" fmla="*/ 1568914 w 1573383"/>
                    <a:gd name="csY2" fmla="*/ 773340 h 1425052"/>
                    <a:gd name="csX3" fmla="*/ 1568914 w 1573383"/>
                    <a:gd name="csY3" fmla="*/ 794919 h 1425052"/>
                    <a:gd name="csX4" fmla="*/ 943252 w 1573383"/>
                    <a:gd name="csY4" fmla="*/ 1420584 h 1425052"/>
                    <a:gd name="csX5" fmla="*/ 921671 w 1573383"/>
                    <a:gd name="csY5" fmla="*/ 1420583 h 1425052"/>
                    <a:gd name="csX6" fmla="*/ 4469 w 1573383"/>
                    <a:gd name="csY6" fmla="*/ 503379 h 1425052"/>
                    <a:gd name="csX7" fmla="*/ 4468 w 1573383"/>
                    <a:gd name="csY7" fmla="*/ 481800 h 1425052"/>
                    <a:gd name="csX8" fmla="*/ 486267 w 1573383"/>
                    <a:gd name="csY8" fmla="*/ 1 h 14250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73383" h="1425052">
                      <a:moveTo>
                        <a:pt x="486267" y="1"/>
                      </a:moveTo>
                      <a:lnTo>
                        <a:pt x="795576" y="0"/>
                      </a:lnTo>
                      <a:lnTo>
                        <a:pt x="1568914" y="773340"/>
                      </a:lnTo>
                      <a:cubicBezTo>
                        <a:pt x="1574874" y="779298"/>
                        <a:pt x="1574873" y="788960"/>
                        <a:pt x="1568914" y="794919"/>
                      </a:cubicBezTo>
                      <a:lnTo>
                        <a:pt x="943252" y="1420584"/>
                      </a:lnTo>
                      <a:cubicBezTo>
                        <a:pt x="937293" y="1426542"/>
                        <a:pt x="927631" y="1426542"/>
                        <a:pt x="921671" y="1420583"/>
                      </a:cubicBezTo>
                      <a:lnTo>
                        <a:pt x="4469" y="503379"/>
                      </a:lnTo>
                      <a:cubicBezTo>
                        <a:pt x="-1490" y="497420"/>
                        <a:pt x="-1490" y="487758"/>
                        <a:pt x="4468" y="481800"/>
                      </a:cubicBezTo>
                      <a:lnTo>
                        <a:pt x="486267" y="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 sz="12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0" name="Isosceles Triangle 159">
                  <a:extLst>
                    <a:ext uri="{FF2B5EF4-FFF2-40B4-BE49-F238E27FC236}">
                      <a16:creationId xmlns:a16="http://schemas.microsoft.com/office/drawing/2014/main" id="{B0AA738B-4460-5BAC-FF9A-F2FC1661CF9B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7850135" y="1642196"/>
                  <a:ext cx="316553" cy="158360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1200" noProof="0" dirty="0"/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AA4C5694-E9CB-8E19-5599-772BE7297F13}"/>
                    </a:ext>
                  </a:extLst>
                </p:cNvPr>
                <p:cNvSpPr/>
                <p:nvPr/>
              </p:nvSpPr>
              <p:spPr>
                <a:xfrm>
                  <a:off x="7188993" y="2029339"/>
                  <a:ext cx="1040605" cy="508193"/>
                </a:xfrm>
                <a:prstGeom prst="roundRect">
                  <a:avLst/>
                </a:prstGeom>
                <a:solidFill>
                  <a:srgbClr val="FFD94A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s-ES" sz="1200" b="1" noProof="0" dirty="0">
                      <a:solidFill>
                        <a:srgbClr val="3770A0"/>
                      </a:solidFill>
                    </a:rPr>
                    <a:t>PY</a:t>
                  </a:r>
                </a:p>
              </p:txBody>
            </p:sp>
          </p:grpSp>
          <p:sp>
            <p:nvSpPr>
              <p:cNvPr id="158" name="Parallelogram 157">
                <a:extLst>
                  <a:ext uri="{FF2B5EF4-FFF2-40B4-BE49-F238E27FC236}">
                    <a16:creationId xmlns:a16="http://schemas.microsoft.com/office/drawing/2014/main" id="{A75445BB-4B91-525A-79E1-2A875C22F273}"/>
                  </a:ext>
                </a:extLst>
              </p:cNvPr>
              <p:cNvSpPr/>
              <p:nvPr/>
            </p:nvSpPr>
            <p:spPr>
              <a:xfrm>
                <a:off x="5493192" y="5166876"/>
                <a:ext cx="739494" cy="345197"/>
              </a:xfrm>
              <a:prstGeom prst="parallelogram">
                <a:avLst>
                  <a:gd name="adj" fmla="val 29348"/>
                </a:avLst>
              </a:prstGeom>
              <a:solidFill>
                <a:srgbClr val="F6C86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CC6BE4A-3B15-1765-9B3D-909C6FA64AD9}"/>
                </a:ext>
              </a:extLst>
            </p:cNvPr>
            <p:cNvGrpSpPr/>
            <p:nvPr/>
          </p:nvGrpSpPr>
          <p:grpSpPr>
            <a:xfrm>
              <a:off x="5951207" y="4840410"/>
              <a:ext cx="773996" cy="717320"/>
              <a:chOff x="5464617" y="4794754"/>
              <a:chExt cx="773996" cy="717320"/>
            </a:xfrm>
          </p:grpSpPr>
          <p:sp>
            <p:nvSpPr>
              <p:cNvPr id="140" name="Parallelogram 88">
                <a:extLst>
                  <a:ext uri="{FF2B5EF4-FFF2-40B4-BE49-F238E27FC236}">
                    <a16:creationId xmlns:a16="http://schemas.microsoft.com/office/drawing/2014/main" id="{D1336A81-E866-2244-9C57-98427592D03C}"/>
                  </a:ext>
                </a:extLst>
              </p:cNvPr>
              <p:cNvSpPr/>
              <p:nvPr/>
            </p:nvSpPr>
            <p:spPr>
              <a:xfrm>
                <a:off x="5493192" y="4902700"/>
                <a:ext cx="636102" cy="609374"/>
              </a:xfrm>
              <a:custGeom>
                <a:avLst/>
                <a:gdLst>
                  <a:gd name="csX0" fmla="*/ 0 w 605541"/>
                  <a:gd name="csY0" fmla="*/ 580096 h 580096"/>
                  <a:gd name="csX1" fmla="*/ 0 w 605541"/>
                  <a:gd name="csY1" fmla="*/ 45430 h 580096"/>
                  <a:gd name="csX2" fmla="*/ 3879 w 605541"/>
                  <a:gd name="csY2" fmla="*/ 0 h 580096"/>
                  <a:gd name="csX3" fmla="*/ 225335 w 605541"/>
                  <a:gd name="csY3" fmla="*/ 0 h 580096"/>
                  <a:gd name="csX4" fmla="*/ 246766 w 605541"/>
                  <a:gd name="csY4" fmla="*/ 45243 h 580096"/>
                  <a:gd name="csX5" fmla="*/ 605541 w 605541"/>
                  <a:gd name="csY5" fmla="*/ 45430 h 580096"/>
                  <a:gd name="csX6" fmla="*/ 605541 w 605541"/>
                  <a:gd name="csY6" fmla="*/ 580096 h 580096"/>
                  <a:gd name="csX7" fmla="*/ 0 w 605541"/>
                  <a:gd name="csY7" fmla="*/ 580096 h 580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605541" h="580096">
                    <a:moveTo>
                      <a:pt x="0" y="580096"/>
                    </a:moveTo>
                    <a:lnTo>
                      <a:pt x="0" y="45430"/>
                    </a:lnTo>
                    <a:lnTo>
                      <a:pt x="3879" y="0"/>
                    </a:lnTo>
                    <a:lnTo>
                      <a:pt x="225335" y="0"/>
                    </a:lnTo>
                    <a:lnTo>
                      <a:pt x="246766" y="45243"/>
                    </a:lnTo>
                    <a:lnTo>
                      <a:pt x="605541" y="45430"/>
                    </a:lnTo>
                    <a:lnTo>
                      <a:pt x="605541" y="580096"/>
                    </a:lnTo>
                    <a:lnTo>
                      <a:pt x="0" y="580096"/>
                    </a:lnTo>
                    <a:close/>
                  </a:path>
                </a:pathLst>
              </a:custGeom>
              <a:solidFill>
                <a:srgbClr val="F6C86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B4183C6A-D633-3A52-AE15-0797B0CCE14F}"/>
                  </a:ext>
                </a:extLst>
              </p:cNvPr>
              <p:cNvGrpSpPr/>
              <p:nvPr/>
            </p:nvGrpSpPr>
            <p:grpSpPr>
              <a:xfrm>
                <a:off x="5464617" y="4794754"/>
                <a:ext cx="434810" cy="480068"/>
                <a:chOff x="6949149" y="1484813"/>
                <a:chExt cx="1425052" cy="1573383"/>
              </a:xfrm>
            </p:grpSpPr>
            <p:sp>
              <p:nvSpPr>
                <p:cNvPr id="151" name="Freeform: Shape 150">
                  <a:extLst>
                    <a:ext uri="{FF2B5EF4-FFF2-40B4-BE49-F238E27FC236}">
                      <a16:creationId xmlns:a16="http://schemas.microsoft.com/office/drawing/2014/main" id="{0D23FB81-961D-A560-4A52-B3114B3CAA6A}"/>
                    </a:ext>
                  </a:extLst>
                </p:cNvPr>
                <p:cNvSpPr/>
                <p:nvPr/>
              </p:nvSpPr>
              <p:spPr>
                <a:xfrm rot="2700000">
                  <a:off x="6874983" y="1558979"/>
                  <a:ext cx="1573383" cy="1425052"/>
                </a:xfrm>
                <a:custGeom>
                  <a:avLst/>
                  <a:gdLst>
                    <a:gd name="csX0" fmla="*/ 486267 w 1573383"/>
                    <a:gd name="csY0" fmla="*/ 1 h 1425052"/>
                    <a:gd name="csX1" fmla="*/ 795576 w 1573383"/>
                    <a:gd name="csY1" fmla="*/ 0 h 1425052"/>
                    <a:gd name="csX2" fmla="*/ 1568914 w 1573383"/>
                    <a:gd name="csY2" fmla="*/ 773340 h 1425052"/>
                    <a:gd name="csX3" fmla="*/ 1568914 w 1573383"/>
                    <a:gd name="csY3" fmla="*/ 794919 h 1425052"/>
                    <a:gd name="csX4" fmla="*/ 943252 w 1573383"/>
                    <a:gd name="csY4" fmla="*/ 1420584 h 1425052"/>
                    <a:gd name="csX5" fmla="*/ 921671 w 1573383"/>
                    <a:gd name="csY5" fmla="*/ 1420583 h 1425052"/>
                    <a:gd name="csX6" fmla="*/ 4469 w 1573383"/>
                    <a:gd name="csY6" fmla="*/ 503379 h 1425052"/>
                    <a:gd name="csX7" fmla="*/ 4468 w 1573383"/>
                    <a:gd name="csY7" fmla="*/ 481800 h 1425052"/>
                    <a:gd name="csX8" fmla="*/ 486267 w 1573383"/>
                    <a:gd name="csY8" fmla="*/ 1 h 14250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73383" h="1425052">
                      <a:moveTo>
                        <a:pt x="486267" y="1"/>
                      </a:moveTo>
                      <a:lnTo>
                        <a:pt x="795576" y="0"/>
                      </a:lnTo>
                      <a:lnTo>
                        <a:pt x="1568914" y="773340"/>
                      </a:lnTo>
                      <a:cubicBezTo>
                        <a:pt x="1574874" y="779298"/>
                        <a:pt x="1574873" y="788960"/>
                        <a:pt x="1568914" y="794919"/>
                      </a:cubicBezTo>
                      <a:lnTo>
                        <a:pt x="943252" y="1420584"/>
                      </a:lnTo>
                      <a:cubicBezTo>
                        <a:pt x="937293" y="1426542"/>
                        <a:pt x="927631" y="1426542"/>
                        <a:pt x="921671" y="1420583"/>
                      </a:cubicBezTo>
                      <a:lnTo>
                        <a:pt x="4469" y="503379"/>
                      </a:lnTo>
                      <a:cubicBezTo>
                        <a:pt x="-1490" y="497420"/>
                        <a:pt x="-1490" y="487758"/>
                        <a:pt x="4468" y="481800"/>
                      </a:cubicBezTo>
                      <a:lnTo>
                        <a:pt x="486267" y="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 sz="12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2" name="Isosceles Triangle 151">
                  <a:extLst>
                    <a:ext uri="{FF2B5EF4-FFF2-40B4-BE49-F238E27FC236}">
                      <a16:creationId xmlns:a16="http://schemas.microsoft.com/office/drawing/2014/main" id="{732FEF53-091E-6635-DD2F-1A839081DAC1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7850135" y="1642196"/>
                  <a:ext cx="316553" cy="158360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1200" noProof="0" dirty="0"/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A4269238-8988-CC79-5EA6-FF7AD5D1E949}"/>
                    </a:ext>
                  </a:extLst>
                </p:cNvPr>
                <p:cNvSpPr/>
                <p:nvPr/>
              </p:nvSpPr>
              <p:spPr>
                <a:xfrm>
                  <a:off x="7188993" y="2029339"/>
                  <a:ext cx="1040605" cy="508193"/>
                </a:xfrm>
                <a:prstGeom prst="roundRect">
                  <a:avLst/>
                </a:prstGeom>
                <a:solidFill>
                  <a:srgbClr val="FFD94A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s-ES" sz="1200" b="1" noProof="0" dirty="0">
                      <a:solidFill>
                        <a:srgbClr val="3770A0"/>
                      </a:solidFill>
                    </a:rPr>
                    <a:t>PY</a:t>
                  </a:r>
                </a:p>
              </p:txBody>
            </p: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1DF12264-9A11-2CBF-8E84-F6A3C4E9D317}"/>
                  </a:ext>
                </a:extLst>
              </p:cNvPr>
              <p:cNvGrpSpPr/>
              <p:nvPr/>
            </p:nvGrpSpPr>
            <p:grpSpPr>
              <a:xfrm>
                <a:off x="5616959" y="4828092"/>
                <a:ext cx="434810" cy="480068"/>
                <a:chOff x="6949149" y="1484813"/>
                <a:chExt cx="1425052" cy="1573383"/>
              </a:xfrm>
            </p:grpSpPr>
            <p:sp>
              <p:nvSpPr>
                <p:cNvPr id="148" name="Freeform: Shape 147">
                  <a:extLst>
                    <a:ext uri="{FF2B5EF4-FFF2-40B4-BE49-F238E27FC236}">
                      <a16:creationId xmlns:a16="http://schemas.microsoft.com/office/drawing/2014/main" id="{3FAB35DE-8144-3AF9-2943-5EC99169D2E3}"/>
                    </a:ext>
                  </a:extLst>
                </p:cNvPr>
                <p:cNvSpPr/>
                <p:nvPr/>
              </p:nvSpPr>
              <p:spPr>
                <a:xfrm rot="2700000">
                  <a:off x="6874983" y="1558979"/>
                  <a:ext cx="1573383" cy="1425052"/>
                </a:xfrm>
                <a:custGeom>
                  <a:avLst/>
                  <a:gdLst>
                    <a:gd name="csX0" fmla="*/ 486267 w 1573383"/>
                    <a:gd name="csY0" fmla="*/ 1 h 1425052"/>
                    <a:gd name="csX1" fmla="*/ 795576 w 1573383"/>
                    <a:gd name="csY1" fmla="*/ 0 h 1425052"/>
                    <a:gd name="csX2" fmla="*/ 1568914 w 1573383"/>
                    <a:gd name="csY2" fmla="*/ 773340 h 1425052"/>
                    <a:gd name="csX3" fmla="*/ 1568914 w 1573383"/>
                    <a:gd name="csY3" fmla="*/ 794919 h 1425052"/>
                    <a:gd name="csX4" fmla="*/ 943252 w 1573383"/>
                    <a:gd name="csY4" fmla="*/ 1420584 h 1425052"/>
                    <a:gd name="csX5" fmla="*/ 921671 w 1573383"/>
                    <a:gd name="csY5" fmla="*/ 1420583 h 1425052"/>
                    <a:gd name="csX6" fmla="*/ 4469 w 1573383"/>
                    <a:gd name="csY6" fmla="*/ 503379 h 1425052"/>
                    <a:gd name="csX7" fmla="*/ 4468 w 1573383"/>
                    <a:gd name="csY7" fmla="*/ 481800 h 1425052"/>
                    <a:gd name="csX8" fmla="*/ 486267 w 1573383"/>
                    <a:gd name="csY8" fmla="*/ 1 h 14250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73383" h="1425052">
                      <a:moveTo>
                        <a:pt x="486267" y="1"/>
                      </a:moveTo>
                      <a:lnTo>
                        <a:pt x="795576" y="0"/>
                      </a:lnTo>
                      <a:lnTo>
                        <a:pt x="1568914" y="773340"/>
                      </a:lnTo>
                      <a:cubicBezTo>
                        <a:pt x="1574874" y="779298"/>
                        <a:pt x="1574873" y="788960"/>
                        <a:pt x="1568914" y="794919"/>
                      </a:cubicBezTo>
                      <a:lnTo>
                        <a:pt x="943252" y="1420584"/>
                      </a:lnTo>
                      <a:cubicBezTo>
                        <a:pt x="937293" y="1426542"/>
                        <a:pt x="927631" y="1426542"/>
                        <a:pt x="921671" y="1420583"/>
                      </a:cubicBezTo>
                      <a:lnTo>
                        <a:pt x="4469" y="503379"/>
                      </a:lnTo>
                      <a:cubicBezTo>
                        <a:pt x="-1490" y="497420"/>
                        <a:pt x="-1490" y="487758"/>
                        <a:pt x="4468" y="481800"/>
                      </a:cubicBezTo>
                      <a:lnTo>
                        <a:pt x="486267" y="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 sz="12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9" name="Isosceles Triangle 148">
                  <a:extLst>
                    <a:ext uri="{FF2B5EF4-FFF2-40B4-BE49-F238E27FC236}">
                      <a16:creationId xmlns:a16="http://schemas.microsoft.com/office/drawing/2014/main" id="{76824431-A457-2593-C5DF-7DBF22F924A0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7850135" y="1642196"/>
                  <a:ext cx="316553" cy="158360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1200" noProof="0" dirty="0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849A92DE-413D-13E8-C417-C7A4E84D1DB7}"/>
                    </a:ext>
                  </a:extLst>
                </p:cNvPr>
                <p:cNvSpPr/>
                <p:nvPr/>
              </p:nvSpPr>
              <p:spPr>
                <a:xfrm>
                  <a:off x="7188993" y="2029339"/>
                  <a:ext cx="1040605" cy="508193"/>
                </a:xfrm>
                <a:prstGeom prst="roundRect">
                  <a:avLst/>
                </a:prstGeom>
                <a:solidFill>
                  <a:srgbClr val="FFD94A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s-ES" sz="1200" b="1" noProof="0" dirty="0">
                      <a:solidFill>
                        <a:srgbClr val="3770A0"/>
                      </a:solidFill>
                    </a:rPr>
                    <a:t>PY</a:t>
                  </a:r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4D54D12F-9E72-8ECF-C297-4818516C0A64}"/>
                  </a:ext>
                </a:extLst>
              </p:cNvPr>
              <p:cNvGrpSpPr/>
              <p:nvPr/>
            </p:nvGrpSpPr>
            <p:grpSpPr>
              <a:xfrm>
                <a:off x="5803803" y="4861429"/>
                <a:ext cx="434810" cy="480068"/>
                <a:chOff x="6949149" y="1484813"/>
                <a:chExt cx="1425052" cy="1573383"/>
              </a:xfrm>
            </p:grpSpPr>
            <p:sp>
              <p:nvSpPr>
                <p:cNvPr id="145" name="Freeform: Shape 144">
                  <a:extLst>
                    <a:ext uri="{FF2B5EF4-FFF2-40B4-BE49-F238E27FC236}">
                      <a16:creationId xmlns:a16="http://schemas.microsoft.com/office/drawing/2014/main" id="{4E7E1E7E-70E7-B89B-3EAD-5780F210D68A}"/>
                    </a:ext>
                  </a:extLst>
                </p:cNvPr>
                <p:cNvSpPr/>
                <p:nvPr/>
              </p:nvSpPr>
              <p:spPr>
                <a:xfrm rot="2700000">
                  <a:off x="6874983" y="1558979"/>
                  <a:ext cx="1573383" cy="1425052"/>
                </a:xfrm>
                <a:custGeom>
                  <a:avLst/>
                  <a:gdLst>
                    <a:gd name="csX0" fmla="*/ 486267 w 1573383"/>
                    <a:gd name="csY0" fmla="*/ 1 h 1425052"/>
                    <a:gd name="csX1" fmla="*/ 795576 w 1573383"/>
                    <a:gd name="csY1" fmla="*/ 0 h 1425052"/>
                    <a:gd name="csX2" fmla="*/ 1568914 w 1573383"/>
                    <a:gd name="csY2" fmla="*/ 773340 h 1425052"/>
                    <a:gd name="csX3" fmla="*/ 1568914 w 1573383"/>
                    <a:gd name="csY3" fmla="*/ 794919 h 1425052"/>
                    <a:gd name="csX4" fmla="*/ 943252 w 1573383"/>
                    <a:gd name="csY4" fmla="*/ 1420584 h 1425052"/>
                    <a:gd name="csX5" fmla="*/ 921671 w 1573383"/>
                    <a:gd name="csY5" fmla="*/ 1420583 h 1425052"/>
                    <a:gd name="csX6" fmla="*/ 4469 w 1573383"/>
                    <a:gd name="csY6" fmla="*/ 503379 h 1425052"/>
                    <a:gd name="csX7" fmla="*/ 4468 w 1573383"/>
                    <a:gd name="csY7" fmla="*/ 481800 h 1425052"/>
                    <a:gd name="csX8" fmla="*/ 486267 w 1573383"/>
                    <a:gd name="csY8" fmla="*/ 1 h 14250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73383" h="1425052">
                      <a:moveTo>
                        <a:pt x="486267" y="1"/>
                      </a:moveTo>
                      <a:lnTo>
                        <a:pt x="795576" y="0"/>
                      </a:lnTo>
                      <a:lnTo>
                        <a:pt x="1568914" y="773340"/>
                      </a:lnTo>
                      <a:cubicBezTo>
                        <a:pt x="1574874" y="779298"/>
                        <a:pt x="1574873" y="788960"/>
                        <a:pt x="1568914" y="794919"/>
                      </a:cubicBezTo>
                      <a:lnTo>
                        <a:pt x="943252" y="1420584"/>
                      </a:lnTo>
                      <a:cubicBezTo>
                        <a:pt x="937293" y="1426542"/>
                        <a:pt x="927631" y="1426542"/>
                        <a:pt x="921671" y="1420583"/>
                      </a:cubicBezTo>
                      <a:lnTo>
                        <a:pt x="4469" y="503379"/>
                      </a:lnTo>
                      <a:cubicBezTo>
                        <a:pt x="-1490" y="497420"/>
                        <a:pt x="-1490" y="487758"/>
                        <a:pt x="4468" y="481800"/>
                      </a:cubicBezTo>
                      <a:lnTo>
                        <a:pt x="486267" y="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 sz="12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" name="Isosceles Triangle 145">
                  <a:extLst>
                    <a:ext uri="{FF2B5EF4-FFF2-40B4-BE49-F238E27FC236}">
                      <a16:creationId xmlns:a16="http://schemas.microsoft.com/office/drawing/2014/main" id="{2DD90056-2D05-7E6C-92BD-B45A88EE14BE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7850135" y="1642196"/>
                  <a:ext cx="316553" cy="158360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1200" noProof="0" dirty="0"/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33C6FC6A-31FA-B7D3-C4E5-6CF5A2D1A796}"/>
                    </a:ext>
                  </a:extLst>
                </p:cNvPr>
                <p:cNvSpPr/>
                <p:nvPr/>
              </p:nvSpPr>
              <p:spPr>
                <a:xfrm>
                  <a:off x="7188993" y="2029339"/>
                  <a:ext cx="1040605" cy="508193"/>
                </a:xfrm>
                <a:prstGeom prst="roundRect">
                  <a:avLst/>
                </a:prstGeom>
                <a:solidFill>
                  <a:srgbClr val="FFD94A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s-ES" sz="1200" b="1" noProof="0" dirty="0">
                      <a:solidFill>
                        <a:srgbClr val="3770A0"/>
                      </a:solidFill>
                    </a:rPr>
                    <a:t>PY</a:t>
                  </a:r>
                </a:p>
              </p:txBody>
            </p:sp>
          </p:grpSp>
          <p:sp>
            <p:nvSpPr>
              <p:cNvPr id="144" name="Parallelogram 143">
                <a:extLst>
                  <a:ext uri="{FF2B5EF4-FFF2-40B4-BE49-F238E27FC236}">
                    <a16:creationId xmlns:a16="http://schemas.microsoft.com/office/drawing/2014/main" id="{FBDC9D06-6095-050E-F625-C11CA914D1AC}"/>
                  </a:ext>
                </a:extLst>
              </p:cNvPr>
              <p:cNvSpPr/>
              <p:nvPr/>
            </p:nvSpPr>
            <p:spPr>
              <a:xfrm>
                <a:off x="5493192" y="5166876"/>
                <a:ext cx="739494" cy="345197"/>
              </a:xfrm>
              <a:prstGeom prst="parallelogram">
                <a:avLst>
                  <a:gd name="adj" fmla="val 29348"/>
                </a:avLst>
              </a:prstGeom>
              <a:solidFill>
                <a:srgbClr val="F6C86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139" name="Parallelogram 138">
              <a:extLst>
                <a:ext uri="{FF2B5EF4-FFF2-40B4-BE49-F238E27FC236}">
                  <a16:creationId xmlns:a16="http://schemas.microsoft.com/office/drawing/2014/main" id="{A904D13C-882D-EF3D-5766-95E7700E5621}"/>
                </a:ext>
              </a:extLst>
            </p:cNvPr>
            <p:cNvSpPr/>
            <p:nvPr/>
          </p:nvSpPr>
          <p:spPr>
            <a:xfrm>
              <a:off x="5276189" y="5247819"/>
              <a:ext cx="1501768" cy="701028"/>
            </a:xfrm>
            <a:prstGeom prst="parallelogram">
              <a:avLst>
                <a:gd name="adj" fmla="val 29348"/>
              </a:avLst>
            </a:prstGeom>
            <a:solidFill>
              <a:srgbClr val="E19F0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2DF12EB9-8AF1-4938-3B0A-20AA3ADD2BCD}"/>
              </a:ext>
            </a:extLst>
          </p:cNvPr>
          <p:cNvSpPr txBox="1"/>
          <p:nvPr/>
        </p:nvSpPr>
        <p:spPr>
          <a:xfrm>
            <a:off x="6978082" y="4920445"/>
            <a:ext cx="2340578" cy="71508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noProof="0" dirty="0"/>
              <a:t>Los veremos más adelante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D59DFDFB-AA07-E253-1C00-91ABF5A334CC}"/>
              </a:ext>
            </a:extLst>
          </p:cNvPr>
          <p:cNvSpPr txBox="1"/>
          <p:nvPr/>
        </p:nvSpPr>
        <p:spPr>
          <a:xfrm>
            <a:off x="-3685291" y="2184818"/>
            <a:ext cx="3120268" cy="3745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analizar_muestra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muestra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7EB5F96-2D79-205D-EC50-A6609D8C4D16}"/>
              </a:ext>
            </a:extLst>
          </p:cNvPr>
          <p:cNvSpPr/>
          <p:nvPr/>
        </p:nvSpPr>
        <p:spPr>
          <a:xfrm>
            <a:off x="2695575" y="4660669"/>
            <a:ext cx="686410" cy="460261"/>
          </a:xfrm>
          <a:custGeom>
            <a:avLst/>
            <a:gdLst>
              <a:gd name="csX0" fmla="*/ 0 w 686410"/>
              <a:gd name="csY0" fmla="*/ 454256 h 460261"/>
              <a:gd name="csX1" fmla="*/ 352425 w 686410"/>
              <a:gd name="csY1" fmla="*/ 406631 h 460261"/>
              <a:gd name="csX2" fmla="*/ 438150 w 686410"/>
              <a:gd name="csY2" fmla="*/ 63731 h 460261"/>
              <a:gd name="csX3" fmla="*/ 647700 w 686410"/>
              <a:gd name="csY3" fmla="*/ 6581 h 460261"/>
              <a:gd name="csX4" fmla="*/ 685800 w 686410"/>
              <a:gd name="csY4" fmla="*/ 149456 h 4602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86410" h="460261">
                <a:moveTo>
                  <a:pt x="0" y="454256"/>
                </a:moveTo>
                <a:cubicBezTo>
                  <a:pt x="139700" y="462987"/>
                  <a:pt x="279400" y="471718"/>
                  <a:pt x="352425" y="406631"/>
                </a:cubicBezTo>
                <a:cubicBezTo>
                  <a:pt x="425450" y="341544"/>
                  <a:pt x="388938" y="130406"/>
                  <a:pt x="438150" y="63731"/>
                </a:cubicBezTo>
                <a:cubicBezTo>
                  <a:pt x="487363" y="-2944"/>
                  <a:pt x="606425" y="-7707"/>
                  <a:pt x="647700" y="6581"/>
                </a:cubicBezTo>
                <a:cubicBezTo>
                  <a:pt x="688975" y="20868"/>
                  <a:pt x="687387" y="85162"/>
                  <a:pt x="685800" y="149456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46DA332-760F-FEF3-5A08-CC2154FA75DF}"/>
              </a:ext>
            </a:extLst>
          </p:cNvPr>
          <p:cNvSpPr/>
          <p:nvPr/>
        </p:nvSpPr>
        <p:spPr>
          <a:xfrm>
            <a:off x="2781300" y="5452686"/>
            <a:ext cx="1314450" cy="227922"/>
          </a:xfrm>
          <a:custGeom>
            <a:avLst/>
            <a:gdLst>
              <a:gd name="csX0" fmla="*/ 0 w 1314450"/>
              <a:gd name="csY0" fmla="*/ 14664 h 227922"/>
              <a:gd name="csX1" fmla="*/ 200025 w 1314450"/>
              <a:gd name="csY1" fmla="*/ 14664 h 227922"/>
              <a:gd name="csX2" fmla="*/ 542925 w 1314450"/>
              <a:gd name="csY2" fmla="*/ 167064 h 227922"/>
              <a:gd name="csX3" fmla="*/ 1095375 w 1314450"/>
              <a:gd name="csY3" fmla="*/ 224214 h 227922"/>
              <a:gd name="csX4" fmla="*/ 1314450 w 1314450"/>
              <a:gd name="csY4" fmla="*/ 71814 h 227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14450" h="227922">
                <a:moveTo>
                  <a:pt x="0" y="14664"/>
                </a:moveTo>
                <a:cubicBezTo>
                  <a:pt x="54768" y="1964"/>
                  <a:pt x="109537" y="-10736"/>
                  <a:pt x="200025" y="14664"/>
                </a:cubicBezTo>
                <a:cubicBezTo>
                  <a:pt x="290513" y="40064"/>
                  <a:pt x="393700" y="132139"/>
                  <a:pt x="542925" y="167064"/>
                </a:cubicBezTo>
                <a:cubicBezTo>
                  <a:pt x="692150" y="201989"/>
                  <a:pt x="966788" y="240089"/>
                  <a:pt x="1095375" y="224214"/>
                </a:cubicBezTo>
                <a:cubicBezTo>
                  <a:pt x="1223962" y="208339"/>
                  <a:pt x="1269206" y="140076"/>
                  <a:pt x="1314450" y="71814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9B655AC-A10E-2B81-1430-B6F92FAAC367}"/>
              </a:ext>
            </a:extLst>
          </p:cNvPr>
          <p:cNvSpPr/>
          <p:nvPr/>
        </p:nvSpPr>
        <p:spPr>
          <a:xfrm>
            <a:off x="2714625" y="5793990"/>
            <a:ext cx="2705100" cy="536932"/>
          </a:xfrm>
          <a:custGeom>
            <a:avLst/>
            <a:gdLst>
              <a:gd name="csX0" fmla="*/ 0 w 2705100"/>
              <a:gd name="csY0" fmla="*/ 6735 h 536932"/>
              <a:gd name="csX1" fmla="*/ 733425 w 2705100"/>
              <a:gd name="csY1" fmla="*/ 54360 h 536932"/>
              <a:gd name="csX2" fmla="*/ 1352550 w 2705100"/>
              <a:gd name="csY2" fmla="*/ 406785 h 536932"/>
              <a:gd name="csX3" fmla="*/ 2457450 w 2705100"/>
              <a:gd name="csY3" fmla="*/ 530610 h 536932"/>
              <a:gd name="csX4" fmla="*/ 2705100 w 2705100"/>
              <a:gd name="csY4" fmla="*/ 235335 h 5369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05100" h="536932">
                <a:moveTo>
                  <a:pt x="0" y="6735"/>
                </a:moveTo>
                <a:cubicBezTo>
                  <a:pt x="254000" y="-2790"/>
                  <a:pt x="508000" y="-12315"/>
                  <a:pt x="733425" y="54360"/>
                </a:cubicBezTo>
                <a:cubicBezTo>
                  <a:pt x="958850" y="121035"/>
                  <a:pt x="1065212" y="327410"/>
                  <a:pt x="1352550" y="406785"/>
                </a:cubicBezTo>
                <a:cubicBezTo>
                  <a:pt x="1639888" y="486160"/>
                  <a:pt x="2232025" y="559185"/>
                  <a:pt x="2457450" y="530610"/>
                </a:cubicBezTo>
                <a:cubicBezTo>
                  <a:pt x="2682875" y="502035"/>
                  <a:pt x="2693987" y="368685"/>
                  <a:pt x="2705100" y="235335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57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183" grpId="0" animBg="1"/>
      <p:bldP spid="3" grpId="0" animBg="1"/>
      <p:bldP spid="5" grpId="0" animBg="1"/>
      <p:bldP spid="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45EF6-3F05-FF8D-C078-DB21DADC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FFB030-91BF-E42A-6F47-149A20FAF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u="sng" noProof="0" dirty="0"/>
              <a:t>Abstracción</a:t>
            </a:r>
            <a:r>
              <a:rPr lang="es-ES" noProof="0" dirty="0"/>
              <a:t>: suprimimos detalles</a:t>
            </a:r>
            <a:endParaRPr lang="es-ES" b="1" noProof="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B2E25A-C794-91A4-2CAC-6FCE9F440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u="sng" noProof="0" dirty="0"/>
              <a:t>Características</a:t>
            </a:r>
          </a:p>
          <a:p>
            <a:pPr lvl="1"/>
            <a:r>
              <a:rPr lang="es-ES" b="1" noProof="0" dirty="0"/>
              <a:t>No vemos </a:t>
            </a:r>
            <a:r>
              <a:rPr lang="es-ES" noProof="0" dirty="0"/>
              <a:t>los detalles</a:t>
            </a:r>
          </a:p>
          <a:p>
            <a:pPr lvl="1"/>
            <a:r>
              <a:rPr lang="es-ES" b="1" dirty="0"/>
              <a:t>No necesitamos </a:t>
            </a:r>
            <a:r>
              <a:rPr lang="es-ES" dirty="0"/>
              <a:t>ver los detalles</a:t>
            </a:r>
          </a:p>
          <a:p>
            <a:pPr lvl="1"/>
            <a:r>
              <a:rPr lang="es-ES" b="1" noProof="0" dirty="0"/>
              <a:t>No queremos </a:t>
            </a:r>
            <a:r>
              <a:rPr lang="es-ES" noProof="0" dirty="0"/>
              <a:t>ver los detalles</a:t>
            </a:r>
          </a:p>
          <a:p>
            <a:pPr lvl="1"/>
            <a:r>
              <a:rPr lang="es-ES" b="1" noProof="0" dirty="0"/>
              <a:t>Caja negra</a:t>
            </a:r>
            <a:r>
              <a:rPr lang="es-ES" noProof="0" dirty="0"/>
              <a:t>: necesitamos saber 3 cosas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s-ES" dirty="0"/>
              <a:t>Cual es el INPUT </a:t>
            </a:r>
            <a:r>
              <a:rPr lang="es-ES" dirty="0">
                <a:solidFill>
                  <a:schemeClr val="accent4"/>
                </a:solidFill>
                <a:sym typeface="Wingdings" panose="05000000000000000000" pitchFamily="2" charset="2"/>
              </a:rPr>
              <a:t> </a:t>
            </a:r>
            <a:r>
              <a:rPr lang="es-ES" dirty="0" err="1">
                <a:solidFill>
                  <a:schemeClr val="accent4"/>
                </a:solidFill>
              </a:rPr>
              <a:t>Ej</a:t>
            </a:r>
            <a:r>
              <a:rPr lang="es-ES" dirty="0">
                <a:solidFill>
                  <a:schemeClr val="accent4"/>
                </a:solidFill>
              </a:rPr>
              <a:t>: muestra de ADN</a:t>
            </a:r>
          </a:p>
          <a:p>
            <a:pPr marL="1371600" lvl="2" indent="-457200">
              <a:buFont typeface="+mj-lt"/>
              <a:buAutoNum type="arabicPeriod"/>
            </a:pPr>
            <a:r>
              <a:rPr lang="es-ES" dirty="0"/>
              <a:t>Que es lo que hace con el input (¡NO </a:t>
            </a:r>
            <a:r>
              <a:rPr lang="es-ES" b="1" dirty="0"/>
              <a:t>COMO </a:t>
            </a:r>
            <a:r>
              <a:rPr lang="es-ES" dirty="0"/>
              <a:t>LO HACE!) </a:t>
            </a:r>
            <a:r>
              <a:rPr lang="es-ES" dirty="0">
                <a:solidFill>
                  <a:schemeClr val="accent4"/>
                </a:solidFill>
                <a:sym typeface="Wingdings" panose="05000000000000000000" pitchFamily="2" charset="2"/>
              </a:rPr>
              <a:t> </a:t>
            </a:r>
            <a:r>
              <a:rPr lang="es-ES" dirty="0" err="1">
                <a:solidFill>
                  <a:schemeClr val="accent4"/>
                </a:solidFill>
              </a:rPr>
              <a:t>Ej</a:t>
            </a:r>
            <a:r>
              <a:rPr lang="es-ES" dirty="0">
                <a:solidFill>
                  <a:schemeClr val="accent4"/>
                </a:solidFill>
              </a:rPr>
              <a:t>: Le mide CC y pureza</a:t>
            </a:r>
          </a:p>
          <a:p>
            <a:pPr marL="1371600" lvl="2" indent="-457200">
              <a:buFont typeface="+mj-lt"/>
              <a:buAutoNum type="arabicPeriod"/>
            </a:pPr>
            <a:r>
              <a:rPr lang="es-ES" noProof="0" dirty="0"/>
              <a:t>Cual es el OUTPUT</a:t>
            </a:r>
            <a:r>
              <a:rPr lang="es-ES" dirty="0">
                <a:solidFill>
                  <a:schemeClr val="accent4"/>
                </a:solidFill>
                <a:sym typeface="Wingdings" panose="05000000000000000000" pitchFamily="2" charset="2"/>
              </a:rPr>
              <a:t>  </a:t>
            </a:r>
            <a:r>
              <a:rPr lang="es-ES" dirty="0" err="1">
                <a:solidFill>
                  <a:schemeClr val="accent4"/>
                </a:solidFill>
              </a:rPr>
              <a:t>Ej</a:t>
            </a:r>
            <a:r>
              <a:rPr lang="es-ES" dirty="0">
                <a:solidFill>
                  <a:schemeClr val="accent4"/>
                </a:solidFill>
              </a:rPr>
              <a:t>: Nos da la CC y la relación 260/280 (pureza)</a:t>
            </a:r>
            <a:endParaRPr lang="es-ES" noProof="0" dirty="0"/>
          </a:p>
          <a:p>
            <a:r>
              <a:rPr lang="es-ES" b="1" dirty="0"/>
              <a:t>ES UN ENVOLTORIO</a:t>
            </a:r>
            <a:endParaRPr lang="es-ES" b="1" noProof="0" dirty="0"/>
          </a:p>
          <a:p>
            <a:endParaRPr lang="es-E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E950EC-D3D9-D88D-EA96-2DBE42CB0B65}"/>
              </a:ext>
            </a:extLst>
          </p:cNvPr>
          <p:cNvSpPr txBox="1"/>
          <p:nvPr/>
        </p:nvSpPr>
        <p:spPr>
          <a:xfrm>
            <a:off x="13810212" y="2122300"/>
            <a:ext cx="1993044" cy="3405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es-ES" sz="14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medir_abs</a:t>
            </a:r>
            <a:r>
              <a:rPr lang="es-ES" sz="1400" noProof="0" dirty="0">
                <a:latin typeface="Consolas" panose="020B0609020204030204" pitchFamily="49" charset="0"/>
              </a:rPr>
              <a:t>(muestra)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F75D1-3863-0A61-A350-4EE99B9BD6BB}"/>
              </a:ext>
            </a:extLst>
          </p:cNvPr>
          <p:cNvSpPr txBox="1"/>
          <p:nvPr/>
        </p:nvSpPr>
        <p:spPr>
          <a:xfrm>
            <a:off x="13591105" y="2708801"/>
            <a:ext cx="2431258" cy="3405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s-ES" sz="14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calc_pureza</a:t>
            </a:r>
            <a:r>
              <a:rPr lang="es-ES" sz="1400" noProof="0" dirty="0">
                <a:latin typeface="Consolas" panose="020B0609020204030204" pitchFamily="49" charset="0"/>
              </a:rPr>
              <a:t>(A260,A280)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B956DF-3CC6-0074-6B94-71EA2652A5D0}"/>
              </a:ext>
            </a:extLst>
          </p:cNvPr>
          <p:cNvSpPr txBox="1"/>
          <p:nvPr/>
        </p:nvSpPr>
        <p:spPr>
          <a:xfrm>
            <a:off x="13798617" y="3295302"/>
            <a:ext cx="2016233" cy="3405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s-ES" sz="14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calc_CC</a:t>
            </a:r>
            <a:r>
              <a:rPr lang="es-ES" sz="1400" noProof="0" dirty="0">
                <a:latin typeface="Consolas" panose="020B0609020204030204" pitchFamily="49" charset="0"/>
              </a:rPr>
              <a:t>(A260,ε=50)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71DACD-36ED-9B27-C334-A19F813413B7}"/>
              </a:ext>
            </a:extLst>
          </p:cNvPr>
          <p:cNvSpPr txBox="1"/>
          <p:nvPr/>
        </p:nvSpPr>
        <p:spPr>
          <a:xfrm>
            <a:off x="13453982" y="3881803"/>
            <a:ext cx="2705502" cy="3405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s-ES" sz="14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infromar</a:t>
            </a:r>
            <a:r>
              <a:rPr lang="es-ES" sz="1400" noProof="0" dirty="0">
                <a:latin typeface="Consolas" panose="020B0609020204030204" pitchFamily="49" charset="0"/>
              </a:rPr>
              <a:t>(A260,CC,pureza)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39F70-17F8-9CC0-5821-3B3289791911}"/>
              </a:ext>
            </a:extLst>
          </p:cNvPr>
          <p:cNvSpPr txBox="1"/>
          <p:nvPr/>
        </p:nvSpPr>
        <p:spPr>
          <a:xfrm>
            <a:off x="7382759" y="2862034"/>
            <a:ext cx="3120268" cy="3745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analizar_muestra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muestra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0103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F3F90-FB00-B46D-D5AD-A383B469B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1AD0B-186B-9C83-6E8F-DDAC93C0A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S" noProof="0" dirty="0"/>
              <a:t>Con </a:t>
            </a:r>
            <a:r>
              <a:rPr lang="es-ES" dirty="0"/>
              <a:t>funciones l</a:t>
            </a:r>
            <a:r>
              <a:rPr lang="es-ES" noProof="0" dirty="0"/>
              <a:t>o logramos usando </a:t>
            </a:r>
            <a:r>
              <a:rPr lang="es-ES" b="1" noProof="0" dirty="0"/>
              <a:t>especificaciones</a:t>
            </a:r>
            <a:br>
              <a:rPr lang="es-ES" noProof="0" dirty="0"/>
            </a:br>
            <a:r>
              <a:rPr lang="es-ES" sz="2800" noProof="0" dirty="0"/>
              <a:t>(</a:t>
            </a:r>
            <a:r>
              <a:rPr lang="es-ES" sz="2800" i="1" noProof="0" dirty="0" err="1"/>
              <a:t>docstring</a:t>
            </a:r>
            <a:r>
              <a:rPr lang="es-ES" sz="2800" noProof="0" dirty="0"/>
              <a:t>)</a:t>
            </a:r>
            <a:endParaRPr lang="es-E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787D23-6C27-84EC-329A-17201F76E0E9}"/>
              </a:ext>
            </a:extLst>
          </p:cNvPr>
          <p:cNvSpPr txBox="1"/>
          <p:nvPr/>
        </p:nvSpPr>
        <p:spPr>
          <a:xfrm>
            <a:off x="3076574" y="2462212"/>
            <a:ext cx="6038852" cy="314909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s-ES" sz="20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2000" noProof="0" dirty="0">
                <a:latin typeface="Consolas" panose="020B0609020204030204" pitchFamily="49" charset="0"/>
              </a:rPr>
              <a:t> </a:t>
            </a:r>
            <a:r>
              <a:rPr lang="es-ES" sz="2000" noProof="0" dirty="0">
                <a:solidFill>
                  <a:srgbClr val="58D9E5"/>
                </a:solidFill>
                <a:latin typeface="Consolas" panose="020B0609020204030204" pitchFamily="49" charset="0"/>
              </a:rPr>
              <a:t>&lt;</a:t>
            </a:r>
            <a:r>
              <a:rPr lang="es-ES" sz="20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nombre_función</a:t>
            </a:r>
            <a:r>
              <a:rPr lang="es-ES" sz="2000" noProof="0" dirty="0">
                <a:solidFill>
                  <a:srgbClr val="58D9E5"/>
                </a:solidFill>
                <a:latin typeface="Consolas" panose="020B0609020204030204" pitchFamily="49" charset="0"/>
              </a:rPr>
              <a:t>&gt;</a:t>
            </a:r>
            <a:r>
              <a:rPr lang="es-ES" sz="2000" noProof="0" dirty="0">
                <a:latin typeface="Consolas" panose="020B0609020204030204" pitchFamily="49" charset="0"/>
              </a:rPr>
              <a:t>(&lt;arg1&gt;, &lt;arg2&gt;, ...):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</a:t>
            </a:r>
            <a:r>
              <a:rPr lang="es-ES" sz="20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'''</a:t>
            </a:r>
          </a:p>
          <a:p>
            <a:r>
              <a:rPr lang="es-ES" sz="20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	ESPECIFICACIONES: ¿QUE HACE?</a:t>
            </a:r>
          </a:p>
          <a:p>
            <a:r>
              <a:rPr lang="es-ES" sz="20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	 - INPUT: ¿Que objetos toma?</a:t>
            </a:r>
          </a:p>
          <a:p>
            <a:r>
              <a:rPr lang="es-ES" sz="20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	 - OUTPUT: ¿Que objetos devuelve?</a:t>
            </a:r>
          </a:p>
          <a:p>
            <a:r>
              <a:rPr lang="es-ES" sz="20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	'''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</a:t>
            </a:r>
            <a:r>
              <a:rPr lang="es-ES" sz="20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2000" noProof="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s-ES" sz="2000" noProof="0" dirty="0">
                <a:latin typeface="Consolas" panose="020B0609020204030204" pitchFamily="49" charset="0"/>
              </a:rPr>
              <a:t>&lt;valor&gt;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83620C1-1DAD-A02C-44DF-E1F5FEACAFC0}"/>
              </a:ext>
            </a:extLst>
          </p:cNvPr>
          <p:cNvSpPr/>
          <p:nvPr/>
        </p:nvSpPr>
        <p:spPr>
          <a:xfrm>
            <a:off x="3959259" y="2792690"/>
            <a:ext cx="688156" cy="245097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D9533FE-F946-7F52-7D7B-7B2956488EEB}"/>
              </a:ext>
            </a:extLst>
          </p:cNvPr>
          <p:cNvSpPr/>
          <p:nvPr/>
        </p:nvSpPr>
        <p:spPr>
          <a:xfrm>
            <a:off x="3959259" y="4004036"/>
            <a:ext cx="688156" cy="245097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969581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A51A-2DF2-9696-8DF2-D4259C2F4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030E-8F55-F04D-6AF4-C707E7DF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S" noProof="0" dirty="0"/>
              <a:t>Con </a:t>
            </a:r>
            <a:r>
              <a:rPr lang="es-ES" dirty="0"/>
              <a:t>funciones l</a:t>
            </a:r>
            <a:r>
              <a:rPr lang="es-ES" noProof="0" dirty="0"/>
              <a:t>o logramos usando </a:t>
            </a:r>
            <a:r>
              <a:rPr lang="es-ES" b="1" noProof="0" dirty="0"/>
              <a:t>especificaciones</a:t>
            </a:r>
            <a:br>
              <a:rPr lang="es-ES" noProof="0" dirty="0"/>
            </a:br>
            <a:r>
              <a:rPr lang="es-ES" sz="2800" noProof="0" dirty="0"/>
              <a:t>(</a:t>
            </a:r>
            <a:r>
              <a:rPr lang="es-ES" sz="2800" i="1" noProof="0" dirty="0" err="1"/>
              <a:t>docstring</a:t>
            </a:r>
            <a:r>
              <a:rPr lang="es-ES" sz="2800" noProof="0" dirty="0"/>
              <a:t>)</a:t>
            </a:r>
            <a:endParaRPr lang="es-E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15CB1-2994-F1A4-85EA-377BEDBCCF50}"/>
              </a:ext>
            </a:extLst>
          </p:cNvPr>
          <p:cNvSpPr txBox="1"/>
          <p:nvPr/>
        </p:nvSpPr>
        <p:spPr>
          <a:xfrm flipH="1">
            <a:off x="439472" y="1163511"/>
            <a:ext cx="2456127" cy="10543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s-ES" sz="6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s-ES" sz="600" noProof="0" dirty="0">
                <a:latin typeface="Consolas" panose="020B0609020204030204" pitchFamily="49" charset="0"/>
              </a:rPr>
              <a:t> </a:t>
            </a:r>
            <a:r>
              <a:rPr lang="es-ES" sz="600" noProof="0" dirty="0">
                <a:solidFill>
                  <a:srgbClr val="58D9E5"/>
                </a:solidFill>
                <a:latin typeface="Consolas" panose="020B0609020204030204" pitchFamily="49" charset="0"/>
              </a:rPr>
              <a:t>&lt;</a:t>
            </a:r>
            <a:r>
              <a:rPr lang="es-ES" sz="600" noProof="0" dirty="0" err="1">
                <a:solidFill>
                  <a:srgbClr val="58D9E5"/>
                </a:solidFill>
                <a:latin typeface="Consolas" panose="020B0609020204030204" pitchFamily="49" charset="0"/>
              </a:rPr>
              <a:t>nombre_función</a:t>
            </a:r>
            <a:r>
              <a:rPr lang="es-ES" sz="600" noProof="0" dirty="0">
                <a:solidFill>
                  <a:srgbClr val="58D9E5"/>
                </a:solidFill>
                <a:latin typeface="Consolas" panose="020B0609020204030204" pitchFamily="49" charset="0"/>
              </a:rPr>
              <a:t>&gt;</a:t>
            </a:r>
            <a:r>
              <a:rPr lang="es-ES" sz="600" noProof="0" dirty="0">
                <a:latin typeface="Consolas" panose="020B0609020204030204" pitchFamily="49" charset="0"/>
              </a:rPr>
              <a:t>(&lt;arg1&gt;, &lt;arg2&gt;, ...):</a:t>
            </a:r>
          </a:p>
          <a:p>
            <a:r>
              <a:rPr lang="es-ES" sz="600" noProof="0" dirty="0">
                <a:latin typeface="Consolas" panose="020B0609020204030204" pitchFamily="49" charset="0"/>
              </a:rPr>
              <a:t>	</a:t>
            </a:r>
            <a:r>
              <a:rPr lang="es-ES" sz="6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'''</a:t>
            </a:r>
          </a:p>
          <a:p>
            <a:r>
              <a:rPr lang="es-ES" sz="6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	ESPECIFICACIONES: ¿QUE HACE?</a:t>
            </a:r>
          </a:p>
          <a:p>
            <a:r>
              <a:rPr lang="es-ES" sz="6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	 - INPUT: ¿Que objetos toma?</a:t>
            </a:r>
          </a:p>
          <a:p>
            <a:r>
              <a:rPr lang="es-ES" sz="6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	 - OUTPUT: ¿Que objetos devuelve?</a:t>
            </a:r>
          </a:p>
          <a:p>
            <a:r>
              <a:rPr lang="es-ES" sz="6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	'''</a:t>
            </a:r>
          </a:p>
          <a:p>
            <a:r>
              <a:rPr lang="es-ES" sz="6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6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6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600" noProof="0" dirty="0">
                <a:latin typeface="Consolas" panose="020B0609020204030204" pitchFamily="49" charset="0"/>
              </a:rPr>
              <a:t>	</a:t>
            </a:r>
            <a:r>
              <a:rPr lang="es-ES" sz="6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s-ES" sz="600" noProof="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s-ES" sz="600" noProof="0" dirty="0">
                <a:latin typeface="Consolas" panose="020B0609020204030204" pitchFamily="49" charset="0"/>
              </a:rPr>
              <a:t>&lt;valor&gt;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8421F7-6E7C-A3EF-F75A-4E97F7124937}"/>
              </a:ext>
            </a:extLst>
          </p:cNvPr>
          <p:cNvSpPr txBox="1"/>
          <p:nvPr/>
        </p:nvSpPr>
        <p:spPr>
          <a:xfrm>
            <a:off x="3685903" y="2344003"/>
            <a:ext cx="48202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u="sng" dirty="0"/>
              <a:t>ES UN CONTRATO</a:t>
            </a:r>
          </a:p>
          <a:p>
            <a:pPr algn="ctr"/>
            <a:r>
              <a:rPr lang="es-ES" sz="2400" b="1" dirty="0"/>
              <a:t>DESARROLLADOR  </a:t>
            </a:r>
            <a:r>
              <a:rPr lang="es-ES" sz="2400" dirty="0">
                <a:sym typeface="Wingdings" panose="05000000000000000000" pitchFamily="2" charset="2"/>
              </a:rPr>
              <a:t> </a:t>
            </a:r>
            <a:r>
              <a:rPr lang="es-ES" sz="2400" b="1" dirty="0"/>
              <a:t>USUARIO</a:t>
            </a:r>
            <a:endParaRPr lang="en-US" sz="2400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E74CD8A-48BD-4FFA-57F0-68D48B4C2AFE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6096018" y="3175000"/>
            <a:ext cx="1" cy="50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FEE76CB-B3CA-C333-E310-1B8D9F4657C0}"/>
              </a:ext>
            </a:extLst>
          </p:cNvPr>
          <p:cNvSpPr txBox="1"/>
          <p:nvPr/>
        </p:nvSpPr>
        <p:spPr>
          <a:xfrm>
            <a:off x="385385" y="3683000"/>
            <a:ext cx="11421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u="sng" dirty="0"/>
              <a:t>Todo tiene que estar claramente detallado</a:t>
            </a:r>
          </a:p>
          <a:p>
            <a:pPr marL="1371600" lvl="2" indent="-457200">
              <a:buFont typeface="+mj-lt"/>
              <a:buAutoNum type="arabicPeriod"/>
            </a:pPr>
            <a:r>
              <a:rPr lang="es-ES" sz="2400" b="1" dirty="0"/>
              <a:t>RANGO DE VALORES (LIMITACIONES) </a:t>
            </a:r>
            <a:r>
              <a:rPr lang="es-ES" sz="2400" dirty="0">
                <a:solidFill>
                  <a:schemeClr val="accent4"/>
                </a:solidFill>
                <a:sym typeface="Wingdings" panose="05000000000000000000" pitchFamily="2" charset="2"/>
              </a:rPr>
              <a:t> </a:t>
            </a:r>
            <a:r>
              <a:rPr lang="es-ES" sz="2400" dirty="0" err="1">
                <a:solidFill>
                  <a:schemeClr val="accent4"/>
                </a:solidFill>
              </a:rPr>
              <a:t>Ej</a:t>
            </a:r>
            <a:r>
              <a:rPr lang="es-ES" sz="2400" dirty="0">
                <a:solidFill>
                  <a:schemeClr val="accent4"/>
                </a:solidFill>
              </a:rPr>
              <a:t>: lineal entre 1 y 200 ng/</a:t>
            </a:r>
            <a:r>
              <a:rPr lang="el-GR" sz="2400" dirty="0">
                <a:solidFill>
                  <a:schemeClr val="accent4"/>
                </a:solidFill>
              </a:rPr>
              <a:t>μ</a:t>
            </a:r>
            <a:r>
              <a:rPr lang="es-ES" sz="2400" dirty="0">
                <a:solidFill>
                  <a:schemeClr val="accent4"/>
                </a:solidFill>
              </a:rPr>
              <a:t>l</a:t>
            </a:r>
          </a:p>
          <a:p>
            <a:pPr marL="1371600" lvl="2" indent="-457200">
              <a:buFont typeface="+mj-lt"/>
              <a:buAutoNum type="arabicPeriod"/>
            </a:pPr>
            <a:r>
              <a:rPr lang="es-ES" sz="2400" b="1" dirty="0"/>
              <a:t>El </a:t>
            </a:r>
            <a:r>
              <a:rPr lang="es-ES" sz="2400" b="1" dirty="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s-ES" sz="2400" b="1" dirty="0"/>
              <a:t> de el/los INPUT/s </a:t>
            </a:r>
            <a:r>
              <a:rPr lang="es-ES" sz="2400" dirty="0">
                <a:solidFill>
                  <a:schemeClr val="accent4"/>
                </a:solidFill>
                <a:sym typeface="Wingdings" panose="05000000000000000000" pitchFamily="2" charset="2"/>
              </a:rPr>
              <a:t> </a:t>
            </a:r>
            <a:r>
              <a:rPr lang="es-ES" sz="2400" dirty="0" err="1">
                <a:solidFill>
                  <a:schemeClr val="accent4"/>
                </a:solidFill>
              </a:rPr>
              <a:t>Ej</a:t>
            </a:r>
            <a:r>
              <a:rPr lang="es-ES" sz="2400" dirty="0">
                <a:solidFill>
                  <a:schemeClr val="accent4"/>
                </a:solidFill>
              </a:rPr>
              <a:t>: ADN disuelto en agua</a:t>
            </a:r>
            <a:endParaRPr lang="es-ES" sz="2400" dirty="0"/>
          </a:p>
          <a:p>
            <a:pPr marL="1371600" lvl="2" indent="-457200">
              <a:buFont typeface="+mj-lt"/>
              <a:buAutoNum type="arabicPeriod"/>
            </a:pPr>
            <a:r>
              <a:rPr lang="es-ES" sz="2400" b="1" dirty="0"/>
              <a:t>El </a:t>
            </a:r>
            <a:r>
              <a:rPr lang="es-ES" sz="2400" b="1" dirty="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s-ES" sz="2400" b="1" dirty="0"/>
              <a:t> de el/los OUTPUT/s</a:t>
            </a:r>
            <a:r>
              <a:rPr lang="es-ES" sz="2400" dirty="0"/>
              <a:t> </a:t>
            </a:r>
            <a:r>
              <a:rPr lang="es-ES" sz="2400" dirty="0">
                <a:solidFill>
                  <a:schemeClr val="accent4"/>
                </a:solidFill>
                <a:sym typeface="Wingdings" panose="05000000000000000000" pitchFamily="2" charset="2"/>
              </a:rPr>
              <a:t> </a:t>
            </a:r>
            <a:r>
              <a:rPr lang="es-ES" sz="2400" dirty="0" err="1">
                <a:solidFill>
                  <a:schemeClr val="accent4"/>
                </a:solidFill>
              </a:rPr>
              <a:t>Ej</a:t>
            </a:r>
            <a:r>
              <a:rPr lang="es-ES" sz="2400" dirty="0">
                <a:solidFill>
                  <a:schemeClr val="accent4"/>
                </a:solidFill>
              </a:rPr>
              <a:t>: unid. de </a:t>
            </a:r>
            <a:r>
              <a:rPr lang="es-ES" sz="2400" dirty="0" err="1">
                <a:solidFill>
                  <a:schemeClr val="accent4"/>
                </a:solidFill>
              </a:rPr>
              <a:t>Abs</a:t>
            </a:r>
            <a:r>
              <a:rPr lang="es-ES" sz="2400" dirty="0">
                <a:solidFill>
                  <a:schemeClr val="accent4"/>
                </a:solidFill>
              </a:rPr>
              <a:t>, ng/</a:t>
            </a:r>
            <a:r>
              <a:rPr lang="el-GR" sz="2400" dirty="0">
                <a:solidFill>
                  <a:schemeClr val="accent4"/>
                </a:solidFill>
              </a:rPr>
              <a:t>μ</a:t>
            </a:r>
            <a:r>
              <a:rPr lang="es-ES" sz="2400" dirty="0">
                <a:solidFill>
                  <a:schemeClr val="accent4"/>
                </a:solidFill>
              </a:rPr>
              <a:t>l, fracción A260/A280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58376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70D33-F289-65F2-16FA-8B4873F6A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08E70B8-2B8E-E641-16AB-DC1EACFDF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5327FF-AA7D-648B-61D7-BBCFACFAC462}"/>
              </a:ext>
            </a:extLst>
          </p:cNvPr>
          <p:cNvSpPr txBox="1"/>
          <p:nvPr/>
        </p:nvSpPr>
        <p:spPr>
          <a:xfrm>
            <a:off x="594403" y="1699450"/>
            <a:ext cx="42823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Escribir el </a:t>
            </a:r>
            <a:r>
              <a:rPr lang="es-ES" i="1" u="sng" noProof="0" dirty="0" err="1"/>
              <a:t>docstring</a:t>
            </a:r>
            <a:r>
              <a:rPr lang="es-ES" u="sng" noProof="0" dirty="0"/>
              <a:t> para </a:t>
            </a:r>
          </a:p>
          <a:p>
            <a:pPr algn="ctr"/>
            <a:r>
              <a:rPr lang="es-ES" u="sng" noProof="0" dirty="0"/>
              <a:t>la función de levaduras</a:t>
            </a:r>
            <a:r>
              <a:rPr lang="es-ES" noProof="0" dirty="0"/>
              <a:t>:</a:t>
            </a:r>
          </a:p>
          <a:p>
            <a:pPr algn="ctr"/>
            <a:endParaRPr lang="es-E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/>
                </a:solidFill>
              </a:rPr>
              <a:t>ESPECIFICACIÓN</a:t>
            </a:r>
            <a:r>
              <a:rPr lang="es-ES" dirty="0"/>
              <a:t>: ¿Qué hace?</a:t>
            </a:r>
            <a:endParaRPr lang="es-E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solidFill>
                  <a:schemeClr val="accent2"/>
                </a:solidFill>
              </a:rPr>
              <a:t>INPUT</a:t>
            </a:r>
            <a:r>
              <a:rPr lang="es-ES" noProof="0" dirty="0"/>
              <a:t>:  ¿Cuales son los Parámetros?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solidFill>
                  <a:schemeClr val="accent5"/>
                </a:solidFill>
              </a:rPr>
              <a:t>OUTPUT</a:t>
            </a:r>
            <a:r>
              <a:rPr lang="es-ES" noProof="0" dirty="0"/>
              <a:t>: ¿Que devuelve?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398B97-3DD7-2A53-E009-DAA7B04FECDC}"/>
              </a:ext>
            </a:extLst>
          </p:cNvPr>
          <p:cNvGrpSpPr/>
          <p:nvPr/>
        </p:nvGrpSpPr>
        <p:grpSpPr>
          <a:xfrm rot="20727627">
            <a:off x="7307117" y="154499"/>
            <a:ext cx="674286" cy="340804"/>
            <a:chOff x="7702717" y="2138490"/>
            <a:chExt cx="674286" cy="34080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0C198A7-4079-CF7A-C7F1-671DE8889B6D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A38BFA7-BA6F-CF3D-CDC4-693D90DC9838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0870A87-669E-9A57-6C47-510D0873FB87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A2D8D99-72E5-27D1-0948-56141C3583F7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6F44F72-B600-5F78-4779-97EDE762926D}"/>
              </a:ext>
            </a:extLst>
          </p:cNvPr>
          <p:cNvGrpSpPr/>
          <p:nvPr/>
        </p:nvGrpSpPr>
        <p:grpSpPr>
          <a:xfrm>
            <a:off x="3830172" y="158549"/>
            <a:ext cx="433812" cy="332704"/>
            <a:chOff x="7839715" y="2553300"/>
            <a:chExt cx="433812" cy="33270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BC03239-D9C0-868A-237B-77364F315580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65DDE72-CB44-4379-980F-9E4AD5AE1C96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D11A038-578C-2AEE-5473-1B1F53F29206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D3C643F-3374-D96B-5C16-D60C98EF6C72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FDEC612-CA4F-BDE2-D0C2-FE943AD1E8CC}"/>
              </a:ext>
            </a:extLst>
          </p:cNvPr>
          <p:cNvGrpSpPr/>
          <p:nvPr/>
        </p:nvGrpSpPr>
        <p:grpSpPr>
          <a:xfrm>
            <a:off x="6271854" y="158549"/>
            <a:ext cx="433812" cy="332704"/>
            <a:chOff x="8292233" y="2422448"/>
            <a:chExt cx="433812" cy="33270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93225EC-910B-A086-4955-5379158D954C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A425536-2650-DD39-AC62-05A1FDE5B195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7A045F1-F930-C6A2-92EC-CB2C931965C1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FA860A30-6F8C-069E-D911-5F275C47314C}"/>
              </a:ext>
            </a:extLst>
          </p:cNvPr>
          <p:cNvSpPr/>
          <p:nvPr/>
        </p:nvSpPr>
        <p:spPr>
          <a:xfrm>
            <a:off x="7060025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1989648-AD13-B53E-DF41-5CDE772A704E}"/>
              </a:ext>
            </a:extLst>
          </p:cNvPr>
          <p:cNvSpPr/>
          <p:nvPr/>
        </p:nvSpPr>
        <p:spPr>
          <a:xfrm>
            <a:off x="8420801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0602BE3-2A9F-F292-58FD-145C746F9FFD}"/>
              </a:ext>
            </a:extLst>
          </p:cNvPr>
          <p:cNvSpPr/>
          <p:nvPr/>
        </p:nvSpPr>
        <p:spPr>
          <a:xfrm>
            <a:off x="841173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A3EC3A-E3C2-4C26-7CEE-0386CCEF7AB0}"/>
              </a:ext>
            </a:extLst>
          </p:cNvPr>
          <p:cNvGrpSpPr/>
          <p:nvPr/>
        </p:nvGrpSpPr>
        <p:grpSpPr>
          <a:xfrm>
            <a:off x="7926617" y="158549"/>
            <a:ext cx="433812" cy="332704"/>
            <a:chOff x="8450452" y="2221310"/>
            <a:chExt cx="433812" cy="3327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84C0BA3-5C2D-8CDD-9A8E-AC7DA3E7BA61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36A2C13-D1B0-9A71-EA67-6922EFC39727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36F68FE-2AC8-CADA-F60C-03051CE3CEC7}"/>
              </a:ext>
            </a:extLst>
          </p:cNvPr>
          <p:cNvGrpSpPr/>
          <p:nvPr/>
        </p:nvGrpSpPr>
        <p:grpSpPr>
          <a:xfrm>
            <a:off x="1866672" y="158549"/>
            <a:ext cx="433812" cy="332704"/>
            <a:chOff x="7576832" y="2355919"/>
            <a:chExt cx="433812" cy="33270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ED29C5B-BAD9-8B61-AAC4-2F04316F411C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2CC5C55-E4E9-E743-9063-41C603E309C2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6489AE5-6B8E-0523-3A81-FD5990AA6898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8DBD71D-7439-59C0-D743-ABFD88AE3926}"/>
              </a:ext>
            </a:extLst>
          </p:cNvPr>
          <p:cNvGrpSpPr/>
          <p:nvPr/>
        </p:nvGrpSpPr>
        <p:grpSpPr>
          <a:xfrm>
            <a:off x="9979011" y="158549"/>
            <a:ext cx="433812" cy="332704"/>
            <a:chOff x="8905992" y="2175071"/>
            <a:chExt cx="433812" cy="3327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3D804C6-0CB9-53B0-591A-932AFDE75FEF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6006F91-5609-F008-BF16-8150CFE560CC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25F4E75-E193-3A65-DFE0-BEF45267CC69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50C1379-7708-24B6-508B-BD7109AF4780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3AB6884-E951-223D-1055-CBC7E0C7D989}"/>
              </a:ext>
            </a:extLst>
          </p:cNvPr>
          <p:cNvGrpSpPr/>
          <p:nvPr/>
        </p:nvGrpSpPr>
        <p:grpSpPr>
          <a:xfrm>
            <a:off x="10939839" y="158549"/>
            <a:ext cx="433812" cy="332704"/>
            <a:chOff x="9309655" y="2557406"/>
            <a:chExt cx="433812" cy="332704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291E01A-E117-FA42-5148-792AC871B6C8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7B84C9D-CD20-631E-A153-D6614C25C509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B667B97-A433-3A18-6D51-B49C3A7EE2A7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3E102A7-8487-EE92-E02E-C3354DC0F955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C68DDDC-B8B2-3264-3751-0CBFDB5E8AFC}"/>
              </a:ext>
            </a:extLst>
          </p:cNvPr>
          <p:cNvGrpSpPr/>
          <p:nvPr/>
        </p:nvGrpSpPr>
        <p:grpSpPr>
          <a:xfrm>
            <a:off x="9305998" y="157174"/>
            <a:ext cx="480707" cy="335455"/>
            <a:chOff x="8786411" y="2519876"/>
            <a:chExt cx="480707" cy="33545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6F9FF48-7354-3EA6-24F5-63C58CE29767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4C0CC6E-F9A4-ED90-969C-16D6C8B1A8CD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720A2F6-B450-12DA-31DB-5AC9AE53A7B9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2D68C87-CACB-1355-BFAD-21B91F712C9E}"/>
              </a:ext>
            </a:extLst>
          </p:cNvPr>
          <p:cNvGrpSpPr/>
          <p:nvPr/>
        </p:nvGrpSpPr>
        <p:grpSpPr>
          <a:xfrm rot="1225737">
            <a:off x="3342606" y="154499"/>
            <a:ext cx="674286" cy="340804"/>
            <a:chOff x="7702717" y="2138490"/>
            <a:chExt cx="674286" cy="340804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EF89980-E3B3-EBF1-79CA-383754CEACA5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3194DE2-07F5-EDEA-45BF-5789CA7CA77F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1D4E4DB-2241-3906-F223-90F2D06AA01E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28C9B71-7766-864D-080E-8F0F53DC30D2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16A39DF-65FC-0370-92A0-7C0E669BA545}"/>
              </a:ext>
            </a:extLst>
          </p:cNvPr>
          <p:cNvGrpSpPr/>
          <p:nvPr/>
        </p:nvGrpSpPr>
        <p:grpSpPr>
          <a:xfrm>
            <a:off x="764844" y="158549"/>
            <a:ext cx="433812" cy="332704"/>
            <a:chOff x="7839715" y="2553300"/>
            <a:chExt cx="433812" cy="332704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27F1C53-6531-16CD-B865-DB6C13764DA8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25F5CD2-A565-6E35-F414-A2E62E073B3B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B083DCC-D782-82E0-DBDA-AD93F214BB2F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6EC9742-1F9C-445E-3D3F-AF9ED7609FF4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D4B4BA0-7741-7A87-A317-06B40ECB7DB1}"/>
              </a:ext>
            </a:extLst>
          </p:cNvPr>
          <p:cNvGrpSpPr/>
          <p:nvPr/>
        </p:nvGrpSpPr>
        <p:grpSpPr>
          <a:xfrm rot="19742808">
            <a:off x="4077264" y="158549"/>
            <a:ext cx="433812" cy="332704"/>
            <a:chOff x="8292233" y="2422448"/>
            <a:chExt cx="433812" cy="332704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06B8882-4B46-4494-CB17-FF6FE0036AE5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5FF68DC-ADEF-7A47-3F39-1EC0257ACB5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DFBE5BF-51C3-A281-EEC1-A5D561487137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B170AD77-8E4C-4713-3D80-E2A38A450E93}"/>
              </a:ext>
            </a:extLst>
          </p:cNvPr>
          <p:cNvSpPr/>
          <p:nvPr/>
        </p:nvSpPr>
        <p:spPr>
          <a:xfrm rot="4509800">
            <a:off x="432435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3582EC6-F91D-1349-E437-B826B1EEFDD5}"/>
              </a:ext>
            </a:extLst>
          </p:cNvPr>
          <p:cNvSpPr/>
          <p:nvPr/>
        </p:nvSpPr>
        <p:spPr>
          <a:xfrm>
            <a:off x="5426184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85FCA13-B9A8-97EC-2359-268DBA31F171}"/>
              </a:ext>
            </a:extLst>
          </p:cNvPr>
          <p:cNvSpPr/>
          <p:nvPr/>
        </p:nvSpPr>
        <p:spPr>
          <a:xfrm>
            <a:off x="5918670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BD3E887-DAE5-1E8F-3B5B-E94601BD5D51}"/>
              </a:ext>
            </a:extLst>
          </p:cNvPr>
          <p:cNvGrpSpPr/>
          <p:nvPr/>
        </p:nvGrpSpPr>
        <p:grpSpPr>
          <a:xfrm>
            <a:off x="5179092" y="158549"/>
            <a:ext cx="433812" cy="332704"/>
            <a:chOff x="8450452" y="2221310"/>
            <a:chExt cx="433812" cy="332704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BE85273-9792-A048-D6D6-D6D1EC4A5D57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CE59208-56C1-BA36-8923-B8EE0F711065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6630E25-1561-94F3-9788-6E98AE88FBB7}"/>
              </a:ext>
            </a:extLst>
          </p:cNvPr>
          <p:cNvGrpSpPr/>
          <p:nvPr/>
        </p:nvGrpSpPr>
        <p:grpSpPr>
          <a:xfrm rot="163405">
            <a:off x="30186" y="158549"/>
            <a:ext cx="433812" cy="332704"/>
            <a:chOff x="7576832" y="2355919"/>
            <a:chExt cx="433812" cy="33270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8B99337-65A9-5AF6-A63E-B27F4728C677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E660F78-8CFD-055A-987C-690CD4B9A3FE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9C817697-6BF2-0EF6-F4AE-FD7E9629239A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1EED8A4-4F9E-7EAB-0A46-F85581BD0711}"/>
              </a:ext>
            </a:extLst>
          </p:cNvPr>
          <p:cNvGrpSpPr/>
          <p:nvPr/>
        </p:nvGrpSpPr>
        <p:grpSpPr>
          <a:xfrm>
            <a:off x="8173709" y="158549"/>
            <a:ext cx="433812" cy="332704"/>
            <a:chOff x="8905992" y="2175071"/>
            <a:chExt cx="433812" cy="332704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EF060F0-06B1-446A-42A3-76FC3E39E370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1434FAF-5B10-0B9E-FAD7-7EB29216B7CD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A8A91EE-72CE-F5D7-A2C7-BAB584F1AD6F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A430FB2-0CC4-643B-A339-E1852E8716F2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3B94919-5A6A-840B-14EB-761768C1E9F6}"/>
              </a:ext>
            </a:extLst>
          </p:cNvPr>
          <p:cNvGrpSpPr/>
          <p:nvPr/>
        </p:nvGrpSpPr>
        <p:grpSpPr>
          <a:xfrm>
            <a:off x="8811814" y="158549"/>
            <a:ext cx="433812" cy="332704"/>
            <a:chOff x="9309655" y="2557406"/>
            <a:chExt cx="433812" cy="332704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5220004-8135-9277-92AC-C9291C39B29E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7BC776F-72FF-2355-2000-64470FE5A52D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9D36D37-20A1-4F53-FB7A-8146DD561040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C87A093-1F23-D4BE-4CBD-8E532A708405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701AE60-5DB7-12FD-8AC9-E6CEA2DF94A8}"/>
              </a:ext>
            </a:extLst>
          </p:cNvPr>
          <p:cNvGrpSpPr/>
          <p:nvPr/>
        </p:nvGrpSpPr>
        <p:grpSpPr>
          <a:xfrm rot="4073409">
            <a:off x="6766038" y="157174"/>
            <a:ext cx="480707" cy="335455"/>
            <a:chOff x="8786411" y="2519876"/>
            <a:chExt cx="480707" cy="335455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233CC52-A392-19C4-03C3-4DF648ECF3FC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B1CF69A-317D-94FE-5C59-0FEB946DA32F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5BEB81A-0F1F-C4D0-3A4C-620B66EA90F3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2ABE142-39F3-9DC0-31AA-E76F4015A6EB}"/>
              </a:ext>
            </a:extLst>
          </p:cNvPr>
          <p:cNvGrpSpPr/>
          <p:nvPr/>
        </p:nvGrpSpPr>
        <p:grpSpPr>
          <a:xfrm rot="8866267">
            <a:off x="277278" y="154499"/>
            <a:ext cx="674286" cy="340804"/>
            <a:chOff x="7702717" y="2138490"/>
            <a:chExt cx="674286" cy="340804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C4CEB38A-50BF-1371-2C57-47386E522501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0DA1D79-A58A-9695-A11C-D32C3171F50D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0D1D7C0E-D80A-7776-FA02-AAABEC8A5D61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E555F7D-2ACE-F728-6F1B-E0158ED953B3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6A9B6D6-A321-FFEA-4AA7-ABDA8B77C0DD}"/>
              </a:ext>
            </a:extLst>
          </p:cNvPr>
          <p:cNvGrpSpPr/>
          <p:nvPr/>
        </p:nvGrpSpPr>
        <p:grpSpPr>
          <a:xfrm rot="10800000">
            <a:off x="5558118" y="158549"/>
            <a:ext cx="547272" cy="332704"/>
            <a:chOff x="2616513" y="2273732"/>
            <a:chExt cx="547272" cy="332704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4B09169-4385-BF67-818F-78C3FCE916AD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D310AE20-F146-0BDE-AD38-50CBD235BB22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4CB1F071-1A9E-A925-E391-662EB5A0FFDB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AC66A62-738D-D8DE-5B6B-5AD69B81D0ED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594883B-E371-5B8A-BC62-86A27D4660BB}"/>
              </a:ext>
            </a:extLst>
          </p:cNvPr>
          <p:cNvGrpSpPr/>
          <p:nvPr/>
        </p:nvGrpSpPr>
        <p:grpSpPr>
          <a:xfrm rot="20606813">
            <a:off x="1011936" y="158549"/>
            <a:ext cx="433812" cy="332704"/>
            <a:chOff x="8292233" y="2422448"/>
            <a:chExt cx="433812" cy="332704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25D173B-4AB5-DA9B-4D33-65AE0709D10E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BDA73D96-7395-4CE5-AFAC-814648B43EB7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64181A7F-3B3D-D460-1CF7-E31CAEB11F33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3E8426F-0336-7814-B7AB-84751FE5BDFE}"/>
              </a:ext>
            </a:extLst>
          </p:cNvPr>
          <p:cNvGrpSpPr/>
          <p:nvPr/>
        </p:nvGrpSpPr>
        <p:grpSpPr>
          <a:xfrm rot="16923898">
            <a:off x="8164643" y="158549"/>
            <a:ext cx="433812" cy="332704"/>
            <a:chOff x="7839715" y="2553300"/>
            <a:chExt cx="433812" cy="332704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8C8B99D-D07A-F81F-321B-708C1FD3DCA6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A54BD86A-F5C2-3670-9660-C816AF59A10B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00E8B2B4-E80B-7D78-7737-0B89570DC0F8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EE93FF24-A0A8-EB63-600D-E3BA09534418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C674456-15C6-5EF7-021E-7007DBEE6631}"/>
              </a:ext>
            </a:extLst>
          </p:cNvPr>
          <p:cNvGrpSpPr/>
          <p:nvPr/>
        </p:nvGrpSpPr>
        <p:grpSpPr>
          <a:xfrm rot="6069054">
            <a:off x="11186931" y="158549"/>
            <a:ext cx="433812" cy="332704"/>
            <a:chOff x="8905992" y="2175071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35D0174C-6302-DC9E-B03C-ED0EF6F95C1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5B9CBC16-0669-69AC-F33B-B2B734EDAC7A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89F53DE-CDAF-F40C-2057-5C27B83878AB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8E1D413E-81A5-E90E-220D-150B37747771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7415AC0-BA9D-3A7D-0A6F-E235C1A3AA85}"/>
              </a:ext>
            </a:extLst>
          </p:cNvPr>
          <p:cNvGrpSpPr/>
          <p:nvPr/>
        </p:nvGrpSpPr>
        <p:grpSpPr>
          <a:xfrm>
            <a:off x="2601330" y="158549"/>
            <a:ext cx="433812" cy="332704"/>
            <a:chOff x="8905992" y="2175071"/>
            <a:chExt cx="433812" cy="332704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775B0509-6FEE-4EBE-1B86-A067E12C9BA5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F88D0FA7-F538-133D-770A-C718F317DB2D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ACCB1BB-1A2C-0F0E-4006-193562D8A9A9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1E4B5F0B-8097-7E7C-3354-22B8E4BD4346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12DA921-9487-6D09-3076-0B25B272BDBE}"/>
              </a:ext>
            </a:extLst>
          </p:cNvPr>
          <p:cNvGrpSpPr/>
          <p:nvPr/>
        </p:nvGrpSpPr>
        <p:grpSpPr>
          <a:xfrm>
            <a:off x="1506120" y="158549"/>
            <a:ext cx="547272" cy="332704"/>
            <a:chOff x="2616513" y="2273732"/>
            <a:chExt cx="547272" cy="332704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B2721BC-5934-696D-C480-EBE4EA86C942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202586E0-14C2-D222-717C-914C07C8C306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CF41DEE-2141-A876-826E-F8377413C371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0C80ED3E-C0FE-2982-481A-056D76EC7519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ED4D0EE-D746-D8A8-D4A7-D24EF3C8063B}"/>
              </a:ext>
            </a:extLst>
          </p:cNvPr>
          <p:cNvGrpSpPr/>
          <p:nvPr/>
        </p:nvGrpSpPr>
        <p:grpSpPr>
          <a:xfrm rot="19812029">
            <a:off x="5777670" y="158549"/>
            <a:ext cx="433812" cy="332704"/>
            <a:chOff x="7839715" y="2553300"/>
            <a:chExt cx="433812" cy="332704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5AA848CC-8AA4-84AC-109F-9070E2BC544B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50B9BB6-4B34-0962-38C2-A496FC1913C9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808760B1-BF60-4686-1F2D-54411AD4BAF6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85100D2C-9F31-6A65-A361-5353E2067836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78B9D22-09C3-499A-5BCD-F9D3AE26C42C}"/>
              </a:ext>
            </a:extLst>
          </p:cNvPr>
          <p:cNvGrpSpPr/>
          <p:nvPr/>
        </p:nvGrpSpPr>
        <p:grpSpPr>
          <a:xfrm>
            <a:off x="8270735" y="158549"/>
            <a:ext cx="433812" cy="332704"/>
            <a:chOff x="8292233" y="2422448"/>
            <a:chExt cx="433812" cy="332704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F55FD604-6365-2819-E532-7CDAFC728F6B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F64ECBFF-EE8A-7360-8DFF-6B7515E0D3BE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9790D7EB-B5C1-DA45-4BF8-55E2D43FDE32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25" name="Oval 124">
            <a:extLst>
              <a:ext uri="{FF2B5EF4-FFF2-40B4-BE49-F238E27FC236}">
                <a16:creationId xmlns:a16="http://schemas.microsoft.com/office/drawing/2014/main" id="{2A5C5350-E419-E188-4B7C-E345CAB472E2}"/>
              </a:ext>
            </a:extLst>
          </p:cNvPr>
          <p:cNvSpPr/>
          <p:nvPr/>
        </p:nvSpPr>
        <p:spPr>
          <a:xfrm rot="19727928">
            <a:off x="905890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04F14D24-4892-CE0E-33C5-BF48B24996ED}"/>
              </a:ext>
            </a:extLst>
          </p:cNvPr>
          <p:cNvSpPr/>
          <p:nvPr/>
        </p:nvSpPr>
        <p:spPr>
          <a:xfrm>
            <a:off x="10094169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854FBB5F-3657-19FE-3772-ACFE188FDE31}"/>
              </a:ext>
            </a:extLst>
          </p:cNvPr>
          <p:cNvSpPr/>
          <p:nvPr/>
        </p:nvSpPr>
        <p:spPr>
          <a:xfrm>
            <a:off x="1047319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36B051A-E649-FB4A-B9F6-F37C93CE2E1C}"/>
              </a:ext>
            </a:extLst>
          </p:cNvPr>
          <p:cNvGrpSpPr/>
          <p:nvPr/>
        </p:nvGrpSpPr>
        <p:grpSpPr>
          <a:xfrm>
            <a:off x="9599985" y="158549"/>
            <a:ext cx="433812" cy="332704"/>
            <a:chOff x="8450452" y="2221310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72A554AA-FB46-B0E7-E8D2-CCB445D6E770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620D9F2-921A-1CF8-2CC2-4398A8C5D439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AA6BBDC-48E6-81CE-8A48-9286870B3D8B}"/>
              </a:ext>
            </a:extLst>
          </p:cNvPr>
          <p:cNvGrpSpPr/>
          <p:nvPr/>
        </p:nvGrpSpPr>
        <p:grpSpPr>
          <a:xfrm rot="19240955">
            <a:off x="4932000" y="158549"/>
            <a:ext cx="433812" cy="332704"/>
            <a:chOff x="7576832" y="2355919"/>
            <a:chExt cx="433812" cy="332704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5A01CB37-AECA-7C5D-0F59-883FD233B518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4549538B-9828-F766-FF5B-AA3480D8BCDA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7A1EDB7C-C057-EB23-5FFE-9A77ABC4F674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D5CFB2E-FF2A-7090-5DA2-1BC0D1573236}"/>
              </a:ext>
            </a:extLst>
          </p:cNvPr>
          <p:cNvGrpSpPr/>
          <p:nvPr/>
        </p:nvGrpSpPr>
        <p:grpSpPr>
          <a:xfrm>
            <a:off x="11728010" y="158549"/>
            <a:ext cx="433812" cy="332704"/>
            <a:chOff x="8905992" y="2175071"/>
            <a:chExt cx="433812" cy="332704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870DF80A-D048-A849-9DC2-1C6F73536F50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FCFF5DE5-3A94-C82D-D7E4-A1636B94A6DE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E0494764-BD25-53EF-BF46-E9A542FEDA4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78CE4C43-4684-4130-9832-FDE567D90328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35A9946-F826-5064-E929-CCF4A763888B}"/>
              </a:ext>
            </a:extLst>
          </p:cNvPr>
          <p:cNvGrpSpPr/>
          <p:nvPr/>
        </p:nvGrpSpPr>
        <p:grpSpPr>
          <a:xfrm rot="21057476">
            <a:off x="-216906" y="158549"/>
            <a:ext cx="433812" cy="332704"/>
            <a:chOff x="9309655" y="2557406"/>
            <a:chExt cx="433812" cy="332704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5305757-2009-8677-C646-9C1D17FB7277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FB3138D-B1B0-AF2B-617C-414111EC1F2E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9D361C1D-0F37-ED5B-3117-36D6D8762D46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7B1355D-FFBE-E212-C756-106D33C1E788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45EAFEB-6A05-B9DA-2651-4AA05351B5E4}"/>
              </a:ext>
            </a:extLst>
          </p:cNvPr>
          <p:cNvGrpSpPr/>
          <p:nvPr/>
        </p:nvGrpSpPr>
        <p:grpSpPr>
          <a:xfrm rot="4700176">
            <a:off x="11434023" y="157174"/>
            <a:ext cx="480707" cy="335455"/>
            <a:chOff x="8786411" y="2519876"/>
            <a:chExt cx="480707" cy="335455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40301565-7086-F32B-3154-571B8BF4240D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C1852A5D-0187-8946-B00F-2254CB55321E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3955F050-F473-9342-F495-AA3BA9C730F7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F40ED80-BC19-D1BB-229E-5F0B943B4669}"/>
              </a:ext>
            </a:extLst>
          </p:cNvPr>
          <p:cNvGrpSpPr/>
          <p:nvPr/>
        </p:nvGrpSpPr>
        <p:grpSpPr>
          <a:xfrm>
            <a:off x="3095514" y="158549"/>
            <a:ext cx="433812" cy="332704"/>
            <a:chOff x="7839715" y="2553300"/>
            <a:chExt cx="433812" cy="332704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B864932D-04D7-EE43-CD1F-1BF6561B2133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89548489-83FE-20FC-E620-4577AE581CF8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99907AA3-6B23-CE34-4B2A-950B2C024342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EBF9547B-D356-2FC4-D2A6-D5790C3F3E8E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CDC77452-975C-838C-B2E3-E58375DA9BE5}"/>
              </a:ext>
            </a:extLst>
          </p:cNvPr>
          <p:cNvGrpSpPr/>
          <p:nvPr/>
        </p:nvGrpSpPr>
        <p:grpSpPr>
          <a:xfrm rot="5114785">
            <a:off x="6024762" y="158549"/>
            <a:ext cx="433812" cy="332704"/>
            <a:chOff x="8292233" y="2422448"/>
            <a:chExt cx="433812" cy="332704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E5D585DD-FC07-BECE-B9CB-9D6753CE8527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9E11252F-1EB9-EF81-4CEC-35507E2FAE11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4939C472-8CE7-017A-FD39-D3FB75E34158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0E9227A6-7259-CB50-B9D0-A782E76C7C3E}"/>
              </a:ext>
            </a:extLst>
          </p:cNvPr>
          <p:cNvSpPr/>
          <p:nvPr/>
        </p:nvSpPr>
        <p:spPr>
          <a:xfrm rot="19877889">
            <a:off x="651894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58573CF9-8A07-3654-A78B-5FEAFB03496E}"/>
              </a:ext>
            </a:extLst>
          </p:cNvPr>
          <p:cNvSpPr/>
          <p:nvPr/>
        </p:nvSpPr>
        <p:spPr>
          <a:xfrm>
            <a:off x="8041775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4FA39EEF-1629-6F34-4061-588822BF8CDD}"/>
              </a:ext>
            </a:extLst>
          </p:cNvPr>
          <p:cNvSpPr/>
          <p:nvPr/>
        </p:nvSpPr>
        <p:spPr>
          <a:xfrm>
            <a:off x="8305643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A9A8D7D-EEA4-82F8-F843-71827D814BF6}"/>
              </a:ext>
            </a:extLst>
          </p:cNvPr>
          <p:cNvGrpSpPr/>
          <p:nvPr/>
        </p:nvGrpSpPr>
        <p:grpSpPr>
          <a:xfrm rot="19612653">
            <a:off x="7794683" y="158549"/>
            <a:ext cx="433812" cy="332704"/>
            <a:chOff x="8450452" y="2221310"/>
            <a:chExt cx="433812" cy="332704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398D90C9-361E-E98A-8616-F58983A0F3CB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9E0EF4B-5308-9C38-6AD8-71120157A88A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20E6F3FC-2131-7DA3-B0D9-45E5B8C20319}"/>
              </a:ext>
            </a:extLst>
          </p:cNvPr>
          <p:cNvGrpSpPr/>
          <p:nvPr/>
        </p:nvGrpSpPr>
        <p:grpSpPr>
          <a:xfrm rot="2917480">
            <a:off x="1259028" y="158549"/>
            <a:ext cx="433812" cy="332704"/>
            <a:chOff x="7576832" y="2355919"/>
            <a:chExt cx="433812" cy="332704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7C48F9D0-A730-B82E-B247-6A680FA67988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84DB6227-AC78-A0BB-CBFD-AF5915786B7A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2777A4B8-CD3F-5126-A2AA-D122691BA05B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90C7F694-181F-3565-A7B5-1556957526AB}"/>
              </a:ext>
            </a:extLst>
          </p:cNvPr>
          <p:cNvGrpSpPr/>
          <p:nvPr/>
        </p:nvGrpSpPr>
        <p:grpSpPr>
          <a:xfrm rot="19211855">
            <a:off x="9847077" y="158549"/>
            <a:ext cx="433812" cy="332704"/>
            <a:chOff x="8905992" y="2175071"/>
            <a:chExt cx="433812" cy="332704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85C69E44-1E7A-5D6D-C200-156DCADF806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14CB7BB6-F62E-63BB-E657-8C34972A2C7D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FFE55187-9751-707E-0E67-41FCC1168689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00B9F165-F2D4-1863-7545-C30F9EBEF57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7441B3E9-AA3B-941E-5A29-F2FDBE291F00}"/>
              </a:ext>
            </a:extLst>
          </p:cNvPr>
          <p:cNvGrpSpPr/>
          <p:nvPr/>
        </p:nvGrpSpPr>
        <p:grpSpPr>
          <a:xfrm>
            <a:off x="10692747" y="158549"/>
            <a:ext cx="433812" cy="332704"/>
            <a:chOff x="9309655" y="2557406"/>
            <a:chExt cx="433812" cy="332704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47AD6DB3-DA90-9B0E-09DE-40024FAADF8E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421839C6-FD8A-9A37-B4D8-342EA218316C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BC9DE856-1F27-2202-EFC9-6C4FFACC5F25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77F04090-32AF-CD43-5C62-66FE6EBCA0DC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972C41F7-C176-7E39-0085-6340BDB71E75}"/>
              </a:ext>
            </a:extLst>
          </p:cNvPr>
          <p:cNvGrpSpPr/>
          <p:nvPr/>
        </p:nvGrpSpPr>
        <p:grpSpPr>
          <a:xfrm rot="7800746">
            <a:off x="8517827" y="157174"/>
            <a:ext cx="480707" cy="335455"/>
            <a:chOff x="8786411" y="2519876"/>
            <a:chExt cx="480707" cy="335455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85387641-77CE-E1E6-1CFB-0B437D90007D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EAE4DAC4-E174-0034-E282-6FAED867137D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82EBD4BB-FDBF-09D9-4EAA-54ABA46C93EF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6ED08315-761C-7821-105B-9632E0F0E42B}"/>
              </a:ext>
            </a:extLst>
          </p:cNvPr>
          <p:cNvGrpSpPr/>
          <p:nvPr/>
        </p:nvGrpSpPr>
        <p:grpSpPr>
          <a:xfrm rot="19014355">
            <a:off x="2113764" y="154499"/>
            <a:ext cx="674286" cy="340804"/>
            <a:chOff x="7702717" y="2138490"/>
            <a:chExt cx="674286" cy="340804"/>
          </a:xfrm>
        </p:grpSpPr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AF13FFF-8B76-38E7-8720-C784912D454C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89BE7563-344E-7FA9-32C2-0F02EA68D63E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7A539A74-689F-CCA5-F958-394C8E33C353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36DAF875-38C9-40F3-3E1E-3B419F540D63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8E2DB2E5-3C98-53CA-145B-6F4744F86B80}"/>
              </a:ext>
            </a:extLst>
          </p:cNvPr>
          <p:cNvGrpSpPr/>
          <p:nvPr/>
        </p:nvGrpSpPr>
        <p:grpSpPr>
          <a:xfrm rot="5400000">
            <a:off x="10332195" y="158549"/>
            <a:ext cx="547272" cy="332704"/>
            <a:chOff x="2616513" y="2273732"/>
            <a:chExt cx="547272" cy="332704"/>
          </a:xfrm>
        </p:grpSpPr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BDD411F-D7D7-3F14-568B-256C5E62022E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3483B4E7-2942-5F1F-5190-CE908D0E15E6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F2AAF37F-F4A3-88C9-E948-B4353677018C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29D2BEF7-DE78-1C8D-4B5C-075C736356A9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B53EA83-D84A-A1F4-51D5-9EB3F70691DD}"/>
              </a:ext>
            </a:extLst>
          </p:cNvPr>
          <p:cNvGrpSpPr/>
          <p:nvPr/>
        </p:nvGrpSpPr>
        <p:grpSpPr>
          <a:xfrm>
            <a:off x="2848422" y="158549"/>
            <a:ext cx="433812" cy="332704"/>
            <a:chOff x="8292233" y="2422448"/>
            <a:chExt cx="433812" cy="332704"/>
          </a:xfrm>
        </p:grpSpPr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1BBEF744-07A0-FABC-E6D6-94006FE2AEEA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50E9BD55-6FAE-A2B8-D3C6-E42C6F9B6582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DD76C287-6F47-59D4-AFFD-E1EA472F1628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00F2C9AB-807C-682E-C8FC-BAE273E440DC}"/>
              </a:ext>
            </a:extLst>
          </p:cNvPr>
          <p:cNvGrpSpPr/>
          <p:nvPr/>
        </p:nvGrpSpPr>
        <p:grpSpPr>
          <a:xfrm>
            <a:off x="10226103" y="158549"/>
            <a:ext cx="433812" cy="332704"/>
            <a:chOff x="7839715" y="2553300"/>
            <a:chExt cx="433812" cy="332704"/>
          </a:xfrm>
        </p:grpSpPr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C68FF7ED-5435-5596-2656-4D8E7836113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F687473F-4821-4416-D1BF-DD9D783A0D33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49F8CBE7-2714-A953-3369-E1C8CE37255E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80485300-180F-975B-CC87-9BE9F1038FB8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7F691968-A69D-C284-86F2-F1B0025FE800}"/>
              </a:ext>
            </a:extLst>
          </p:cNvPr>
          <p:cNvGrpSpPr/>
          <p:nvPr/>
        </p:nvGrpSpPr>
        <p:grpSpPr>
          <a:xfrm rot="20803146">
            <a:off x="11975094" y="158549"/>
            <a:ext cx="433812" cy="332704"/>
            <a:chOff x="8905992" y="2175071"/>
            <a:chExt cx="433812" cy="332704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9EE1FCF-EA0D-F740-7832-91E0E05DD4FD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FFC6D431-E8E1-F5FF-312E-8F978F2D29C8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5C82754F-445C-0EF7-93DC-0C4201FEF93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5349A66A-230E-58DE-B035-58F265E2E4F6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9E3F0CDF-2D3C-0072-EFF4-1336C3694C57}"/>
              </a:ext>
            </a:extLst>
          </p:cNvPr>
          <p:cNvGrpSpPr/>
          <p:nvPr/>
        </p:nvGrpSpPr>
        <p:grpSpPr>
          <a:xfrm rot="3160545">
            <a:off x="5311026" y="158549"/>
            <a:ext cx="433812" cy="332704"/>
            <a:chOff x="8905992" y="2175071"/>
            <a:chExt cx="433812" cy="332704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97779FE-2606-DD77-C1C3-BB2FBB03874D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8C00BD24-5C15-7295-A441-A6FC69A41AAD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D96515CE-A81F-4778-FD5E-8C7573A34BD5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6312F4D5-7D50-3435-B840-A974A193CF9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CF380C15-26C5-1F05-7278-005DCAAE5E6B}"/>
              </a:ext>
            </a:extLst>
          </p:cNvPr>
          <p:cNvGrpSpPr/>
          <p:nvPr/>
        </p:nvGrpSpPr>
        <p:grpSpPr>
          <a:xfrm>
            <a:off x="4571448" y="158549"/>
            <a:ext cx="547272" cy="332704"/>
            <a:chOff x="2616513" y="2273732"/>
            <a:chExt cx="547272" cy="332704"/>
          </a:xfrm>
        </p:grpSpPr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F59E6465-9E62-10EE-7EB6-8ED533035D9A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6050C16E-AE11-4E83-A008-840FC36CDD22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BA68F52D-FB42-244B-B3E9-8CA772E29C39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9FD16CA5-91FC-AEED-7D3D-B61810ACA90C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pic>
        <p:nvPicPr>
          <p:cNvPr id="218" name="Picture 217">
            <a:extLst>
              <a:ext uri="{FF2B5EF4-FFF2-40B4-BE49-F238E27FC236}">
                <a16:creationId xmlns:a16="http://schemas.microsoft.com/office/drawing/2014/main" id="{BDA115AC-1F6C-C0A7-0814-2B9CC8FFB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03" y="3910718"/>
            <a:ext cx="6115904" cy="14384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0" name="Picture 219">
            <a:extLst>
              <a:ext uri="{FF2B5EF4-FFF2-40B4-BE49-F238E27FC236}">
                <a16:creationId xmlns:a16="http://schemas.microsoft.com/office/drawing/2014/main" id="{CF5AB51D-473A-428F-FC82-F8DBAF3527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66212" y="1978043"/>
            <a:ext cx="5731385" cy="38653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1" name="Oval 220">
            <a:extLst>
              <a:ext uri="{FF2B5EF4-FFF2-40B4-BE49-F238E27FC236}">
                <a16:creationId xmlns:a16="http://schemas.microsoft.com/office/drawing/2014/main" id="{46F3A6D3-ADCB-9E5B-8289-7CD268E9D62E}"/>
              </a:ext>
            </a:extLst>
          </p:cNvPr>
          <p:cNvSpPr/>
          <p:nvPr/>
        </p:nvSpPr>
        <p:spPr>
          <a:xfrm>
            <a:off x="1397000" y="4864100"/>
            <a:ext cx="571500" cy="215900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6F68563E-493C-0CFE-FAF5-53A83655FB07}"/>
              </a:ext>
            </a:extLst>
          </p:cNvPr>
          <p:cNvCxnSpPr>
            <a:cxnSpLocks/>
            <a:stCxn id="221" idx="3"/>
          </p:cNvCxnSpPr>
          <p:nvPr/>
        </p:nvCxnSpPr>
        <p:spPr>
          <a:xfrm flipH="1">
            <a:off x="1168400" y="5048382"/>
            <a:ext cx="312294" cy="6666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5B171535-A169-2C45-D027-85AEC350CA70}"/>
              </a:ext>
            </a:extLst>
          </p:cNvPr>
          <p:cNvCxnSpPr>
            <a:cxnSpLocks/>
          </p:cNvCxnSpPr>
          <p:nvPr/>
        </p:nvCxnSpPr>
        <p:spPr>
          <a:xfrm flipH="1">
            <a:off x="3164859" y="5235989"/>
            <a:ext cx="453492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9824BC75-4BCA-B600-CC9E-D11F0C9E9D39}"/>
              </a:ext>
            </a:extLst>
          </p:cNvPr>
          <p:cNvSpPr txBox="1"/>
          <p:nvPr/>
        </p:nvSpPr>
        <p:spPr>
          <a:xfrm>
            <a:off x="838200" y="5715000"/>
            <a:ext cx="4002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Escribimos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'''</a:t>
            </a:r>
            <a:r>
              <a:rPr lang="es-ES" dirty="0"/>
              <a:t> y debería salir el cartel</a:t>
            </a:r>
            <a:endParaRPr lang="en-US" dirty="0"/>
          </a:p>
        </p:txBody>
      </p: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C089B74E-6E68-2426-9128-F1264E09D3FE}"/>
              </a:ext>
            </a:extLst>
          </p:cNvPr>
          <p:cNvCxnSpPr>
            <a:cxnSpLocks/>
          </p:cNvCxnSpPr>
          <p:nvPr/>
        </p:nvCxnSpPr>
        <p:spPr>
          <a:xfrm flipH="1">
            <a:off x="7267928" y="2467389"/>
            <a:ext cx="453492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589FCF3C-BC0D-6592-8A27-8DAE9CD22050}"/>
              </a:ext>
            </a:extLst>
          </p:cNvPr>
          <p:cNvCxnSpPr>
            <a:cxnSpLocks/>
          </p:cNvCxnSpPr>
          <p:nvPr/>
        </p:nvCxnSpPr>
        <p:spPr>
          <a:xfrm flipH="1">
            <a:off x="7810532" y="3279565"/>
            <a:ext cx="453492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C391F13B-D92E-C739-780D-D4F8C6D999BF}"/>
              </a:ext>
            </a:extLst>
          </p:cNvPr>
          <p:cNvCxnSpPr>
            <a:cxnSpLocks/>
          </p:cNvCxnSpPr>
          <p:nvPr/>
        </p:nvCxnSpPr>
        <p:spPr>
          <a:xfrm flipH="1">
            <a:off x="7659845" y="4826000"/>
            <a:ext cx="455455" cy="254000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A8A272DC-A010-1C0D-5123-0AE5E1533701}"/>
              </a:ext>
            </a:extLst>
          </p:cNvPr>
          <p:cNvSpPr txBox="1"/>
          <p:nvPr/>
        </p:nvSpPr>
        <p:spPr>
          <a:xfrm>
            <a:off x="7810163" y="2282723"/>
            <a:ext cx="1375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6"/>
                </a:solidFill>
              </a:rPr>
              <a:t>¿qué hace?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E4B45304-B396-5E28-85F6-525B3E9C71AB}"/>
              </a:ext>
            </a:extLst>
          </p:cNvPr>
          <p:cNvSpPr txBox="1"/>
          <p:nvPr/>
        </p:nvSpPr>
        <p:spPr>
          <a:xfrm>
            <a:off x="8291142" y="3056799"/>
            <a:ext cx="2422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s-ES" b="1" dirty="0">
                <a:solidFill>
                  <a:schemeClr val="accent2"/>
                </a:solidFill>
              </a:rPr>
              <a:t> </a:t>
            </a:r>
            <a:r>
              <a:rPr lang="es-ES" dirty="0">
                <a:solidFill>
                  <a:schemeClr val="accent2"/>
                </a:solidFill>
              </a:rPr>
              <a:t>del primer INPUT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092C2F17-10D0-0E9A-B1E6-A875A779C53E}"/>
              </a:ext>
            </a:extLst>
          </p:cNvPr>
          <p:cNvCxnSpPr>
            <a:cxnSpLocks/>
          </p:cNvCxnSpPr>
          <p:nvPr/>
        </p:nvCxnSpPr>
        <p:spPr>
          <a:xfrm flipH="1">
            <a:off x="8498092" y="3511706"/>
            <a:ext cx="453492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EC1216E6-EAD8-73D5-27CC-A1946C736E94}"/>
              </a:ext>
            </a:extLst>
          </p:cNvPr>
          <p:cNvSpPr txBox="1"/>
          <p:nvPr/>
        </p:nvSpPr>
        <p:spPr>
          <a:xfrm>
            <a:off x="9004102" y="3327040"/>
            <a:ext cx="23042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¿Qué representa este</a:t>
            </a:r>
          </a:p>
          <a:p>
            <a:r>
              <a:rPr lang="es-ES" dirty="0">
                <a:solidFill>
                  <a:schemeClr val="accent2"/>
                </a:solidFill>
              </a:rPr>
              <a:t>parámetro?</a:t>
            </a:r>
          </a:p>
          <a:p>
            <a:r>
              <a:rPr lang="es-ES" b="1" dirty="0">
                <a:solidFill>
                  <a:schemeClr val="accent2"/>
                </a:solidFill>
              </a:rPr>
              <a:t>(abstracción)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B065531E-587D-78C8-5FF3-2B38A99F730E}"/>
              </a:ext>
            </a:extLst>
          </p:cNvPr>
          <p:cNvSpPr txBox="1"/>
          <p:nvPr/>
        </p:nvSpPr>
        <p:spPr>
          <a:xfrm>
            <a:off x="8113337" y="4556023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5"/>
                </a:solidFill>
                <a:latin typeface="Consolas" panose="020B0609020204030204" pitchFamily="49" charset="0"/>
              </a:rPr>
              <a:t>type</a:t>
            </a:r>
            <a:r>
              <a:rPr lang="es-ES" b="1" dirty="0">
                <a:solidFill>
                  <a:schemeClr val="accent5"/>
                </a:solidFill>
              </a:rPr>
              <a:t> </a:t>
            </a:r>
            <a:r>
              <a:rPr lang="es-ES" dirty="0">
                <a:solidFill>
                  <a:schemeClr val="accent5"/>
                </a:solidFill>
              </a:rPr>
              <a:t>del OUTPUT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DCF776D5-B938-5B42-BE24-28366877F164}"/>
              </a:ext>
            </a:extLst>
          </p:cNvPr>
          <p:cNvSpPr txBox="1"/>
          <p:nvPr/>
        </p:nvSpPr>
        <p:spPr>
          <a:xfrm>
            <a:off x="8877097" y="4851664"/>
            <a:ext cx="23042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5"/>
                </a:solidFill>
              </a:rPr>
              <a:t>¿Qué representa este</a:t>
            </a:r>
          </a:p>
          <a:p>
            <a:r>
              <a:rPr lang="es-ES" dirty="0">
                <a:solidFill>
                  <a:schemeClr val="accent5"/>
                </a:solidFill>
              </a:rPr>
              <a:t>parámetro?</a:t>
            </a:r>
          </a:p>
          <a:p>
            <a:r>
              <a:rPr lang="es-ES" b="1" dirty="0">
                <a:solidFill>
                  <a:schemeClr val="accent5"/>
                </a:solidFill>
              </a:rPr>
              <a:t>(abstracción)</a:t>
            </a:r>
            <a:endParaRPr lang="en-US" b="1" dirty="0">
              <a:solidFill>
                <a:schemeClr val="accent5"/>
              </a:solidFill>
            </a:endParaRPr>
          </a:p>
        </p:txBody>
      </p: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4E8C86F6-8432-6B03-8FDB-7089B4EC6ED1}"/>
              </a:ext>
            </a:extLst>
          </p:cNvPr>
          <p:cNvCxnSpPr>
            <a:cxnSpLocks/>
          </p:cNvCxnSpPr>
          <p:nvPr/>
        </p:nvCxnSpPr>
        <p:spPr>
          <a:xfrm flipH="1">
            <a:off x="8382364" y="5334000"/>
            <a:ext cx="494936" cy="0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922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" grpId="0" animBg="1"/>
      <p:bldP spid="230" grpId="0"/>
      <p:bldP spid="234" grpId="0"/>
      <p:bldP spid="235" grpId="0"/>
      <p:bldP spid="237" grpId="0"/>
      <p:bldP spid="240" grpId="0"/>
      <p:bldP spid="24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3D81E-8B5D-3EFB-93CE-801DD9D3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E1CA1E-11F4-E566-B7EA-E031D15C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8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3FD1E9D-8376-13F2-E49E-BB92790D78EF}"/>
              </a:ext>
            </a:extLst>
          </p:cNvPr>
          <p:cNvGrpSpPr/>
          <p:nvPr/>
        </p:nvGrpSpPr>
        <p:grpSpPr>
          <a:xfrm rot="20727627">
            <a:off x="7307117" y="154499"/>
            <a:ext cx="674286" cy="340804"/>
            <a:chOff x="7702717" y="2138490"/>
            <a:chExt cx="674286" cy="34080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ACA1042-75B0-92A0-F8D0-2C9218C40253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1C260F7-2643-264D-1923-F2A29BAB5F5D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C3E091F-9AE2-2D02-B485-ABBE1C89E9B3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086F23A-7AA0-CA12-11E8-09211E00760C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F589B4-CA06-8010-8C80-4C4D66BF147A}"/>
              </a:ext>
            </a:extLst>
          </p:cNvPr>
          <p:cNvGrpSpPr/>
          <p:nvPr/>
        </p:nvGrpSpPr>
        <p:grpSpPr>
          <a:xfrm>
            <a:off x="3830172" y="158549"/>
            <a:ext cx="433812" cy="332704"/>
            <a:chOff x="7839715" y="2553300"/>
            <a:chExt cx="433812" cy="33270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490D9DF-D4FF-4AFF-3E0A-2FABC8FA580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336F1DA-B679-3A92-54E9-B91C4E82FC20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C03AA0C-CE93-4F16-616F-C8F53DFB5BC2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B52BDB6-3AAD-70B7-936F-048A4D724AB6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41F591A-1876-A951-6DCB-7C4F2E002E3E}"/>
              </a:ext>
            </a:extLst>
          </p:cNvPr>
          <p:cNvGrpSpPr/>
          <p:nvPr/>
        </p:nvGrpSpPr>
        <p:grpSpPr>
          <a:xfrm>
            <a:off x="6271854" y="158549"/>
            <a:ext cx="433812" cy="332704"/>
            <a:chOff x="8292233" y="2422448"/>
            <a:chExt cx="433812" cy="33270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4F0BC92-E9C0-4605-F9BD-D0F6A1DC5547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B620294-E4BA-43EA-4626-3110A79A7AEC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00F56B4-9D76-BD6A-E242-82155A8B1094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B4D6D072-DB40-4642-5101-C3943DC78A75}"/>
              </a:ext>
            </a:extLst>
          </p:cNvPr>
          <p:cNvSpPr/>
          <p:nvPr/>
        </p:nvSpPr>
        <p:spPr>
          <a:xfrm>
            <a:off x="7060025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A7D227F-E963-8C93-CF31-E46087EAF0AA}"/>
              </a:ext>
            </a:extLst>
          </p:cNvPr>
          <p:cNvSpPr/>
          <p:nvPr/>
        </p:nvSpPr>
        <p:spPr>
          <a:xfrm>
            <a:off x="8420801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1DA6B74-C8A2-5F40-D611-C1705A96932A}"/>
              </a:ext>
            </a:extLst>
          </p:cNvPr>
          <p:cNvSpPr/>
          <p:nvPr/>
        </p:nvSpPr>
        <p:spPr>
          <a:xfrm>
            <a:off x="841173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F5F601-6681-9340-494B-5DD8FE35DB80}"/>
              </a:ext>
            </a:extLst>
          </p:cNvPr>
          <p:cNvGrpSpPr/>
          <p:nvPr/>
        </p:nvGrpSpPr>
        <p:grpSpPr>
          <a:xfrm>
            <a:off x="7926617" y="158549"/>
            <a:ext cx="433812" cy="332704"/>
            <a:chOff x="8450452" y="2221310"/>
            <a:chExt cx="433812" cy="3327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3B82BA6-6EFF-F6C3-4CB8-2F51E2C78E31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CB4DA29-A923-1A7A-3080-5C78CC303D44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68515E9-9DA7-9057-32B3-92A7FD43D0D8}"/>
              </a:ext>
            </a:extLst>
          </p:cNvPr>
          <p:cNvGrpSpPr/>
          <p:nvPr/>
        </p:nvGrpSpPr>
        <p:grpSpPr>
          <a:xfrm>
            <a:off x="1866672" y="158549"/>
            <a:ext cx="433812" cy="332704"/>
            <a:chOff x="7576832" y="2355919"/>
            <a:chExt cx="433812" cy="33270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3349EA2-06C8-4103-A849-577196226CA4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ACE605E-68E4-C200-6DE9-E5300B2591D5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BC8C747-25E6-6217-5696-D9D7E17AE205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34098AE-CC5F-DCD9-30FF-C4E70A245CD2}"/>
              </a:ext>
            </a:extLst>
          </p:cNvPr>
          <p:cNvGrpSpPr/>
          <p:nvPr/>
        </p:nvGrpSpPr>
        <p:grpSpPr>
          <a:xfrm>
            <a:off x="9979011" y="158549"/>
            <a:ext cx="433812" cy="332704"/>
            <a:chOff x="8905992" y="2175071"/>
            <a:chExt cx="433812" cy="3327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D747EB3-E65D-5807-D44D-C21121117966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085A5A4-7958-0B0A-7808-2BE7637683DE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EC62C7D-D91C-CE19-C98D-97D11826103F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6FCEDCE-47A8-BF5D-8A0C-61EC035498A1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C89398E-B8C1-96CA-0E03-E51A4914EF5E}"/>
              </a:ext>
            </a:extLst>
          </p:cNvPr>
          <p:cNvGrpSpPr/>
          <p:nvPr/>
        </p:nvGrpSpPr>
        <p:grpSpPr>
          <a:xfrm>
            <a:off x="10939839" y="158549"/>
            <a:ext cx="433812" cy="332704"/>
            <a:chOff x="9309655" y="2557406"/>
            <a:chExt cx="433812" cy="332704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4F745F7-B65C-740B-B11D-82B355C8F573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6B247E0-CAD8-C67A-68F4-6BEC522A4E22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714EB5D-98A9-4911-3436-D0AB55B26965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A305C28-F73C-290E-DE30-70F38570EFED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7D7AB43-B651-6FD0-79BC-ED6294E5EC5F}"/>
              </a:ext>
            </a:extLst>
          </p:cNvPr>
          <p:cNvGrpSpPr/>
          <p:nvPr/>
        </p:nvGrpSpPr>
        <p:grpSpPr>
          <a:xfrm>
            <a:off x="9305998" y="157174"/>
            <a:ext cx="480707" cy="335455"/>
            <a:chOff x="8786411" y="2519876"/>
            <a:chExt cx="480707" cy="33545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BEF883A-2429-294C-7187-E56FD16F3C0D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0C52099-21BF-22FF-1859-F3FF0212E888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1CFB672-37FC-70FC-D343-A8F101160C78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1ED9BCF-D087-A0A9-9F1F-53FA211241B8}"/>
              </a:ext>
            </a:extLst>
          </p:cNvPr>
          <p:cNvGrpSpPr/>
          <p:nvPr/>
        </p:nvGrpSpPr>
        <p:grpSpPr>
          <a:xfrm rot="1225737">
            <a:off x="3342606" y="154499"/>
            <a:ext cx="674286" cy="340804"/>
            <a:chOff x="7702717" y="2138490"/>
            <a:chExt cx="674286" cy="340804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90E8E96-F831-BDD4-EB49-3E7736DE256E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B9C3B62-D829-CE41-D59F-8A045D2A5B6D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15EF175-ADA4-1D24-2B3F-B6FCDACAA0AF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63C27B6-263C-4E39-5166-0F1AE6ED5C78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939715E-483C-5770-A7A5-568911694F33}"/>
              </a:ext>
            </a:extLst>
          </p:cNvPr>
          <p:cNvGrpSpPr/>
          <p:nvPr/>
        </p:nvGrpSpPr>
        <p:grpSpPr>
          <a:xfrm>
            <a:off x="764844" y="158549"/>
            <a:ext cx="433812" cy="332704"/>
            <a:chOff x="7839715" y="2553300"/>
            <a:chExt cx="433812" cy="332704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D79F47F-BDAF-4A97-39AE-70B9447E6CE9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406AA3D-6669-BAF1-50DF-863AF3D87C00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E021B65-F5BC-131A-3991-8930BE89B403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5F318E1-5364-511C-BF5A-36F421AE3EA9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6CBD76F-98B3-6023-378A-043AC8B8ABC4}"/>
              </a:ext>
            </a:extLst>
          </p:cNvPr>
          <p:cNvGrpSpPr/>
          <p:nvPr/>
        </p:nvGrpSpPr>
        <p:grpSpPr>
          <a:xfrm rot="19742808">
            <a:off x="4077264" y="158549"/>
            <a:ext cx="433812" cy="332704"/>
            <a:chOff x="8292233" y="2422448"/>
            <a:chExt cx="433812" cy="332704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CAF19E6-4FFF-73B5-CB71-4F91BA3EF7E5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70C5CF7-9095-E6E7-8FE6-4F8F2B79779C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B21C124-9BD1-FEC7-632E-C6943915565D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C446F2A9-B7B0-F982-F9C2-F0D71B1A6F67}"/>
              </a:ext>
            </a:extLst>
          </p:cNvPr>
          <p:cNvSpPr/>
          <p:nvPr/>
        </p:nvSpPr>
        <p:spPr>
          <a:xfrm rot="4509800">
            <a:off x="432435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1952899-6DC8-AF05-D71A-F9D82BBB5B88}"/>
              </a:ext>
            </a:extLst>
          </p:cNvPr>
          <p:cNvSpPr/>
          <p:nvPr/>
        </p:nvSpPr>
        <p:spPr>
          <a:xfrm>
            <a:off x="5426184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682E99D-640B-67AD-52C7-FADB4D98E06A}"/>
              </a:ext>
            </a:extLst>
          </p:cNvPr>
          <p:cNvSpPr/>
          <p:nvPr/>
        </p:nvSpPr>
        <p:spPr>
          <a:xfrm>
            <a:off x="5918670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FA2E275-0A19-53D1-837A-B891A5066CDC}"/>
              </a:ext>
            </a:extLst>
          </p:cNvPr>
          <p:cNvGrpSpPr/>
          <p:nvPr/>
        </p:nvGrpSpPr>
        <p:grpSpPr>
          <a:xfrm>
            <a:off x="5179092" y="158549"/>
            <a:ext cx="433812" cy="332704"/>
            <a:chOff x="8450452" y="2221310"/>
            <a:chExt cx="433812" cy="332704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1C7423BE-31E6-C2DF-4925-4800BADA1603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05533FA-77B9-9A9F-4DE2-F51297395343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39AFC08-F004-0574-FAF3-771A76E5D1E2}"/>
              </a:ext>
            </a:extLst>
          </p:cNvPr>
          <p:cNvGrpSpPr/>
          <p:nvPr/>
        </p:nvGrpSpPr>
        <p:grpSpPr>
          <a:xfrm rot="163405">
            <a:off x="30186" y="158549"/>
            <a:ext cx="433812" cy="332704"/>
            <a:chOff x="7576832" y="2355919"/>
            <a:chExt cx="433812" cy="33270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497B1FB-8A4F-FF7B-870A-7C2CA30A7671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52448A9-B8DE-0FA0-4B8A-BEA17CAFDD25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B1D2CDE-59C7-B7AC-33EE-02700E7502A5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A63739C-E4CF-6B0D-D273-CBC761677A5B}"/>
              </a:ext>
            </a:extLst>
          </p:cNvPr>
          <p:cNvGrpSpPr/>
          <p:nvPr/>
        </p:nvGrpSpPr>
        <p:grpSpPr>
          <a:xfrm>
            <a:off x="8173709" y="158549"/>
            <a:ext cx="433812" cy="332704"/>
            <a:chOff x="8905992" y="2175071"/>
            <a:chExt cx="433812" cy="332704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0B3C046B-4CFF-6484-7E22-E3FA7DFABEED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F06C8CC-CAD5-480A-7C92-A1C85B531678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D5295D1-B5A0-AE25-08CC-1239FD5646DF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91843530-FE60-288E-A566-DFC4308FFA84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0F097DC-5700-DE31-1CA5-A1D135E177EC}"/>
              </a:ext>
            </a:extLst>
          </p:cNvPr>
          <p:cNvGrpSpPr/>
          <p:nvPr/>
        </p:nvGrpSpPr>
        <p:grpSpPr>
          <a:xfrm>
            <a:off x="8811814" y="158549"/>
            <a:ext cx="433812" cy="332704"/>
            <a:chOff x="9309655" y="2557406"/>
            <a:chExt cx="433812" cy="332704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4CBA7F8-6DCE-C78D-7B2F-A7EA148F7148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CF1180E-2DF8-FF98-B938-DBADD55C5E18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6CDF4A3C-79C9-38D4-2D59-6D3E3EE0E90F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607F519-300F-0E37-FDC8-9053D4D25634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DCEFF10-A832-982F-BB8E-8D5E8BF1D49B}"/>
              </a:ext>
            </a:extLst>
          </p:cNvPr>
          <p:cNvGrpSpPr/>
          <p:nvPr/>
        </p:nvGrpSpPr>
        <p:grpSpPr>
          <a:xfrm rot="4073409">
            <a:off x="6766038" y="157174"/>
            <a:ext cx="480707" cy="335455"/>
            <a:chOff x="8786411" y="2519876"/>
            <a:chExt cx="480707" cy="335455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25B45D0-B541-0B6A-61D9-7A4192E377F2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66C06BB8-2A4C-9BD3-2313-BDD3412332D8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4299D03-54D9-3721-1CE8-00F90724CF2A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B084A73-B1EB-1DF0-BA1C-7C7C5B47F1D7}"/>
              </a:ext>
            </a:extLst>
          </p:cNvPr>
          <p:cNvGrpSpPr/>
          <p:nvPr/>
        </p:nvGrpSpPr>
        <p:grpSpPr>
          <a:xfrm rot="8866267">
            <a:off x="277278" y="154499"/>
            <a:ext cx="674286" cy="340804"/>
            <a:chOff x="7702717" y="2138490"/>
            <a:chExt cx="674286" cy="340804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C551F22-6440-452B-BEF3-CEA7E4E31AC1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595859A-895F-8B39-B995-C95669DE2733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EB49DFD-9B82-BFC2-74E8-C114357875C2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8814A358-E537-7CB1-4B47-79E9FF68BC47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12A1B0E-FCC5-7F29-EBA2-D8677EEC760B}"/>
              </a:ext>
            </a:extLst>
          </p:cNvPr>
          <p:cNvGrpSpPr/>
          <p:nvPr/>
        </p:nvGrpSpPr>
        <p:grpSpPr>
          <a:xfrm rot="10800000">
            <a:off x="5558118" y="158549"/>
            <a:ext cx="547272" cy="332704"/>
            <a:chOff x="2616513" y="2273732"/>
            <a:chExt cx="547272" cy="332704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1F83180-4253-D145-296B-55C88C106884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B517E8EF-E137-94D0-D8F6-540290D827EC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0B59E01-6595-C2A4-394F-0340A90662DD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635243DF-1968-49ED-BBD2-A019208C203D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32BD76E-80F9-CA35-E18C-DD8004042535}"/>
              </a:ext>
            </a:extLst>
          </p:cNvPr>
          <p:cNvGrpSpPr/>
          <p:nvPr/>
        </p:nvGrpSpPr>
        <p:grpSpPr>
          <a:xfrm rot="20606813">
            <a:off x="1011936" y="158549"/>
            <a:ext cx="433812" cy="332704"/>
            <a:chOff x="8292233" y="2422448"/>
            <a:chExt cx="433812" cy="332704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2D504D7F-D02D-B425-E1A3-12462C3E77A6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F34813BA-AAED-89CB-C94E-8372CE00164D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3366CEC-9765-C58C-6C03-0BC6B0FF4583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47457FE-3D2C-36E3-5A28-D7C023C76A5D}"/>
              </a:ext>
            </a:extLst>
          </p:cNvPr>
          <p:cNvGrpSpPr/>
          <p:nvPr/>
        </p:nvGrpSpPr>
        <p:grpSpPr>
          <a:xfrm rot="16923898">
            <a:off x="8164643" y="158549"/>
            <a:ext cx="433812" cy="332704"/>
            <a:chOff x="7839715" y="2553300"/>
            <a:chExt cx="433812" cy="332704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2C3A7E6-3B17-168F-FA69-C9814790859F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F2C940C-B7F4-664B-9451-45808B763776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6284129-7E4B-72DA-A1F6-BF0E2240C2E8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08B431C7-356E-10B0-DCD0-63C23544EBB4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A92E6B8-762C-7AAC-4B88-07C80A724640}"/>
              </a:ext>
            </a:extLst>
          </p:cNvPr>
          <p:cNvGrpSpPr/>
          <p:nvPr/>
        </p:nvGrpSpPr>
        <p:grpSpPr>
          <a:xfrm rot="6069054">
            <a:off x="11186931" y="158549"/>
            <a:ext cx="433812" cy="332704"/>
            <a:chOff x="8905992" y="2175071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ED07D880-4136-4A6D-7802-E2033A4029C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ECABBBF6-A09F-0413-5165-29316EFD66F0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0E15F398-5CB7-628A-3BFF-BA3EDC7BDDCF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617657EC-32D9-F739-5A18-A53D73B2A084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6A4D3D2-0C84-2497-4178-51A7C86C906D}"/>
              </a:ext>
            </a:extLst>
          </p:cNvPr>
          <p:cNvGrpSpPr/>
          <p:nvPr/>
        </p:nvGrpSpPr>
        <p:grpSpPr>
          <a:xfrm>
            <a:off x="2601330" y="158549"/>
            <a:ext cx="433812" cy="332704"/>
            <a:chOff x="8905992" y="2175071"/>
            <a:chExt cx="433812" cy="332704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8410D779-A913-AD21-C946-CB2CECF6C1EB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91C4117C-41CE-C7A3-360F-DCE1551E8C6D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B6889A1D-FFCB-6C4C-AEC1-CCEFF14E5025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120FB3C7-9377-7A9A-08EC-923130E46391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FBA69D4-F4E5-B21C-890E-06E87ECDE9E2}"/>
              </a:ext>
            </a:extLst>
          </p:cNvPr>
          <p:cNvGrpSpPr/>
          <p:nvPr/>
        </p:nvGrpSpPr>
        <p:grpSpPr>
          <a:xfrm>
            <a:off x="1506120" y="158549"/>
            <a:ext cx="547272" cy="332704"/>
            <a:chOff x="2616513" y="2273732"/>
            <a:chExt cx="547272" cy="332704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F6A1DBE-3848-AD5B-9356-F15BBB846F9A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69626E51-EE7E-B5E4-D111-62641E201323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BD7B1B2F-98D4-AF52-48C8-BBB7083258C5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F289FC1B-C16E-3AA1-9B4D-51BC47B18FDF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242A346-1194-5694-5611-293C12384CFE}"/>
              </a:ext>
            </a:extLst>
          </p:cNvPr>
          <p:cNvGrpSpPr/>
          <p:nvPr/>
        </p:nvGrpSpPr>
        <p:grpSpPr>
          <a:xfrm rot="19812029">
            <a:off x="5777670" y="158549"/>
            <a:ext cx="433812" cy="332704"/>
            <a:chOff x="7839715" y="2553300"/>
            <a:chExt cx="433812" cy="332704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2A842D1A-EB2B-4516-EA71-2B218D3307BE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003164F1-9B87-3B85-5A70-F77B614EA215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247A48B5-2ED8-7D86-E384-A5EE42B83BC5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8C949D92-05C0-DED7-DC81-F1C490CB9EB6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10A56DC-CAD6-09F6-F6BD-644D0D7290D8}"/>
              </a:ext>
            </a:extLst>
          </p:cNvPr>
          <p:cNvGrpSpPr/>
          <p:nvPr/>
        </p:nvGrpSpPr>
        <p:grpSpPr>
          <a:xfrm>
            <a:off x="8270735" y="158549"/>
            <a:ext cx="433812" cy="332704"/>
            <a:chOff x="8292233" y="2422448"/>
            <a:chExt cx="433812" cy="332704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B76ADB31-6B4D-AED4-9344-8184A039F174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DF56A684-EB16-38B3-0283-162911575892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D8A87E5D-0A4D-CFC8-C534-6BC552B9EA39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25" name="Oval 124">
            <a:extLst>
              <a:ext uri="{FF2B5EF4-FFF2-40B4-BE49-F238E27FC236}">
                <a16:creationId xmlns:a16="http://schemas.microsoft.com/office/drawing/2014/main" id="{3000D67E-2655-E671-C73C-38CD43756145}"/>
              </a:ext>
            </a:extLst>
          </p:cNvPr>
          <p:cNvSpPr/>
          <p:nvPr/>
        </p:nvSpPr>
        <p:spPr>
          <a:xfrm rot="19727928">
            <a:off x="905890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F2134F3-798F-A576-E130-DDB77CA16F95}"/>
              </a:ext>
            </a:extLst>
          </p:cNvPr>
          <p:cNvSpPr/>
          <p:nvPr/>
        </p:nvSpPr>
        <p:spPr>
          <a:xfrm>
            <a:off x="10094169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B4EDF960-6A5B-8341-4A36-ACBF1AA1B0E3}"/>
              </a:ext>
            </a:extLst>
          </p:cNvPr>
          <p:cNvSpPr/>
          <p:nvPr/>
        </p:nvSpPr>
        <p:spPr>
          <a:xfrm>
            <a:off x="1047319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3A11824-6373-9984-41D9-47D4897AA695}"/>
              </a:ext>
            </a:extLst>
          </p:cNvPr>
          <p:cNvGrpSpPr/>
          <p:nvPr/>
        </p:nvGrpSpPr>
        <p:grpSpPr>
          <a:xfrm>
            <a:off x="9599985" y="158549"/>
            <a:ext cx="433812" cy="332704"/>
            <a:chOff x="8450452" y="2221310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D4A59310-E460-A855-D837-42283E64018D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CE76AE0-E61B-E82F-2F1B-57A1DFA65FA0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4ACED4D-AFC6-2D43-BD0A-08C965CBDDC8}"/>
              </a:ext>
            </a:extLst>
          </p:cNvPr>
          <p:cNvGrpSpPr/>
          <p:nvPr/>
        </p:nvGrpSpPr>
        <p:grpSpPr>
          <a:xfrm rot="19240955">
            <a:off x="4932000" y="158549"/>
            <a:ext cx="433812" cy="332704"/>
            <a:chOff x="7576832" y="2355919"/>
            <a:chExt cx="433812" cy="332704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C8B61DF6-2B9B-06D7-8B3D-D8B6C2060528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AE1B7FE-912E-9DC7-45AB-8B41BCEB621A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425EE03-5C90-7801-97CC-1AAE7F49A5F3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BAF9AA6-BD30-1D1F-004C-AB9EBD048E1F}"/>
              </a:ext>
            </a:extLst>
          </p:cNvPr>
          <p:cNvGrpSpPr/>
          <p:nvPr/>
        </p:nvGrpSpPr>
        <p:grpSpPr>
          <a:xfrm>
            <a:off x="11728010" y="158549"/>
            <a:ext cx="433812" cy="332704"/>
            <a:chOff x="8905992" y="2175071"/>
            <a:chExt cx="433812" cy="332704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997EDA5-9205-2ABD-E373-CAE95A8872E2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190ED187-5B27-C18D-D0C1-1691622D28CA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84FADE8D-8607-8480-CF3D-243F19DEA2B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8701F3E-1AC5-9A1A-5180-55278ABBB56E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5319B93-538F-1D3F-7267-A2A0237790F7}"/>
              </a:ext>
            </a:extLst>
          </p:cNvPr>
          <p:cNvGrpSpPr/>
          <p:nvPr/>
        </p:nvGrpSpPr>
        <p:grpSpPr>
          <a:xfrm rot="21057476">
            <a:off x="-216906" y="158549"/>
            <a:ext cx="433812" cy="332704"/>
            <a:chOff x="9309655" y="2557406"/>
            <a:chExt cx="433812" cy="332704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8001EE5D-4535-26AB-31B7-5F2526544D3A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71A0F463-B408-0DBC-B971-970FADB79428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F7B06DEB-EFF6-A07B-FDC2-B602ED7D52EA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C8023060-3E46-3AD0-FFB4-E21A078A07D6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33A5EE8-6DE2-D981-4CE6-22746DAB7B8A}"/>
              </a:ext>
            </a:extLst>
          </p:cNvPr>
          <p:cNvGrpSpPr/>
          <p:nvPr/>
        </p:nvGrpSpPr>
        <p:grpSpPr>
          <a:xfrm rot="4700176">
            <a:off x="11434023" y="157174"/>
            <a:ext cx="480707" cy="335455"/>
            <a:chOff x="8786411" y="2519876"/>
            <a:chExt cx="480707" cy="335455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F4E6FFCC-B1D9-EDF6-9C46-AAF4E22BB384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537568A3-9891-E331-2576-3E9E1417A53C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3E1EAADE-557A-743A-26D8-011943D0486A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CAD215C-8171-0453-F220-D5FF53E1B9CC}"/>
              </a:ext>
            </a:extLst>
          </p:cNvPr>
          <p:cNvGrpSpPr/>
          <p:nvPr/>
        </p:nvGrpSpPr>
        <p:grpSpPr>
          <a:xfrm>
            <a:off x="3095514" y="158549"/>
            <a:ext cx="433812" cy="332704"/>
            <a:chOff x="7839715" y="2553300"/>
            <a:chExt cx="433812" cy="332704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E0CC332E-77B1-28F6-BCA5-BB3083BE3FE3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23DBF5F8-9D92-BE83-7A6D-63EE36CB4743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DEA23022-ECC5-7ED3-5498-B58219CD493A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4C3B0AED-6B52-680B-9F6E-788523BCB54A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DB6BF065-050C-7461-1539-BF926F5CBAF1}"/>
              </a:ext>
            </a:extLst>
          </p:cNvPr>
          <p:cNvGrpSpPr/>
          <p:nvPr/>
        </p:nvGrpSpPr>
        <p:grpSpPr>
          <a:xfrm rot="5114785">
            <a:off x="6024762" y="158549"/>
            <a:ext cx="433812" cy="332704"/>
            <a:chOff x="8292233" y="2422448"/>
            <a:chExt cx="433812" cy="332704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6A784A3D-434F-2EBE-4311-2153A2FB6CDA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AD1A1ADA-7DB6-86CE-5D4C-4D3571445B7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44EB3A2C-A50D-9087-C68C-BF09D20273BD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DDD27CEF-CFA4-683F-453A-21DFF92F33D0}"/>
              </a:ext>
            </a:extLst>
          </p:cNvPr>
          <p:cNvSpPr/>
          <p:nvPr/>
        </p:nvSpPr>
        <p:spPr>
          <a:xfrm rot="19877889">
            <a:off x="651894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D893BCF4-24EA-EC37-BC44-5755FE73FD71}"/>
              </a:ext>
            </a:extLst>
          </p:cNvPr>
          <p:cNvSpPr/>
          <p:nvPr/>
        </p:nvSpPr>
        <p:spPr>
          <a:xfrm>
            <a:off x="8041775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A579D5B3-7E3A-F2A2-0B24-AC4B98353C7F}"/>
              </a:ext>
            </a:extLst>
          </p:cNvPr>
          <p:cNvSpPr/>
          <p:nvPr/>
        </p:nvSpPr>
        <p:spPr>
          <a:xfrm>
            <a:off x="8305643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C65460C8-B923-8514-1C3F-21262AC62ADA}"/>
              </a:ext>
            </a:extLst>
          </p:cNvPr>
          <p:cNvGrpSpPr/>
          <p:nvPr/>
        </p:nvGrpSpPr>
        <p:grpSpPr>
          <a:xfrm rot="19612653">
            <a:off x="7794683" y="158549"/>
            <a:ext cx="433812" cy="332704"/>
            <a:chOff x="8450452" y="2221310"/>
            <a:chExt cx="433812" cy="332704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90F9BC2-117D-6A46-2950-C0968CB47E0F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9B77EA2A-A27A-BBB1-7412-A172768AEC11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1F8AFA4-26D0-943E-5F53-8F031F4C173D}"/>
              </a:ext>
            </a:extLst>
          </p:cNvPr>
          <p:cNvGrpSpPr/>
          <p:nvPr/>
        </p:nvGrpSpPr>
        <p:grpSpPr>
          <a:xfrm rot="2917480">
            <a:off x="1259028" y="158549"/>
            <a:ext cx="433812" cy="332704"/>
            <a:chOff x="7576832" y="2355919"/>
            <a:chExt cx="433812" cy="332704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1D1BAEC0-4496-CFBB-46A0-26B007F98587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C58E19A4-60AB-27BF-AED2-37C2596B339C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9F7B9143-1BA7-C985-9B66-9095D15FED89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2A22F49-5304-75AB-5689-D04B755AF9BE}"/>
              </a:ext>
            </a:extLst>
          </p:cNvPr>
          <p:cNvGrpSpPr/>
          <p:nvPr/>
        </p:nvGrpSpPr>
        <p:grpSpPr>
          <a:xfrm rot="19211855">
            <a:off x="9847077" y="158549"/>
            <a:ext cx="433812" cy="332704"/>
            <a:chOff x="8905992" y="2175071"/>
            <a:chExt cx="433812" cy="332704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51974400-BB9D-0C21-F49D-5660651451C2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036684D9-B283-77CE-ED28-E30F34E75EB4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4D5B8C2D-A1CD-B5B2-C5AA-CF315DD3491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90E9478B-156A-EABB-B910-EEC0BFA7F572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B78D535-638B-5BDB-6BDC-BB5F72A995A6}"/>
              </a:ext>
            </a:extLst>
          </p:cNvPr>
          <p:cNvGrpSpPr/>
          <p:nvPr/>
        </p:nvGrpSpPr>
        <p:grpSpPr>
          <a:xfrm>
            <a:off x="10692747" y="158549"/>
            <a:ext cx="433812" cy="332704"/>
            <a:chOff x="9309655" y="2557406"/>
            <a:chExt cx="433812" cy="332704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E33B88C8-F152-B6BB-44CD-D7F26B7A855A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901611B3-AE57-F5DD-CD3F-B74F5820B14E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A496E13E-E73C-0276-5D45-CB7DE333C43B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FFDFE9-8F82-5A82-46FB-A03AD59A5A55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5F063DCA-6E8E-3B98-8FE4-FDDF5EA5B1AA}"/>
              </a:ext>
            </a:extLst>
          </p:cNvPr>
          <p:cNvGrpSpPr/>
          <p:nvPr/>
        </p:nvGrpSpPr>
        <p:grpSpPr>
          <a:xfrm rot="7800746">
            <a:off x="8517827" y="157174"/>
            <a:ext cx="480707" cy="335455"/>
            <a:chOff x="8786411" y="2519876"/>
            <a:chExt cx="480707" cy="335455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0F9985FD-6C5A-8D3F-3585-13ABA02E2583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A1D454B3-CDDF-80EC-62AD-9289DAC9A453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00288005-C95E-2F0D-3879-B14A7F0870ED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FC5D2EA-01DF-FA3D-5854-7F15185AFDE3}"/>
              </a:ext>
            </a:extLst>
          </p:cNvPr>
          <p:cNvGrpSpPr/>
          <p:nvPr/>
        </p:nvGrpSpPr>
        <p:grpSpPr>
          <a:xfrm rot="19014355">
            <a:off x="2113764" y="154499"/>
            <a:ext cx="674286" cy="340804"/>
            <a:chOff x="7702717" y="2138490"/>
            <a:chExt cx="674286" cy="340804"/>
          </a:xfrm>
        </p:grpSpPr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2C10422-0947-7813-8045-E334C56690B3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FC57A522-129F-A3E1-28E3-0E665B534227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85A20B44-AE24-9356-3BAC-DD03E185181C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4728B60C-6130-CA22-FF8F-86116AECF3BD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80577B16-699C-6BC4-28EF-480E52EBA58C}"/>
              </a:ext>
            </a:extLst>
          </p:cNvPr>
          <p:cNvGrpSpPr/>
          <p:nvPr/>
        </p:nvGrpSpPr>
        <p:grpSpPr>
          <a:xfrm rot="5400000">
            <a:off x="10332195" y="158549"/>
            <a:ext cx="547272" cy="332704"/>
            <a:chOff x="2616513" y="2273732"/>
            <a:chExt cx="547272" cy="332704"/>
          </a:xfrm>
        </p:grpSpPr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400B8414-044B-E118-3620-73D8B65F987D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71F22FF1-5EDD-27DC-7AC0-275E4AB19BC1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D2FE3FDB-EC6E-8C08-55B1-260A6825773F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16A8EB-A01F-8BBE-0DEE-CF551487C2FC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5661F027-BD4D-A0EF-6A23-7A45C1BFAC08}"/>
              </a:ext>
            </a:extLst>
          </p:cNvPr>
          <p:cNvGrpSpPr/>
          <p:nvPr/>
        </p:nvGrpSpPr>
        <p:grpSpPr>
          <a:xfrm>
            <a:off x="2848422" y="158549"/>
            <a:ext cx="433812" cy="332704"/>
            <a:chOff x="8292233" y="2422448"/>
            <a:chExt cx="433812" cy="332704"/>
          </a:xfrm>
        </p:grpSpPr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FDEE53F0-DA11-E9B5-C80D-1B3954710933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26FE54D0-A46E-1900-2D6C-598FF5D04739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D4510B39-28FD-B09A-836D-E92000783245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17E0B751-D488-4D33-2430-7E838E99FFD6}"/>
              </a:ext>
            </a:extLst>
          </p:cNvPr>
          <p:cNvGrpSpPr/>
          <p:nvPr/>
        </p:nvGrpSpPr>
        <p:grpSpPr>
          <a:xfrm>
            <a:off x="10226103" y="158549"/>
            <a:ext cx="433812" cy="332704"/>
            <a:chOff x="7839715" y="2553300"/>
            <a:chExt cx="433812" cy="332704"/>
          </a:xfrm>
        </p:grpSpPr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54F21EAE-5813-90DD-615A-DB2DB5F7A56A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7B82D877-8953-AFB8-FB4A-91E95EE82A62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755270E0-98AB-CBFF-75A4-EB302307329A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907AFB7B-F268-6287-29FA-B523C1525130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9F0C401B-056A-D06D-8EC3-A78291B9AAA7}"/>
              </a:ext>
            </a:extLst>
          </p:cNvPr>
          <p:cNvGrpSpPr/>
          <p:nvPr/>
        </p:nvGrpSpPr>
        <p:grpSpPr>
          <a:xfrm rot="20803146">
            <a:off x="11975094" y="158549"/>
            <a:ext cx="433812" cy="332704"/>
            <a:chOff x="8905992" y="2175071"/>
            <a:chExt cx="433812" cy="332704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818D2E99-A4EF-BFA6-18BF-E77A7337842D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3697D3CA-068A-CE87-ED54-97F4749F99D8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C53D82C0-3BBF-A0C0-4040-684588EF2E8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B4D42B45-570C-C4BF-B294-2C1BDE7A229A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4FDC1A74-FEC1-B403-A94D-72BDC30A7A87}"/>
              </a:ext>
            </a:extLst>
          </p:cNvPr>
          <p:cNvGrpSpPr/>
          <p:nvPr/>
        </p:nvGrpSpPr>
        <p:grpSpPr>
          <a:xfrm rot="3160545">
            <a:off x="5311026" y="158549"/>
            <a:ext cx="433812" cy="332704"/>
            <a:chOff x="8905992" y="2175071"/>
            <a:chExt cx="433812" cy="332704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699E6FB4-A05E-BA6B-C09F-FC71151F995D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ED1F9593-3C92-E8C6-A069-9C8D5DED40F2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0CF2CA9E-BEE3-5FE0-403D-3974F8AEA618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3D672B16-85A1-75A6-2ECC-EADD531E5588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783E720F-9F2C-C868-6BB6-25ED6DC554D5}"/>
              </a:ext>
            </a:extLst>
          </p:cNvPr>
          <p:cNvGrpSpPr/>
          <p:nvPr/>
        </p:nvGrpSpPr>
        <p:grpSpPr>
          <a:xfrm>
            <a:off x="4571448" y="158549"/>
            <a:ext cx="547272" cy="332704"/>
            <a:chOff x="2616513" y="2273732"/>
            <a:chExt cx="547272" cy="332704"/>
          </a:xfrm>
        </p:grpSpPr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07885C87-DFBD-5A9C-CB44-0E5976D34A6B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763FE037-8BDC-33DE-FB9F-F73D46D01861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4CE498EC-93C7-E127-139C-DE87EA9B7030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A42C6CD1-6486-1FFC-DC78-FFCCD604505F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F476D350-9DF3-125D-A031-D51965FEFAFD}"/>
              </a:ext>
            </a:extLst>
          </p:cNvPr>
          <p:cNvCxnSpPr>
            <a:cxnSpLocks/>
            <a:stCxn id="224" idx="3"/>
            <a:endCxn id="225" idx="1"/>
          </p:cNvCxnSpPr>
          <p:nvPr/>
        </p:nvCxnSpPr>
        <p:spPr>
          <a:xfrm flipV="1">
            <a:off x="3876892" y="3743325"/>
            <a:ext cx="4368933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2" name="Picture 221" descr="Medium">
            <a:extLst>
              <a:ext uri="{FF2B5EF4-FFF2-40B4-BE49-F238E27FC236}">
                <a16:creationId xmlns:a16="http://schemas.microsoft.com/office/drawing/2014/main" id="{837411C2-19C4-8920-2DAF-CD8A85B56CF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05325" y="2960918"/>
            <a:ext cx="3181350" cy="1564814"/>
          </a:xfrm>
          <a:prstGeom prst="ellipse">
            <a:avLst/>
          </a:prstGeom>
          <a:ln>
            <a:solidFill>
              <a:schemeClr val="tx1"/>
            </a:solidFill>
          </a:ln>
        </p:spPr>
      </p:pic>
      <p:sp>
        <p:nvSpPr>
          <p:cNvPr id="224" name="TextBox 223">
            <a:extLst>
              <a:ext uri="{FF2B5EF4-FFF2-40B4-BE49-F238E27FC236}">
                <a16:creationId xmlns:a16="http://schemas.microsoft.com/office/drawing/2014/main" id="{048D16C9-3672-65C0-A913-6B6AEF44039F}"/>
              </a:ext>
            </a:extLst>
          </p:cNvPr>
          <p:cNvSpPr txBox="1"/>
          <p:nvPr/>
        </p:nvSpPr>
        <p:spPr>
          <a:xfrm>
            <a:off x="795830" y="1619668"/>
            <a:ext cx="3081062" cy="424731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dirty="0"/>
              <a:t>¡Hola! Estoy haciendo un curso de Python e IA y el docente me pidió que te pase esta función sin código para que la desarrolles a partir del </a:t>
            </a:r>
            <a:r>
              <a:rPr lang="es-ES" i="1" dirty="0" err="1"/>
              <a:t>docstring</a:t>
            </a:r>
            <a:r>
              <a:rPr lang="es-ES" i="1" dirty="0"/>
              <a:t>.</a:t>
            </a:r>
          </a:p>
          <a:p>
            <a:pPr algn="ctr"/>
            <a:endParaRPr lang="es-ES" i="1" dirty="0"/>
          </a:p>
          <a:p>
            <a:pPr algn="ctr"/>
            <a:r>
              <a:rPr lang="es-ES" dirty="0"/>
              <a:t>Resuélvelo utilizando búsqueda por bisección.</a:t>
            </a:r>
          </a:p>
          <a:p>
            <a:pPr algn="ctr"/>
            <a:endParaRPr lang="es-ES" i="1" dirty="0"/>
          </a:p>
          <a:p>
            <a:pPr algn="ctr"/>
            <a:r>
              <a:rPr lang="es-ES" dirty="0"/>
              <a:t>Aquí está la función:</a:t>
            </a:r>
          </a:p>
          <a:p>
            <a:pPr algn="ctr"/>
            <a:endParaRPr lang="es-ES" dirty="0"/>
          </a:p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&lt;</a:t>
            </a:r>
            <a:r>
              <a:rPr lang="es-ES" b="1" dirty="0">
                <a:solidFill>
                  <a:schemeClr val="bg2">
                    <a:lumMod val="50000"/>
                  </a:schemeClr>
                </a:solidFill>
              </a:rPr>
              <a:t>COPIAR+PEGAR </a:t>
            </a:r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FUNCIÓN y DOCSTRING</a:t>
            </a:r>
          </a:p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(¡¡¡SIN EL CÓDIGO!!!)&gt;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1AF08CA5-B5DC-C1C5-702E-3CBED93F9AEF}"/>
              </a:ext>
            </a:extLst>
          </p:cNvPr>
          <p:cNvSpPr txBox="1"/>
          <p:nvPr/>
        </p:nvSpPr>
        <p:spPr>
          <a:xfrm>
            <a:off x="8245825" y="3281660"/>
            <a:ext cx="3163045" cy="9233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s-ES" sz="5400" dirty="0"/>
              <a:t>FUNCIÓN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011412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A039F-920B-0BE5-DBE2-2BF7B634E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75F57-A71E-9A79-28D4-514AAA81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8000" b="1" noProof="0" dirty="0">
                <a:solidFill>
                  <a:srgbClr val="7030A0"/>
                </a:solidFill>
                <a:latin typeface="Consolas" panose="020B0609020204030204" pitchFamily="49" charset="0"/>
              </a:rPr>
              <a:t>continue</a:t>
            </a:r>
            <a:br>
              <a:rPr lang="es-ES" b="1" noProof="0" dirty="0"/>
            </a:br>
            <a:br>
              <a:rPr lang="es-ES" b="1" noProof="0" dirty="0"/>
            </a:br>
            <a:r>
              <a:rPr lang="es-ES" sz="4000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4000" noProof="0" dirty="0">
                <a:latin typeface="Consolas" panose="020B0609020204030204" pitchFamily="49" charset="0"/>
              </a:rPr>
              <a:t>('Volvemos el lunes 2/11!')</a:t>
            </a:r>
            <a:endParaRPr lang="es-ES" noProof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6472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F308A83-8001-6DD1-E886-692381A17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FC35-E19B-58E1-716C-BC78C4C1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noProof="0" dirty="0"/>
              <a:t>Mutabilidad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8EDF1A-A27A-CF12-6C27-FD3F86197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 lnSpcReduction="10000"/>
          </a:bodyPr>
          <a:lstStyle/>
          <a:p>
            <a:pPr algn="ctr"/>
            <a:r>
              <a:rPr lang="es-ES" b="0" noProof="0" dirty="0"/>
              <a:t>objetos</a:t>
            </a:r>
          </a:p>
          <a:p>
            <a:pPr algn="ctr"/>
            <a:r>
              <a:rPr lang="es-ES" noProof="0" dirty="0"/>
              <a:t>MUTABLES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4B2163-D64F-54AD-FC49-5377D396A9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noProof="0" dirty="0"/>
              <a:t>Algunos NO escalares: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45430D-709B-C764-3DAD-6BA288B8E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 lnSpcReduction="10000"/>
          </a:bodyPr>
          <a:lstStyle/>
          <a:p>
            <a:pPr algn="ctr"/>
            <a:r>
              <a:rPr lang="es-ES" b="0" noProof="0" dirty="0"/>
              <a:t>objetos</a:t>
            </a:r>
          </a:p>
          <a:p>
            <a:pPr algn="ctr"/>
            <a:r>
              <a:rPr lang="es-ES" noProof="0" dirty="0"/>
              <a:t>INMUTABLES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9AE579-ADA3-A455-63D6-032674377AD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" noProof="0" dirty="0"/>
              <a:t>Todos los </a:t>
            </a:r>
            <a:r>
              <a:rPr lang="es-ES" b="1" noProof="0" dirty="0"/>
              <a:t>escalares</a:t>
            </a:r>
            <a:r>
              <a:rPr lang="es-ES" noProof="0" dirty="0"/>
              <a:t>:</a:t>
            </a:r>
          </a:p>
          <a:p>
            <a:pPr marL="457200" lvl="1" indent="0">
              <a:buNone/>
            </a:pP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int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bool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NoneType</a:t>
            </a:r>
            <a:endParaRPr lang="es-ES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s-ES" b="1" noProof="0" dirty="0">
                <a:latin typeface="+mj-lt"/>
              </a:rPr>
              <a:t>Algunos NO escalares</a:t>
            </a:r>
            <a:r>
              <a:rPr lang="es-ES" noProof="0" dirty="0">
                <a:latin typeface="+mj-lt"/>
              </a:rPr>
              <a:t>:</a:t>
            </a:r>
          </a:p>
          <a:p>
            <a:pPr marL="457200" lvl="1" indent="0">
              <a:buNone/>
            </a:pP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int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bool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NoneType</a:t>
            </a:r>
            <a:endParaRPr lang="es-ES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98139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3D7CCE-07E8-6DA0-DAFA-DFA6BE19A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B7B10B-C2E0-F861-47FE-50D23B9F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Hay que entender como están representados en la computadora</a:t>
            </a:r>
            <a:endParaRPr lang="es-ES" b="1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AA34D-9F53-14CD-BA4F-DD273F6E47E6}"/>
              </a:ext>
            </a:extLst>
          </p:cNvPr>
          <p:cNvSpPr txBox="1"/>
          <p:nvPr/>
        </p:nvSpPr>
        <p:spPr>
          <a:xfrm>
            <a:off x="4930468" y="1975362"/>
            <a:ext cx="4576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1,949 </a:t>
            </a:r>
            <a:r>
              <a:rPr lang="es-ES" sz="3600" noProof="0" dirty="0">
                <a:latin typeface="Consolas" panose="020B0609020204030204" pitchFamily="49" charset="0"/>
              </a:rPr>
              <a:t>= </a:t>
            </a:r>
            <a:r>
              <a:rPr lang="es-ES" sz="36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1949</a:t>
            </a:r>
            <a:r>
              <a:rPr lang="es-ES" sz="3600" noProof="0" dirty="0">
                <a:latin typeface="Consolas" panose="020B0609020204030204" pitchFamily="49" charset="0"/>
              </a:rPr>
              <a:t> ×10</a:t>
            </a:r>
            <a:r>
              <a:rPr lang="es-ES" sz="3600" baseline="300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-3</a:t>
            </a:r>
            <a:endParaRPr lang="es-ES" sz="3600" noProof="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D8A84-3DA8-8D5E-34FC-85CE51459DD3}"/>
              </a:ext>
            </a:extLst>
          </p:cNvPr>
          <p:cNvSpPr txBox="1"/>
          <p:nvPr/>
        </p:nvSpPr>
        <p:spPr>
          <a:xfrm>
            <a:off x="922670" y="2113861"/>
            <a:ext cx="321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+mj-lt"/>
              </a:rPr>
              <a:t>Representación de Nº </a:t>
            </a:r>
            <a:r>
              <a:rPr lang="es-ES" b="1" noProof="0" dirty="0">
                <a:solidFill>
                  <a:schemeClr val="accent2"/>
                </a:solidFill>
                <a:latin typeface="+mj-lt"/>
              </a:rPr>
              <a:t>DECIMAL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DB98DE-8891-AEC8-B545-6EF8A68ED1FF}"/>
              </a:ext>
            </a:extLst>
          </p:cNvPr>
          <p:cNvCxnSpPr>
            <a:stCxn id="5" idx="3"/>
            <a:endCxn id="3" idx="1"/>
          </p:cNvCxnSpPr>
          <p:nvPr/>
        </p:nvCxnSpPr>
        <p:spPr>
          <a:xfrm>
            <a:off x="4142141" y="2298527"/>
            <a:ext cx="78832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3765E85-1725-A8F7-0741-A4C9A769949C}"/>
              </a:ext>
            </a:extLst>
          </p:cNvPr>
          <p:cNvSpPr txBox="1"/>
          <p:nvPr/>
        </p:nvSpPr>
        <p:spPr>
          <a:xfrm>
            <a:off x="6827795" y="3546068"/>
            <a:ext cx="246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(101,-11)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579C0D-43B9-6FFE-BD7B-55C0076DBBB8}"/>
              </a:ext>
            </a:extLst>
          </p:cNvPr>
          <p:cNvSpPr txBox="1"/>
          <p:nvPr/>
        </p:nvSpPr>
        <p:spPr>
          <a:xfrm>
            <a:off x="922670" y="3546068"/>
            <a:ext cx="2687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+mj-lt"/>
              </a:rPr>
              <a:t>Representación de Nº</a:t>
            </a:r>
          </a:p>
          <a:p>
            <a:r>
              <a:rPr lang="es-ES" b="1" noProof="0" dirty="0">
                <a:solidFill>
                  <a:schemeClr val="accent5"/>
                </a:solidFill>
                <a:latin typeface="+mj-lt"/>
              </a:rPr>
              <a:t>BINARIO FRACCIONARIO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1F44DC-4E5D-7639-3EE6-D05BEE3ED6E1}"/>
              </a:ext>
            </a:extLst>
          </p:cNvPr>
          <p:cNvSpPr txBox="1"/>
          <p:nvPr/>
        </p:nvSpPr>
        <p:spPr>
          <a:xfrm>
            <a:off x="6827795" y="2748256"/>
            <a:ext cx="246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noProof="0" dirty="0">
                <a:latin typeface="Consolas" panose="020B0609020204030204" pitchFamily="49" charset="0"/>
              </a:rPr>
              <a:t>(1949,-3)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18C1CA-72AA-7C11-2E89-F80926D0FD13}"/>
              </a:ext>
            </a:extLst>
          </p:cNvPr>
          <p:cNvCxnSpPr>
            <a:cxnSpLocks/>
          </p:cNvCxnSpPr>
          <p:nvPr/>
        </p:nvCxnSpPr>
        <p:spPr>
          <a:xfrm>
            <a:off x="7520397" y="2526890"/>
            <a:ext cx="0" cy="314633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A60C4D-1C40-9753-C4C0-616CDCF0221B}"/>
              </a:ext>
            </a:extLst>
          </p:cNvPr>
          <p:cNvCxnSpPr>
            <a:cxnSpLocks/>
          </p:cNvCxnSpPr>
          <p:nvPr/>
        </p:nvCxnSpPr>
        <p:spPr>
          <a:xfrm flipH="1">
            <a:off x="8711381" y="2369574"/>
            <a:ext cx="471948" cy="52111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88C9B36-57A8-EC3B-D809-AF38B386F82B}"/>
              </a:ext>
            </a:extLst>
          </p:cNvPr>
          <p:cNvCxnSpPr>
            <a:cxnSpLocks/>
            <a:stCxn id="30" idx="3"/>
            <a:endCxn id="58" idx="1"/>
          </p:cNvCxnSpPr>
          <p:nvPr/>
        </p:nvCxnSpPr>
        <p:spPr>
          <a:xfrm>
            <a:off x="3609944" y="3869234"/>
            <a:ext cx="13205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474A27A-E53C-1469-64F6-197C4C033A19}"/>
              </a:ext>
            </a:extLst>
          </p:cNvPr>
          <p:cNvCxnSpPr>
            <a:cxnSpLocks/>
          </p:cNvCxnSpPr>
          <p:nvPr/>
        </p:nvCxnSpPr>
        <p:spPr>
          <a:xfrm>
            <a:off x="7521679" y="4078409"/>
            <a:ext cx="0" cy="36577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18DE207-C826-56A3-7F7D-2069FD6D3A2E}"/>
              </a:ext>
            </a:extLst>
          </p:cNvPr>
          <p:cNvCxnSpPr>
            <a:cxnSpLocks/>
          </p:cNvCxnSpPr>
          <p:nvPr/>
        </p:nvCxnSpPr>
        <p:spPr>
          <a:xfrm>
            <a:off x="8680603" y="4078409"/>
            <a:ext cx="355242" cy="36577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C679BFC-3E6D-2B12-CF10-384E3596EFBD}"/>
              </a:ext>
            </a:extLst>
          </p:cNvPr>
          <p:cNvSpPr txBox="1"/>
          <p:nvPr/>
        </p:nvSpPr>
        <p:spPr>
          <a:xfrm>
            <a:off x="3741267" y="4328794"/>
            <a:ext cx="55899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3600" noProof="0" dirty="0">
                <a:latin typeface="Consolas" panose="020B0609020204030204" pitchFamily="49" charset="0"/>
              </a:rPr>
              <a:t>0.625 = 5/8 =</a:t>
            </a:r>
            <a:r>
              <a:rPr lang="es-ES" sz="36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 5 </a:t>
            </a:r>
            <a:r>
              <a:rPr lang="es-ES" sz="3600" noProof="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×  2</a:t>
            </a:r>
            <a:r>
              <a:rPr lang="es-ES" sz="3600" baseline="30000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-3</a:t>
            </a:r>
            <a:endParaRPr lang="es-ES" sz="3600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11D762-2FDA-6881-32A4-7D9F2BC52FAA}"/>
              </a:ext>
            </a:extLst>
          </p:cNvPr>
          <p:cNvSpPr txBox="1"/>
          <p:nvPr/>
        </p:nvSpPr>
        <p:spPr>
          <a:xfrm>
            <a:off x="4930468" y="3546068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noProof="0" dirty="0">
                <a:solidFill>
                  <a:schemeClr val="accent5"/>
                </a:solidFill>
                <a:latin typeface="Consolas" panose="020B0609020204030204" pitchFamily="49" charset="0"/>
              </a:rPr>
              <a:t>0,101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B56DAEA-FE90-5BD7-EC71-E5F919A7D7D3}"/>
              </a:ext>
            </a:extLst>
          </p:cNvPr>
          <p:cNvCxnSpPr>
            <a:cxnSpLocks/>
            <a:stCxn id="58" idx="3"/>
            <a:endCxn id="29" idx="1"/>
          </p:cNvCxnSpPr>
          <p:nvPr/>
        </p:nvCxnSpPr>
        <p:spPr>
          <a:xfrm>
            <a:off x="6381506" y="3869234"/>
            <a:ext cx="4462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63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40" grpId="0"/>
      <p:bldP spid="58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A0F6CC3-221F-C3BA-4CC1-D8D40CF3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69AA25-CE55-FED2-1095-7266A382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Hay que entender como están representados en la computadora</a:t>
            </a:r>
            <a:endParaRPr lang="es-ES" b="1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A3C7845-12FE-93D0-27E2-E99D30191A45}"/>
              </a:ext>
            </a:extLst>
          </p:cNvPr>
          <p:cNvSpPr/>
          <p:nvPr/>
        </p:nvSpPr>
        <p:spPr>
          <a:xfrm>
            <a:off x="5917510" y="3069000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14C5FD2-7C38-C3DF-E59E-868D7FB1B59A}"/>
              </a:ext>
            </a:extLst>
          </p:cNvPr>
          <p:cNvSpPr/>
          <p:nvPr/>
        </p:nvSpPr>
        <p:spPr>
          <a:xfrm>
            <a:off x="5557510" y="3069000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42DDE58-CB73-09C5-93DC-B420A47EA60E}"/>
              </a:ext>
            </a:extLst>
          </p:cNvPr>
          <p:cNvSpPr/>
          <p:nvPr/>
        </p:nvSpPr>
        <p:spPr>
          <a:xfrm>
            <a:off x="5197510" y="3069000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1590DD1-1776-92A4-781A-CC71851627AF}"/>
              </a:ext>
            </a:extLst>
          </p:cNvPr>
          <p:cNvSpPr/>
          <p:nvPr/>
        </p:nvSpPr>
        <p:spPr>
          <a:xfrm>
            <a:off x="4837510" y="3069000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A62D537-44C8-EBA4-971F-8CCAB3EEC173}"/>
              </a:ext>
            </a:extLst>
          </p:cNvPr>
          <p:cNvSpPr/>
          <p:nvPr/>
        </p:nvSpPr>
        <p:spPr>
          <a:xfrm>
            <a:off x="4477510" y="3069000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3674D2B-91FA-9F63-AA8B-612A492FE551}"/>
              </a:ext>
            </a:extLst>
          </p:cNvPr>
          <p:cNvSpPr/>
          <p:nvPr/>
        </p:nvSpPr>
        <p:spPr>
          <a:xfrm>
            <a:off x="4117510" y="3069000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341F75A-89EE-51CC-E0D5-7AA326D92DC0}"/>
              </a:ext>
            </a:extLst>
          </p:cNvPr>
          <p:cNvSpPr/>
          <p:nvPr/>
        </p:nvSpPr>
        <p:spPr>
          <a:xfrm>
            <a:off x="3757510" y="3069000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3579C2-56DB-1C71-0143-7DD6CD515589}"/>
              </a:ext>
            </a:extLst>
          </p:cNvPr>
          <p:cNvSpPr/>
          <p:nvPr/>
        </p:nvSpPr>
        <p:spPr>
          <a:xfrm>
            <a:off x="3397510" y="3069000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5B8217-4946-FB98-A449-31705EB6E5C5}"/>
              </a:ext>
            </a:extLst>
          </p:cNvPr>
          <p:cNvSpPr/>
          <p:nvPr/>
        </p:nvSpPr>
        <p:spPr>
          <a:xfrm>
            <a:off x="3034406" y="3069000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┅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50C50F-F95E-7F29-AF3D-6C2C72076AE1}"/>
              </a:ext>
            </a:extLst>
          </p:cNvPr>
          <p:cNvSpPr/>
          <p:nvPr/>
        </p:nvSpPr>
        <p:spPr>
          <a:xfrm>
            <a:off x="9337595" y="3069000"/>
            <a:ext cx="36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┅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94DA8E-17CB-BA43-E055-14FAAA27E514}"/>
              </a:ext>
            </a:extLst>
          </p:cNvPr>
          <p:cNvSpPr/>
          <p:nvPr/>
        </p:nvSpPr>
        <p:spPr>
          <a:xfrm>
            <a:off x="8977595" y="3069000"/>
            <a:ext cx="36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7E76AF-8B04-2E39-0B93-128123FC9D18}"/>
              </a:ext>
            </a:extLst>
          </p:cNvPr>
          <p:cNvSpPr/>
          <p:nvPr/>
        </p:nvSpPr>
        <p:spPr>
          <a:xfrm>
            <a:off x="8617595" y="3069000"/>
            <a:ext cx="36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699271-B883-CFF2-9F66-95A186C5D8AB}"/>
              </a:ext>
            </a:extLst>
          </p:cNvPr>
          <p:cNvSpPr/>
          <p:nvPr/>
        </p:nvSpPr>
        <p:spPr>
          <a:xfrm>
            <a:off x="8257595" y="3069000"/>
            <a:ext cx="36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01402C-C0FF-61A5-015F-C636BC0B575B}"/>
              </a:ext>
            </a:extLst>
          </p:cNvPr>
          <p:cNvSpPr/>
          <p:nvPr/>
        </p:nvSpPr>
        <p:spPr>
          <a:xfrm>
            <a:off x="7897595" y="3069000"/>
            <a:ext cx="36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9A325B-F1EE-256E-0590-06ED6F2FA856}"/>
              </a:ext>
            </a:extLst>
          </p:cNvPr>
          <p:cNvSpPr/>
          <p:nvPr/>
        </p:nvSpPr>
        <p:spPr>
          <a:xfrm>
            <a:off x="7537595" y="3069000"/>
            <a:ext cx="36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80B92F-C093-4608-261E-F8007C82218F}"/>
              </a:ext>
            </a:extLst>
          </p:cNvPr>
          <p:cNvSpPr/>
          <p:nvPr/>
        </p:nvSpPr>
        <p:spPr>
          <a:xfrm>
            <a:off x="7177595" y="3069000"/>
            <a:ext cx="36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067BCF-EEAA-0509-54FF-715A3C3F4079}"/>
              </a:ext>
            </a:extLst>
          </p:cNvPr>
          <p:cNvSpPr/>
          <p:nvPr/>
        </p:nvSpPr>
        <p:spPr>
          <a:xfrm>
            <a:off x="6817595" y="3069000"/>
            <a:ext cx="36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FBEFEB-3552-A1B6-3ABB-7A95838CC845}"/>
              </a:ext>
            </a:extLst>
          </p:cNvPr>
          <p:cNvSpPr/>
          <p:nvPr/>
        </p:nvSpPr>
        <p:spPr>
          <a:xfrm>
            <a:off x="6454491" y="3069000"/>
            <a:ext cx="36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E1123F-5C43-3D38-A0A4-1DC873C18A79}"/>
              </a:ext>
            </a:extLst>
          </p:cNvPr>
          <p:cNvSpPr/>
          <p:nvPr/>
        </p:nvSpPr>
        <p:spPr>
          <a:xfrm>
            <a:off x="2494406" y="3069000"/>
            <a:ext cx="360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D87293-467E-F401-3ED7-F0832BBD6F24}"/>
              </a:ext>
            </a:extLst>
          </p:cNvPr>
          <p:cNvSpPr/>
          <p:nvPr/>
        </p:nvSpPr>
        <p:spPr>
          <a:xfrm>
            <a:off x="5917510" y="2709000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7F3939-020D-4EAB-CB66-6F4CA21BDC43}"/>
              </a:ext>
            </a:extLst>
          </p:cNvPr>
          <p:cNvSpPr/>
          <p:nvPr/>
        </p:nvSpPr>
        <p:spPr>
          <a:xfrm>
            <a:off x="5557510" y="2709000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08EA24-ECC0-46E7-7A65-44FCE091FA16}"/>
              </a:ext>
            </a:extLst>
          </p:cNvPr>
          <p:cNvSpPr/>
          <p:nvPr/>
        </p:nvSpPr>
        <p:spPr>
          <a:xfrm>
            <a:off x="5197510" y="2709000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972DA3-6084-B140-29ED-65196172C4B8}"/>
              </a:ext>
            </a:extLst>
          </p:cNvPr>
          <p:cNvSpPr/>
          <p:nvPr/>
        </p:nvSpPr>
        <p:spPr>
          <a:xfrm>
            <a:off x="4837510" y="2709000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585E76-128C-CD8E-9118-C20A62011431}"/>
              </a:ext>
            </a:extLst>
          </p:cNvPr>
          <p:cNvSpPr/>
          <p:nvPr/>
        </p:nvSpPr>
        <p:spPr>
          <a:xfrm>
            <a:off x="4477510" y="2709000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316434-8F19-75A1-6C1F-A53DD8140DCC}"/>
              </a:ext>
            </a:extLst>
          </p:cNvPr>
          <p:cNvSpPr/>
          <p:nvPr/>
        </p:nvSpPr>
        <p:spPr>
          <a:xfrm>
            <a:off x="4117510" y="2709000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447EA5-B26A-7412-7E31-5CA285A1787F}"/>
              </a:ext>
            </a:extLst>
          </p:cNvPr>
          <p:cNvSpPr/>
          <p:nvPr/>
        </p:nvSpPr>
        <p:spPr>
          <a:xfrm>
            <a:off x="3757510" y="2709000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DD6035-ED1A-ACA5-E21E-AD0D05F0CEED}"/>
              </a:ext>
            </a:extLst>
          </p:cNvPr>
          <p:cNvSpPr/>
          <p:nvPr/>
        </p:nvSpPr>
        <p:spPr>
          <a:xfrm>
            <a:off x="3397510" y="2709000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E0C840-CFE0-202D-1E6D-841BD8911453}"/>
              </a:ext>
            </a:extLst>
          </p:cNvPr>
          <p:cNvSpPr/>
          <p:nvPr/>
        </p:nvSpPr>
        <p:spPr>
          <a:xfrm>
            <a:off x="3034406" y="2709000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┅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17278F-9706-6523-0530-A850EC712F5D}"/>
              </a:ext>
            </a:extLst>
          </p:cNvPr>
          <p:cNvSpPr/>
          <p:nvPr/>
        </p:nvSpPr>
        <p:spPr>
          <a:xfrm>
            <a:off x="9337595" y="2709000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┅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D4E0F61-5D10-A022-73D0-8D8CA04C73B0}"/>
              </a:ext>
            </a:extLst>
          </p:cNvPr>
          <p:cNvSpPr/>
          <p:nvPr/>
        </p:nvSpPr>
        <p:spPr>
          <a:xfrm>
            <a:off x="9026626" y="2670900"/>
            <a:ext cx="261938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256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B816DE-D3BC-27DE-9283-4046555AA6CD}"/>
              </a:ext>
            </a:extLst>
          </p:cNvPr>
          <p:cNvSpPr/>
          <p:nvPr/>
        </p:nvSpPr>
        <p:spPr>
          <a:xfrm>
            <a:off x="8666626" y="2670900"/>
            <a:ext cx="261938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DE2FFF3-4ED2-0A43-0ACB-06FA57EAC20D}"/>
              </a:ext>
            </a:extLst>
          </p:cNvPr>
          <p:cNvSpPr/>
          <p:nvPr/>
        </p:nvSpPr>
        <p:spPr>
          <a:xfrm>
            <a:off x="8306626" y="2670900"/>
            <a:ext cx="261938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2C5F8B5-956F-6966-36A4-51622B1E432B}"/>
              </a:ext>
            </a:extLst>
          </p:cNvPr>
          <p:cNvSpPr/>
          <p:nvPr/>
        </p:nvSpPr>
        <p:spPr>
          <a:xfrm>
            <a:off x="7946626" y="2670900"/>
            <a:ext cx="261938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9A96B70-0EAF-B089-335E-00B4A411D967}"/>
              </a:ext>
            </a:extLst>
          </p:cNvPr>
          <p:cNvSpPr/>
          <p:nvPr/>
        </p:nvSpPr>
        <p:spPr>
          <a:xfrm>
            <a:off x="7586626" y="2670900"/>
            <a:ext cx="261938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1B0575-0D1E-C0BB-3FA1-67A32807D94F}"/>
              </a:ext>
            </a:extLst>
          </p:cNvPr>
          <p:cNvSpPr/>
          <p:nvPr/>
        </p:nvSpPr>
        <p:spPr>
          <a:xfrm>
            <a:off x="7226626" y="2670900"/>
            <a:ext cx="261938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39CB082-C1F8-722F-D293-9B8CE222DC0D}"/>
              </a:ext>
            </a:extLst>
          </p:cNvPr>
          <p:cNvSpPr/>
          <p:nvPr/>
        </p:nvSpPr>
        <p:spPr>
          <a:xfrm>
            <a:off x="6866626" y="2670900"/>
            <a:ext cx="261938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910F319-ED39-9584-5659-5579C0328851}"/>
              </a:ext>
            </a:extLst>
          </p:cNvPr>
          <p:cNvSpPr/>
          <p:nvPr/>
        </p:nvSpPr>
        <p:spPr>
          <a:xfrm>
            <a:off x="6503522" y="2670900"/>
            <a:ext cx="261938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596AF2-67CD-F25E-586B-1995EEB22EBB}"/>
              </a:ext>
            </a:extLst>
          </p:cNvPr>
          <p:cNvSpPr/>
          <p:nvPr/>
        </p:nvSpPr>
        <p:spPr>
          <a:xfrm>
            <a:off x="2494406" y="2709000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sz="1200" noProof="0" dirty="0">
                <a:solidFill>
                  <a:schemeClr val="tx1"/>
                </a:solidFill>
                <a:latin typeface="Consolas" panose="020B0609020204030204" pitchFamily="49" charset="0"/>
              </a:rPr>
              <a:t>+/-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1972F50-DCE9-ABB5-4646-D58C32C58BDC}"/>
              </a:ext>
            </a:extLst>
          </p:cNvPr>
          <p:cNvCxnSpPr>
            <a:cxnSpLocks/>
            <a:stCxn id="56" idx="1"/>
            <a:endCxn id="56" idx="3"/>
          </p:cNvCxnSpPr>
          <p:nvPr/>
        </p:nvCxnSpPr>
        <p:spPr>
          <a:xfrm>
            <a:off x="6503522" y="2850900"/>
            <a:ext cx="261938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0AC2339-ED4A-9789-4030-AD1648DB178D}"/>
              </a:ext>
            </a:extLst>
          </p:cNvPr>
          <p:cNvCxnSpPr>
            <a:cxnSpLocks/>
            <a:stCxn id="55" idx="1"/>
            <a:endCxn id="55" idx="3"/>
          </p:cNvCxnSpPr>
          <p:nvPr/>
        </p:nvCxnSpPr>
        <p:spPr>
          <a:xfrm>
            <a:off x="6866626" y="2850900"/>
            <a:ext cx="261938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8765B68-866E-1205-9B99-82B08F2E167A}"/>
              </a:ext>
            </a:extLst>
          </p:cNvPr>
          <p:cNvCxnSpPr>
            <a:cxnSpLocks/>
            <a:stCxn id="54" idx="1"/>
            <a:endCxn id="54" idx="3"/>
          </p:cNvCxnSpPr>
          <p:nvPr/>
        </p:nvCxnSpPr>
        <p:spPr>
          <a:xfrm>
            <a:off x="7226626" y="2850900"/>
            <a:ext cx="261938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E719608-7599-1DFD-473D-F37DA0CB2A1A}"/>
              </a:ext>
            </a:extLst>
          </p:cNvPr>
          <p:cNvCxnSpPr>
            <a:cxnSpLocks/>
            <a:stCxn id="53" idx="1"/>
            <a:endCxn id="53" idx="3"/>
          </p:cNvCxnSpPr>
          <p:nvPr/>
        </p:nvCxnSpPr>
        <p:spPr>
          <a:xfrm>
            <a:off x="7586626" y="2850900"/>
            <a:ext cx="261938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167C6DE-E196-B4A1-F624-C3683ADD529B}"/>
              </a:ext>
            </a:extLst>
          </p:cNvPr>
          <p:cNvCxnSpPr>
            <a:cxnSpLocks/>
            <a:stCxn id="45" idx="1"/>
            <a:endCxn id="45" idx="3"/>
          </p:cNvCxnSpPr>
          <p:nvPr/>
        </p:nvCxnSpPr>
        <p:spPr>
          <a:xfrm>
            <a:off x="7946626" y="2850900"/>
            <a:ext cx="261938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6B7FC9F-CEC1-D6D8-0D04-2D1D4EF47325}"/>
              </a:ext>
            </a:extLst>
          </p:cNvPr>
          <p:cNvCxnSpPr>
            <a:cxnSpLocks/>
            <a:stCxn id="44" idx="1"/>
            <a:endCxn id="44" idx="3"/>
          </p:cNvCxnSpPr>
          <p:nvPr/>
        </p:nvCxnSpPr>
        <p:spPr>
          <a:xfrm>
            <a:off x="8306626" y="2850900"/>
            <a:ext cx="261938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1EF7F59-3BFE-7AE6-419D-98B7795A856C}"/>
              </a:ext>
            </a:extLst>
          </p:cNvPr>
          <p:cNvCxnSpPr>
            <a:cxnSpLocks/>
            <a:stCxn id="43" idx="1"/>
            <a:endCxn id="43" idx="3"/>
          </p:cNvCxnSpPr>
          <p:nvPr/>
        </p:nvCxnSpPr>
        <p:spPr>
          <a:xfrm>
            <a:off x="8666626" y="2850900"/>
            <a:ext cx="261938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600D48D-8CD9-0958-BAC9-26CBE895159B}"/>
              </a:ext>
            </a:extLst>
          </p:cNvPr>
          <p:cNvCxnSpPr>
            <a:cxnSpLocks/>
            <a:stCxn id="40" idx="1"/>
            <a:endCxn id="40" idx="3"/>
          </p:cNvCxnSpPr>
          <p:nvPr/>
        </p:nvCxnSpPr>
        <p:spPr>
          <a:xfrm>
            <a:off x="9026626" y="2850900"/>
            <a:ext cx="261938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54897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9FA10F-69C1-60F5-04F5-8818964C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31768DD-75D6-92DA-7AF4-F49255F15BBB}"/>
              </a:ext>
            </a:extLst>
          </p:cNvPr>
          <p:cNvGrpSpPr/>
          <p:nvPr/>
        </p:nvGrpSpPr>
        <p:grpSpPr>
          <a:xfrm>
            <a:off x="1443957" y="1443045"/>
            <a:ext cx="739494" cy="609374"/>
            <a:chOff x="1443957" y="1443045"/>
            <a:chExt cx="739494" cy="609374"/>
          </a:xfrm>
        </p:grpSpPr>
        <p:sp>
          <p:nvSpPr>
            <p:cNvPr id="5" name="Parallelogram 88">
              <a:extLst>
                <a:ext uri="{FF2B5EF4-FFF2-40B4-BE49-F238E27FC236}">
                  <a16:creationId xmlns:a16="http://schemas.microsoft.com/office/drawing/2014/main" id="{91E431AE-59D8-F13F-95CD-AE32CD79B6FA}"/>
                </a:ext>
              </a:extLst>
            </p:cNvPr>
            <p:cNvSpPr/>
            <p:nvPr/>
          </p:nvSpPr>
          <p:spPr>
            <a:xfrm>
              <a:off x="1443957" y="1443045"/>
              <a:ext cx="636102" cy="609374"/>
            </a:xfrm>
            <a:custGeom>
              <a:avLst/>
              <a:gdLst>
                <a:gd name="csX0" fmla="*/ 0 w 605541"/>
                <a:gd name="csY0" fmla="*/ 580096 h 580096"/>
                <a:gd name="csX1" fmla="*/ 0 w 605541"/>
                <a:gd name="csY1" fmla="*/ 45430 h 580096"/>
                <a:gd name="csX2" fmla="*/ 3879 w 605541"/>
                <a:gd name="csY2" fmla="*/ 0 h 580096"/>
                <a:gd name="csX3" fmla="*/ 225335 w 605541"/>
                <a:gd name="csY3" fmla="*/ 0 h 580096"/>
                <a:gd name="csX4" fmla="*/ 246766 w 605541"/>
                <a:gd name="csY4" fmla="*/ 45243 h 580096"/>
                <a:gd name="csX5" fmla="*/ 605541 w 605541"/>
                <a:gd name="csY5" fmla="*/ 45430 h 580096"/>
                <a:gd name="csX6" fmla="*/ 605541 w 605541"/>
                <a:gd name="csY6" fmla="*/ 580096 h 580096"/>
                <a:gd name="csX7" fmla="*/ 0 w 605541"/>
                <a:gd name="csY7" fmla="*/ 580096 h 580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05541" h="580096">
                  <a:moveTo>
                    <a:pt x="0" y="580096"/>
                  </a:moveTo>
                  <a:lnTo>
                    <a:pt x="0" y="45430"/>
                  </a:lnTo>
                  <a:lnTo>
                    <a:pt x="3879" y="0"/>
                  </a:lnTo>
                  <a:lnTo>
                    <a:pt x="225335" y="0"/>
                  </a:lnTo>
                  <a:lnTo>
                    <a:pt x="246766" y="45243"/>
                  </a:lnTo>
                  <a:lnTo>
                    <a:pt x="605541" y="45430"/>
                  </a:lnTo>
                  <a:lnTo>
                    <a:pt x="605541" y="580096"/>
                  </a:lnTo>
                  <a:lnTo>
                    <a:pt x="0" y="580096"/>
                  </a:lnTo>
                  <a:close/>
                </a:path>
              </a:pathLst>
            </a:custGeom>
            <a:solidFill>
              <a:srgbClr val="F6C8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45CA8328-B811-7266-EAAB-A90DE7BE64F0}"/>
                </a:ext>
              </a:extLst>
            </p:cNvPr>
            <p:cNvSpPr/>
            <p:nvPr/>
          </p:nvSpPr>
          <p:spPr>
            <a:xfrm>
              <a:off x="1443957" y="1707221"/>
              <a:ext cx="739494" cy="345197"/>
            </a:xfrm>
            <a:prstGeom prst="parallelogram">
              <a:avLst>
                <a:gd name="adj" fmla="val 29348"/>
              </a:avLst>
            </a:prstGeom>
            <a:solidFill>
              <a:srgbClr val="F6C8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20924C0-D1A8-AA05-C05A-7770EB9A489C}"/>
              </a:ext>
            </a:extLst>
          </p:cNvPr>
          <p:cNvGrpSpPr/>
          <p:nvPr/>
        </p:nvGrpSpPr>
        <p:grpSpPr>
          <a:xfrm>
            <a:off x="5423732" y="1692268"/>
            <a:ext cx="434810" cy="480068"/>
            <a:chOff x="6949149" y="1484813"/>
            <a:chExt cx="1425052" cy="157338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B1DB91-A93C-4153-E5B6-950AE0440C62}"/>
                </a:ext>
              </a:extLst>
            </p:cNvPr>
            <p:cNvSpPr/>
            <p:nvPr/>
          </p:nvSpPr>
          <p:spPr>
            <a:xfrm rot="2700000">
              <a:off x="6874983" y="1558979"/>
              <a:ext cx="1573383" cy="1425052"/>
            </a:xfrm>
            <a:custGeom>
              <a:avLst/>
              <a:gdLst>
                <a:gd name="csX0" fmla="*/ 486267 w 1573383"/>
                <a:gd name="csY0" fmla="*/ 1 h 1425052"/>
                <a:gd name="csX1" fmla="*/ 795576 w 1573383"/>
                <a:gd name="csY1" fmla="*/ 0 h 1425052"/>
                <a:gd name="csX2" fmla="*/ 1568914 w 1573383"/>
                <a:gd name="csY2" fmla="*/ 773340 h 1425052"/>
                <a:gd name="csX3" fmla="*/ 1568914 w 1573383"/>
                <a:gd name="csY3" fmla="*/ 794919 h 1425052"/>
                <a:gd name="csX4" fmla="*/ 943252 w 1573383"/>
                <a:gd name="csY4" fmla="*/ 1420584 h 1425052"/>
                <a:gd name="csX5" fmla="*/ 921671 w 1573383"/>
                <a:gd name="csY5" fmla="*/ 1420583 h 1425052"/>
                <a:gd name="csX6" fmla="*/ 4469 w 1573383"/>
                <a:gd name="csY6" fmla="*/ 503379 h 1425052"/>
                <a:gd name="csX7" fmla="*/ 4468 w 1573383"/>
                <a:gd name="csY7" fmla="*/ 481800 h 1425052"/>
                <a:gd name="csX8" fmla="*/ 486267 w 1573383"/>
                <a:gd name="csY8" fmla="*/ 1 h 142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573383" h="1425052">
                  <a:moveTo>
                    <a:pt x="486267" y="1"/>
                  </a:moveTo>
                  <a:lnTo>
                    <a:pt x="795576" y="0"/>
                  </a:lnTo>
                  <a:lnTo>
                    <a:pt x="1568914" y="773340"/>
                  </a:lnTo>
                  <a:cubicBezTo>
                    <a:pt x="1574874" y="779298"/>
                    <a:pt x="1574873" y="788960"/>
                    <a:pt x="1568914" y="794919"/>
                  </a:cubicBezTo>
                  <a:lnTo>
                    <a:pt x="943252" y="1420584"/>
                  </a:lnTo>
                  <a:cubicBezTo>
                    <a:pt x="937293" y="1426542"/>
                    <a:pt x="927631" y="1426542"/>
                    <a:pt x="921671" y="1420583"/>
                  </a:cubicBezTo>
                  <a:lnTo>
                    <a:pt x="4469" y="503379"/>
                  </a:lnTo>
                  <a:cubicBezTo>
                    <a:pt x="-1490" y="497420"/>
                    <a:pt x="-1490" y="487758"/>
                    <a:pt x="4468" y="481800"/>
                  </a:cubicBezTo>
                  <a:lnTo>
                    <a:pt x="486267" y="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8A6428FF-10C5-8C8E-0C55-8BBFF01908C9}"/>
                </a:ext>
              </a:extLst>
            </p:cNvPr>
            <p:cNvSpPr/>
            <p:nvPr/>
          </p:nvSpPr>
          <p:spPr>
            <a:xfrm rot="2700000" flipH="1" flipV="1">
              <a:off x="7850135" y="1642196"/>
              <a:ext cx="316553" cy="15836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EA87DB8-00A2-60CA-CC86-A356D541AA38}"/>
                </a:ext>
              </a:extLst>
            </p:cNvPr>
            <p:cNvSpPr/>
            <p:nvPr/>
          </p:nvSpPr>
          <p:spPr>
            <a:xfrm>
              <a:off x="7188993" y="2029339"/>
              <a:ext cx="1040605" cy="508193"/>
            </a:xfrm>
            <a:prstGeom prst="roundRect">
              <a:avLst/>
            </a:prstGeom>
            <a:solidFill>
              <a:srgbClr val="FFD94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200" b="1" dirty="0">
                  <a:solidFill>
                    <a:srgbClr val="3770A0"/>
                  </a:solidFill>
                </a:rPr>
                <a:t>PY</a:t>
              </a:r>
              <a:endParaRPr lang="en-US" sz="1200" b="1" dirty="0">
                <a:solidFill>
                  <a:srgbClr val="3770A0"/>
                </a:solidFill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DC7F1D8-1ED8-4B92-8880-5C5CFC3C7855}"/>
              </a:ext>
            </a:extLst>
          </p:cNvPr>
          <p:cNvGrpSpPr/>
          <p:nvPr/>
        </p:nvGrpSpPr>
        <p:grpSpPr>
          <a:xfrm>
            <a:off x="5333300" y="2711680"/>
            <a:ext cx="773996" cy="717320"/>
            <a:chOff x="7211138" y="4794754"/>
            <a:chExt cx="773996" cy="717320"/>
          </a:xfrm>
        </p:grpSpPr>
        <p:sp>
          <p:nvSpPr>
            <p:cNvPr id="36" name="Parallelogram 88">
              <a:extLst>
                <a:ext uri="{FF2B5EF4-FFF2-40B4-BE49-F238E27FC236}">
                  <a16:creationId xmlns:a16="http://schemas.microsoft.com/office/drawing/2014/main" id="{1670CB98-176F-2D02-C9D1-C24AEBF3573A}"/>
                </a:ext>
              </a:extLst>
            </p:cNvPr>
            <p:cNvSpPr/>
            <p:nvPr/>
          </p:nvSpPr>
          <p:spPr>
            <a:xfrm>
              <a:off x="7239713" y="4902700"/>
              <a:ext cx="636102" cy="609374"/>
            </a:xfrm>
            <a:custGeom>
              <a:avLst/>
              <a:gdLst>
                <a:gd name="csX0" fmla="*/ 0 w 605541"/>
                <a:gd name="csY0" fmla="*/ 580096 h 580096"/>
                <a:gd name="csX1" fmla="*/ 0 w 605541"/>
                <a:gd name="csY1" fmla="*/ 45430 h 580096"/>
                <a:gd name="csX2" fmla="*/ 3879 w 605541"/>
                <a:gd name="csY2" fmla="*/ 0 h 580096"/>
                <a:gd name="csX3" fmla="*/ 225335 w 605541"/>
                <a:gd name="csY3" fmla="*/ 0 h 580096"/>
                <a:gd name="csX4" fmla="*/ 246766 w 605541"/>
                <a:gd name="csY4" fmla="*/ 45243 h 580096"/>
                <a:gd name="csX5" fmla="*/ 605541 w 605541"/>
                <a:gd name="csY5" fmla="*/ 45430 h 580096"/>
                <a:gd name="csX6" fmla="*/ 605541 w 605541"/>
                <a:gd name="csY6" fmla="*/ 580096 h 580096"/>
                <a:gd name="csX7" fmla="*/ 0 w 605541"/>
                <a:gd name="csY7" fmla="*/ 580096 h 580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05541" h="580096">
                  <a:moveTo>
                    <a:pt x="0" y="580096"/>
                  </a:moveTo>
                  <a:lnTo>
                    <a:pt x="0" y="45430"/>
                  </a:lnTo>
                  <a:lnTo>
                    <a:pt x="3879" y="0"/>
                  </a:lnTo>
                  <a:lnTo>
                    <a:pt x="225335" y="0"/>
                  </a:lnTo>
                  <a:lnTo>
                    <a:pt x="246766" y="45243"/>
                  </a:lnTo>
                  <a:lnTo>
                    <a:pt x="605541" y="45430"/>
                  </a:lnTo>
                  <a:lnTo>
                    <a:pt x="605541" y="580096"/>
                  </a:lnTo>
                  <a:lnTo>
                    <a:pt x="0" y="580096"/>
                  </a:lnTo>
                  <a:close/>
                </a:path>
              </a:pathLst>
            </a:custGeom>
            <a:solidFill>
              <a:srgbClr val="F6C8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6CB8B53-1998-0BEC-28DB-E1039F301BA1}"/>
                </a:ext>
              </a:extLst>
            </p:cNvPr>
            <p:cNvGrpSpPr/>
            <p:nvPr/>
          </p:nvGrpSpPr>
          <p:grpSpPr>
            <a:xfrm>
              <a:off x="7211138" y="4794754"/>
              <a:ext cx="434810" cy="480068"/>
              <a:chOff x="6949149" y="1484813"/>
              <a:chExt cx="1425052" cy="1573383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8EE140A-E2A7-563C-8880-929EB5133139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E2645AF6-C424-8B58-9E32-5FDCAD1341FA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AF960C69-D650-CB6F-E7D8-84B906B6F40A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dirty="0">
                    <a:solidFill>
                      <a:srgbClr val="3770A0"/>
                    </a:solidFill>
                  </a:rPr>
                  <a:t>PY</a:t>
                </a:r>
                <a:endParaRPr lang="en-US" sz="1200" b="1" dirty="0">
                  <a:solidFill>
                    <a:srgbClr val="3770A0"/>
                  </a:solidFill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D6366B5-2B23-4DC2-4248-A4B7FCDDFF96}"/>
                </a:ext>
              </a:extLst>
            </p:cNvPr>
            <p:cNvGrpSpPr/>
            <p:nvPr/>
          </p:nvGrpSpPr>
          <p:grpSpPr>
            <a:xfrm>
              <a:off x="7380731" y="4828092"/>
              <a:ext cx="434810" cy="480068"/>
              <a:chOff x="6949149" y="1484813"/>
              <a:chExt cx="1425052" cy="1573383"/>
            </a:xfrm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A794B4B9-5D44-F746-36DD-60F87C382BB9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Isosceles Triangle 39">
                <a:extLst>
                  <a:ext uri="{FF2B5EF4-FFF2-40B4-BE49-F238E27FC236}">
                    <a16:creationId xmlns:a16="http://schemas.microsoft.com/office/drawing/2014/main" id="{A848B185-1B4F-49D1-64BD-19948274ACBD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8BA1D8EE-7893-8992-DB32-BB0F7AE685F4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dirty="0">
                    <a:solidFill>
                      <a:srgbClr val="3770A0"/>
                    </a:solidFill>
                  </a:rPr>
                  <a:t>PY</a:t>
                </a:r>
                <a:endParaRPr lang="en-US" sz="1200" b="1" dirty="0">
                  <a:solidFill>
                    <a:srgbClr val="3770A0"/>
                  </a:solidFill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F5DE6E4-CD66-1A12-F3EC-BA0FB4AECEAC}"/>
                </a:ext>
              </a:extLst>
            </p:cNvPr>
            <p:cNvGrpSpPr/>
            <p:nvPr/>
          </p:nvGrpSpPr>
          <p:grpSpPr>
            <a:xfrm>
              <a:off x="7550324" y="4861429"/>
              <a:ext cx="434810" cy="480068"/>
              <a:chOff x="6949149" y="1484813"/>
              <a:chExt cx="1425052" cy="1573383"/>
            </a:xfrm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5917149B-BA83-9DD5-BB8C-467D7139E059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4FD61759-9F66-908D-93C9-86AA6CD9CB9E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8ECB0ED5-E3F0-FCF5-F87E-15F45B93F711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dirty="0">
                    <a:solidFill>
                      <a:srgbClr val="3770A0"/>
                    </a:solidFill>
                  </a:rPr>
                  <a:t>PY</a:t>
                </a:r>
                <a:endParaRPr lang="en-US" sz="1200" b="1" dirty="0">
                  <a:solidFill>
                    <a:srgbClr val="3770A0"/>
                  </a:solidFill>
                </a:endParaRPr>
              </a:p>
            </p:txBody>
          </p:sp>
        </p:grp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2AE48A5C-1123-8BB6-5759-13B37BB77601}"/>
                </a:ext>
              </a:extLst>
            </p:cNvPr>
            <p:cNvSpPr/>
            <p:nvPr/>
          </p:nvSpPr>
          <p:spPr>
            <a:xfrm>
              <a:off x="7239713" y="5166876"/>
              <a:ext cx="739494" cy="345197"/>
            </a:xfrm>
            <a:prstGeom prst="parallelogram">
              <a:avLst>
                <a:gd name="adj" fmla="val 29348"/>
              </a:avLst>
            </a:prstGeom>
            <a:solidFill>
              <a:srgbClr val="F6C8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Parallelogram 88">
            <a:extLst>
              <a:ext uri="{FF2B5EF4-FFF2-40B4-BE49-F238E27FC236}">
                <a16:creationId xmlns:a16="http://schemas.microsoft.com/office/drawing/2014/main" id="{88EE97E2-8603-8ADB-3771-E46A1511EF8C}"/>
              </a:ext>
            </a:extLst>
          </p:cNvPr>
          <p:cNvSpPr/>
          <p:nvPr/>
        </p:nvSpPr>
        <p:spPr>
          <a:xfrm>
            <a:off x="5276189" y="4711329"/>
            <a:ext cx="1291799" cy="1237520"/>
          </a:xfrm>
          <a:custGeom>
            <a:avLst/>
            <a:gdLst>
              <a:gd name="csX0" fmla="*/ 0 w 605541"/>
              <a:gd name="csY0" fmla="*/ 580096 h 580096"/>
              <a:gd name="csX1" fmla="*/ 0 w 605541"/>
              <a:gd name="csY1" fmla="*/ 45430 h 580096"/>
              <a:gd name="csX2" fmla="*/ 3879 w 605541"/>
              <a:gd name="csY2" fmla="*/ 0 h 580096"/>
              <a:gd name="csX3" fmla="*/ 225335 w 605541"/>
              <a:gd name="csY3" fmla="*/ 0 h 580096"/>
              <a:gd name="csX4" fmla="*/ 246766 w 605541"/>
              <a:gd name="csY4" fmla="*/ 45243 h 580096"/>
              <a:gd name="csX5" fmla="*/ 605541 w 605541"/>
              <a:gd name="csY5" fmla="*/ 45430 h 580096"/>
              <a:gd name="csX6" fmla="*/ 605541 w 605541"/>
              <a:gd name="csY6" fmla="*/ 580096 h 580096"/>
              <a:gd name="csX7" fmla="*/ 0 w 605541"/>
              <a:gd name="csY7" fmla="*/ 580096 h 5800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05541" h="580096">
                <a:moveTo>
                  <a:pt x="0" y="580096"/>
                </a:moveTo>
                <a:lnTo>
                  <a:pt x="0" y="45430"/>
                </a:lnTo>
                <a:lnTo>
                  <a:pt x="3879" y="0"/>
                </a:lnTo>
                <a:lnTo>
                  <a:pt x="225335" y="0"/>
                </a:lnTo>
                <a:lnTo>
                  <a:pt x="246766" y="45243"/>
                </a:lnTo>
                <a:lnTo>
                  <a:pt x="605541" y="45430"/>
                </a:lnTo>
                <a:lnTo>
                  <a:pt x="605541" y="580096"/>
                </a:lnTo>
                <a:lnTo>
                  <a:pt x="0" y="580096"/>
                </a:lnTo>
                <a:close/>
              </a:path>
            </a:pathLst>
          </a:custGeom>
          <a:solidFill>
            <a:srgbClr val="E19F0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76771FA-964D-AAFA-A148-FE0BF81A9781}"/>
              </a:ext>
            </a:extLst>
          </p:cNvPr>
          <p:cNvGrpSpPr/>
          <p:nvPr/>
        </p:nvGrpSpPr>
        <p:grpSpPr>
          <a:xfrm>
            <a:off x="5350551" y="4602239"/>
            <a:ext cx="773996" cy="717320"/>
            <a:chOff x="5464617" y="4794754"/>
            <a:chExt cx="773996" cy="717320"/>
          </a:xfrm>
        </p:grpSpPr>
        <p:sp>
          <p:nvSpPr>
            <p:cNvPr id="51" name="Parallelogram 88">
              <a:extLst>
                <a:ext uri="{FF2B5EF4-FFF2-40B4-BE49-F238E27FC236}">
                  <a16:creationId xmlns:a16="http://schemas.microsoft.com/office/drawing/2014/main" id="{88D52E84-C352-D1DF-80CB-50149CB7C0FE}"/>
                </a:ext>
              </a:extLst>
            </p:cNvPr>
            <p:cNvSpPr/>
            <p:nvPr/>
          </p:nvSpPr>
          <p:spPr>
            <a:xfrm>
              <a:off x="5493192" y="4902700"/>
              <a:ext cx="636102" cy="609374"/>
            </a:xfrm>
            <a:custGeom>
              <a:avLst/>
              <a:gdLst>
                <a:gd name="csX0" fmla="*/ 0 w 605541"/>
                <a:gd name="csY0" fmla="*/ 580096 h 580096"/>
                <a:gd name="csX1" fmla="*/ 0 w 605541"/>
                <a:gd name="csY1" fmla="*/ 45430 h 580096"/>
                <a:gd name="csX2" fmla="*/ 3879 w 605541"/>
                <a:gd name="csY2" fmla="*/ 0 h 580096"/>
                <a:gd name="csX3" fmla="*/ 225335 w 605541"/>
                <a:gd name="csY3" fmla="*/ 0 h 580096"/>
                <a:gd name="csX4" fmla="*/ 246766 w 605541"/>
                <a:gd name="csY4" fmla="*/ 45243 h 580096"/>
                <a:gd name="csX5" fmla="*/ 605541 w 605541"/>
                <a:gd name="csY5" fmla="*/ 45430 h 580096"/>
                <a:gd name="csX6" fmla="*/ 605541 w 605541"/>
                <a:gd name="csY6" fmla="*/ 580096 h 580096"/>
                <a:gd name="csX7" fmla="*/ 0 w 605541"/>
                <a:gd name="csY7" fmla="*/ 580096 h 580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05541" h="580096">
                  <a:moveTo>
                    <a:pt x="0" y="580096"/>
                  </a:moveTo>
                  <a:lnTo>
                    <a:pt x="0" y="45430"/>
                  </a:lnTo>
                  <a:lnTo>
                    <a:pt x="3879" y="0"/>
                  </a:lnTo>
                  <a:lnTo>
                    <a:pt x="225335" y="0"/>
                  </a:lnTo>
                  <a:lnTo>
                    <a:pt x="246766" y="45243"/>
                  </a:lnTo>
                  <a:lnTo>
                    <a:pt x="605541" y="45430"/>
                  </a:lnTo>
                  <a:lnTo>
                    <a:pt x="605541" y="580096"/>
                  </a:lnTo>
                  <a:lnTo>
                    <a:pt x="0" y="580096"/>
                  </a:lnTo>
                  <a:close/>
                </a:path>
              </a:pathLst>
            </a:custGeom>
            <a:solidFill>
              <a:srgbClr val="F6C8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872692F-5ECB-EF77-A820-43DD16B3C6AF}"/>
                </a:ext>
              </a:extLst>
            </p:cNvPr>
            <p:cNvGrpSpPr/>
            <p:nvPr/>
          </p:nvGrpSpPr>
          <p:grpSpPr>
            <a:xfrm>
              <a:off x="5464617" y="4794754"/>
              <a:ext cx="434810" cy="480068"/>
              <a:chOff x="6949149" y="1484813"/>
              <a:chExt cx="1425052" cy="1573383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7FD337D7-E35A-AA08-F221-4CFCCD667466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Isosceles Triangle 53">
                <a:extLst>
                  <a:ext uri="{FF2B5EF4-FFF2-40B4-BE49-F238E27FC236}">
                    <a16:creationId xmlns:a16="http://schemas.microsoft.com/office/drawing/2014/main" id="{1E86450C-3FDD-B3DD-3E7E-CEE8E31D67F6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290B26DB-C4F3-B5A3-FC96-0F4CF36FB46E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dirty="0">
                    <a:solidFill>
                      <a:srgbClr val="3770A0"/>
                    </a:solidFill>
                  </a:rPr>
                  <a:t>PY</a:t>
                </a:r>
                <a:endParaRPr lang="en-US" sz="1200" b="1" dirty="0">
                  <a:solidFill>
                    <a:srgbClr val="3770A0"/>
                  </a:solidFill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0AC9A2B-2FBA-9D90-D732-723CD5433F58}"/>
                </a:ext>
              </a:extLst>
            </p:cNvPr>
            <p:cNvGrpSpPr/>
            <p:nvPr/>
          </p:nvGrpSpPr>
          <p:grpSpPr>
            <a:xfrm>
              <a:off x="5616959" y="4828092"/>
              <a:ext cx="434810" cy="480068"/>
              <a:chOff x="6949149" y="1484813"/>
              <a:chExt cx="1425052" cy="1573383"/>
            </a:xfrm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9FBF1AE7-85EA-0FFF-0C34-CE3B1EACA2FD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Isosceles Triangle 57">
                <a:extLst>
                  <a:ext uri="{FF2B5EF4-FFF2-40B4-BE49-F238E27FC236}">
                    <a16:creationId xmlns:a16="http://schemas.microsoft.com/office/drawing/2014/main" id="{9FD92C23-0BD7-D63F-7406-D5F9CEED0F23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6E136488-CCA3-8D57-0D58-68EBB6BD028F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dirty="0">
                    <a:solidFill>
                      <a:srgbClr val="3770A0"/>
                    </a:solidFill>
                  </a:rPr>
                  <a:t>PY</a:t>
                </a:r>
                <a:endParaRPr lang="en-US" sz="1200" b="1" dirty="0">
                  <a:solidFill>
                    <a:srgbClr val="3770A0"/>
                  </a:solidFill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3EB9903-E228-4C12-853E-5EFE0223DFA6}"/>
                </a:ext>
              </a:extLst>
            </p:cNvPr>
            <p:cNvGrpSpPr/>
            <p:nvPr/>
          </p:nvGrpSpPr>
          <p:grpSpPr>
            <a:xfrm>
              <a:off x="5803803" y="4861429"/>
              <a:ext cx="434810" cy="480068"/>
              <a:chOff x="6949149" y="1484813"/>
              <a:chExt cx="1425052" cy="1573383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74F1DEDA-38BC-2399-1C2D-129CA78D151C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Isosceles Triangle 61">
                <a:extLst>
                  <a:ext uri="{FF2B5EF4-FFF2-40B4-BE49-F238E27FC236}">
                    <a16:creationId xmlns:a16="http://schemas.microsoft.com/office/drawing/2014/main" id="{9154B067-CAC1-C19B-6AFA-F2534812EB34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2C9BE259-591C-4710-4CE6-85D468FBE9EC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dirty="0">
                    <a:solidFill>
                      <a:srgbClr val="3770A0"/>
                    </a:solidFill>
                  </a:rPr>
                  <a:t>PY</a:t>
                </a:r>
                <a:endParaRPr lang="en-US" sz="1200" b="1" dirty="0">
                  <a:solidFill>
                    <a:srgbClr val="3770A0"/>
                  </a:solidFill>
                </a:endParaRPr>
              </a:p>
            </p:txBody>
          </p:sp>
        </p:grpSp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61B5C845-0B41-58F6-1EF5-E7C50B1240F6}"/>
                </a:ext>
              </a:extLst>
            </p:cNvPr>
            <p:cNvSpPr/>
            <p:nvPr/>
          </p:nvSpPr>
          <p:spPr>
            <a:xfrm>
              <a:off x="5493192" y="5166876"/>
              <a:ext cx="739494" cy="345197"/>
            </a:xfrm>
            <a:prstGeom prst="parallelogram">
              <a:avLst>
                <a:gd name="adj" fmla="val 29348"/>
              </a:avLst>
            </a:prstGeom>
            <a:solidFill>
              <a:srgbClr val="F6C8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3522E72-89A3-3E77-4BE2-37416EDCB6AD}"/>
              </a:ext>
            </a:extLst>
          </p:cNvPr>
          <p:cNvGrpSpPr/>
          <p:nvPr/>
        </p:nvGrpSpPr>
        <p:grpSpPr>
          <a:xfrm>
            <a:off x="5650879" y="4721324"/>
            <a:ext cx="773996" cy="717320"/>
            <a:chOff x="5464617" y="4794754"/>
            <a:chExt cx="773996" cy="717320"/>
          </a:xfrm>
        </p:grpSpPr>
        <p:sp>
          <p:nvSpPr>
            <p:cNvPr id="81" name="Parallelogram 88">
              <a:extLst>
                <a:ext uri="{FF2B5EF4-FFF2-40B4-BE49-F238E27FC236}">
                  <a16:creationId xmlns:a16="http://schemas.microsoft.com/office/drawing/2014/main" id="{6EB72CE7-921D-957A-C2C3-4DA7B989B19D}"/>
                </a:ext>
              </a:extLst>
            </p:cNvPr>
            <p:cNvSpPr/>
            <p:nvPr/>
          </p:nvSpPr>
          <p:spPr>
            <a:xfrm>
              <a:off x="5493192" y="4902700"/>
              <a:ext cx="636102" cy="609374"/>
            </a:xfrm>
            <a:custGeom>
              <a:avLst/>
              <a:gdLst>
                <a:gd name="csX0" fmla="*/ 0 w 605541"/>
                <a:gd name="csY0" fmla="*/ 580096 h 580096"/>
                <a:gd name="csX1" fmla="*/ 0 w 605541"/>
                <a:gd name="csY1" fmla="*/ 45430 h 580096"/>
                <a:gd name="csX2" fmla="*/ 3879 w 605541"/>
                <a:gd name="csY2" fmla="*/ 0 h 580096"/>
                <a:gd name="csX3" fmla="*/ 225335 w 605541"/>
                <a:gd name="csY3" fmla="*/ 0 h 580096"/>
                <a:gd name="csX4" fmla="*/ 246766 w 605541"/>
                <a:gd name="csY4" fmla="*/ 45243 h 580096"/>
                <a:gd name="csX5" fmla="*/ 605541 w 605541"/>
                <a:gd name="csY5" fmla="*/ 45430 h 580096"/>
                <a:gd name="csX6" fmla="*/ 605541 w 605541"/>
                <a:gd name="csY6" fmla="*/ 580096 h 580096"/>
                <a:gd name="csX7" fmla="*/ 0 w 605541"/>
                <a:gd name="csY7" fmla="*/ 580096 h 580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05541" h="580096">
                  <a:moveTo>
                    <a:pt x="0" y="580096"/>
                  </a:moveTo>
                  <a:lnTo>
                    <a:pt x="0" y="45430"/>
                  </a:lnTo>
                  <a:lnTo>
                    <a:pt x="3879" y="0"/>
                  </a:lnTo>
                  <a:lnTo>
                    <a:pt x="225335" y="0"/>
                  </a:lnTo>
                  <a:lnTo>
                    <a:pt x="246766" y="45243"/>
                  </a:lnTo>
                  <a:lnTo>
                    <a:pt x="605541" y="45430"/>
                  </a:lnTo>
                  <a:lnTo>
                    <a:pt x="605541" y="580096"/>
                  </a:lnTo>
                  <a:lnTo>
                    <a:pt x="0" y="580096"/>
                  </a:lnTo>
                  <a:close/>
                </a:path>
              </a:pathLst>
            </a:custGeom>
            <a:solidFill>
              <a:srgbClr val="F6C8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733D9CAE-B3DD-13F2-A2A2-76255DEE296F}"/>
                </a:ext>
              </a:extLst>
            </p:cNvPr>
            <p:cNvGrpSpPr/>
            <p:nvPr/>
          </p:nvGrpSpPr>
          <p:grpSpPr>
            <a:xfrm>
              <a:off x="5464617" y="4794754"/>
              <a:ext cx="434810" cy="480068"/>
              <a:chOff x="6949149" y="1484813"/>
              <a:chExt cx="1425052" cy="1573383"/>
            </a:xfrm>
          </p:grpSpPr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FD1E318F-8033-CFCE-11C5-F8ABCB617820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Isosceles Triangle 92">
                <a:extLst>
                  <a:ext uri="{FF2B5EF4-FFF2-40B4-BE49-F238E27FC236}">
                    <a16:creationId xmlns:a16="http://schemas.microsoft.com/office/drawing/2014/main" id="{CFED65F7-55BE-8F42-D18D-C720650CD9B3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4" name="Rectangle: Rounded Corners 93">
                <a:extLst>
                  <a:ext uri="{FF2B5EF4-FFF2-40B4-BE49-F238E27FC236}">
                    <a16:creationId xmlns:a16="http://schemas.microsoft.com/office/drawing/2014/main" id="{7EAF9486-4C45-465D-E4AD-76239259A673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dirty="0">
                    <a:solidFill>
                      <a:srgbClr val="3770A0"/>
                    </a:solidFill>
                  </a:rPr>
                  <a:t>PY</a:t>
                </a:r>
                <a:endParaRPr lang="en-US" sz="1200" b="1" dirty="0">
                  <a:solidFill>
                    <a:srgbClr val="3770A0"/>
                  </a:solidFill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8B24743-94B3-B923-07C1-75B485B6A244}"/>
                </a:ext>
              </a:extLst>
            </p:cNvPr>
            <p:cNvGrpSpPr/>
            <p:nvPr/>
          </p:nvGrpSpPr>
          <p:grpSpPr>
            <a:xfrm>
              <a:off x="5616959" y="4828092"/>
              <a:ext cx="434810" cy="480068"/>
              <a:chOff x="6949149" y="1484813"/>
              <a:chExt cx="1425052" cy="1573383"/>
            </a:xfrm>
          </p:grpSpPr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FFB6E25F-377A-A341-50EA-B17A8AF8C67B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Isosceles Triangle 89">
                <a:extLst>
                  <a:ext uri="{FF2B5EF4-FFF2-40B4-BE49-F238E27FC236}">
                    <a16:creationId xmlns:a16="http://schemas.microsoft.com/office/drawing/2014/main" id="{57D4A10B-A83E-3EDA-11EA-BDF87ABA6025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C9687123-1748-D59E-3EE5-63653C0445AD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dirty="0">
                    <a:solidFill>
                      <a:srgbClr val="3770A0"/>
                    </a:solidFill>
                  </a:rPr>
                  <a:t>PY</a:t>
                </a:r>
                <a:endParaRPr lang="en-US" sz="1200" b="1" dirty="0">
                  <a:solidFill>
                    <a:srgbClr val="3770A0"/>
                  </a:solidFill>
                </a:endParaRP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D5AF3AF6-4210-CB80-8A9A-FDAAE87F5A9F}"/>
                </a:ext>
              </a:extLst>
            </p:cNvPr>
            <p:cNvGrpSpPr/>
            <p:nvPr/>
          </p:nvGrpSpPr>
          <p:grpSpPr>
            <a:xfrm>
              <a:off x="5803803" y="4861429"/>
              <a:ext cx="434810" cy="480068"/>
              <a:chOff x="6949149" y="1484813"/>
              <a:chExt cx="1425052" cy="1573383"/>
            </a:xfrm>
          </p:grpSpPr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427F945D-A4A2-6DA9-6A5B-60732AC04465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Isosceles Triangle 86">
                <a:extLst>
                  <a:ext uri="{FF2B5EF4-FFF2-40B4-BE49-F238E27FC236}">
                    <a16:creationId xmlns:a16="http://schemas.microsoft.com/office/drawing/2014/main" id="{66A33EF3-A091-50D8-D281-FC18B890F6C4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05CD2022-3191-D1BC-F8BB-8A1ED1E971A0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dirty="0">
                    <a:solidFill>
                      <a:srgbClr val="3770A0"/>
                    </a:solidFill>
                  </a:rPr>
                  <a:t>PY</a:t>
                </a:r>
                <a:endParaRPr lang="en-US" sz="1200" b="1" dirty="0">
                  <a:solidFill>
                    <a:srgbClr val="3770A0"/>
                  </a:solidFill>
                </a:endParaRPr>
              </a:p>
            </p:txBody>
          </p:sp>
        </p:grpSp>
        <p:sp>
          <p:nvSpPr>
            <p:cNvPr id="85" name="Parallelogram 84">
              <a:extLst>
                <a:ext uri="{FF2B5EF4-FFF2-40B4-BE49-F238E27FC236}">
                  <a16:creationId xmlns:a16="http://schemas.microsoft.com/office/drawing/2014/main" id="{70E785FA-DD03-D882-1232-F02E34401BF2}"/>
                </a:ext>
              </a:extLst>
            </p:cNvPr>
            <p:cNvSpPr/>
            <p:nvPr/>
          </p:nvSpPr>
          <p:spPr>
            <a:xfrm>
              <a:off x="5493192" y="5166876"/>
              <a:ext cx="739494" cy="345197"/>
            </a:xfrm>
            <a:prstGeom prst="parallelogram">
              <a:avLst>
                <a:gd name="adj" fmla="val 29348"/>
              </a:avLst>
            </a:prstGeom>
            <a:solidFill>
              <a:srgbClr val="F6C8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9B0F119-FDA9-AE28-70D9-CE7B20AB4BED}"/>
              </a:ext>
            </a:extLst>
          </p:cNvPr>
          <p:cNvGrpSpPr/>
          <p:nvPr/>
        </p:nvGrpSpPr>
        <p:grpSpPr>
          <a:xfrm>
            <a:off x="5951207" y="4840410"/>
            <a:ext cx="773996" cy="717320"/>
            <a:chOff x="5464617" y="4794754"/>
            <a:chExt cx="773996" cy="717320"/>
          </a:xfrm>
        </p:grpSpPr>
        <p:sp>
          <p:nvSpPr>
            <p:cNvPr id="96" name="Parallelogram 88">
              <a:extLst>
                <a:ext uri="{FF2B5EF4-FFF2-40B4-BE49-F238E27FC236}">
                  <a16:creationId xmlns:a16="http://schemas.microsoft.com/office/drawing/2014/main" id="{C63ED8FA-4B64-B33D-C3F5-4485D128A025}"/>
                </a:ext>
              </a:extLst>
            </p:cNvPr>
            <p:cNvSpPr/>
            <p:nvPr/>
          </p:nvSpPr>
          <p:spPr>
            <a:xfrm>
              <a:off x="5493192" y="4902700"/>
              <a:ext cx="636102" cy="609374"/>
            </a:xfrm>
            <a:custGeom>
              <a:avLst/>
              <a:gdLst>
                <a:gd name="csX0" fmla="*/ 0 w 605541"/>
                <a:gd name="csY0" fmla="*/ 580096 h 580096"/>
                <a:gd name="csX1" fmla="*/ 0 w 605541"/>
                <a:gd name="csY1" fmla="*/ 45430 h 580096"/>
                <a:gd name="csX2" fmla="*/ 3879 w 605541"/>
                <a:gd name="csY2" fmla="*/ 0 h 580096"/>
                <a:gd name="csX3" fmla="*/ 225335 w 605541"/>
                <a:gd name="csY3" fmla="*/ 0 h 580096"/>
                <a:gd name="csX4" fmla="*/ 246766 w 605541"/>
                <a:gd name="csY4" fmla="*/ 45243 h 580096"/>
                <a:gd name="csX5" fmla="*/ 605541 w 605541"/>
                <a:gd name="csY5" fmla="*/ 45430 h 580096"/>
                <a:gd name="csX6" fmla="*/ 605541 w 605541"/>
                <a:gd name="csY6" fmla="*/ 580096 h 580096"/>
                <a:gd name="csX7" fmla="*/ 0 w 605541"/>
                <a:gd name="csY7" fmla="*/ 580096 h 580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05541" h="580096">
                  <a:moveTo>
                    <a:pt x="0" y="580096"/>
                  </a:moveTo>
                  <a:lnTo>
                    <a:pt x="0" y="45430"/>
                  </a:lnTo>
                  <a:lnTo>
                    <a:pt x="3879" y="0"/>
                  </a:lnTo>
                  <a:lnTo>
                    <a:pt x="225335" y="0"/>
                  </a:lnTo>
                  <a:lnTo>
                    <a:pt x="246766" y="45243"/>
                  </a:lnTo>
                  <a:lnTo>
                    <a:pt x="605541" y="45430"/>
                  </a:lnTo>
                  <a:lnTo>
                    <a:pt x="605541" y="580096"/>
                  </a:lnTo>
                  <a:lnTo>
                    <a:pt x="0" y="580096"/>
                  </a:lnTo>
                  <a:close/>
                </a:path>
              </a:pathLst>
            </a:custGeom>
            <a:solidFill>
              <a:srgbClr val="F6C8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18159998-CC15-5D83-2286-ED2E630FABFF}"/>
                </a:ext>
              </a:extLst>
            </p:cNvPr>
            <p:cNvGrpSpPr/>
            <p:nvPr/>
          </p:nvGrpSpPr>
          <p:grpSpPr>
            <a:xfrm>
              <a:off x="5464617" y="4794754"/>
              <a:ext cx="434810" cy="480068"/>
              <a:chOff x="6949149" y="1484813"/>
              <a:chExt cx="1425052" cy="1573383"/>
            </a:xfrm>
          </p:grpSpPr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0ECB3925-4719-07DD-14EA-B24535F8118B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Isosceles Triangle 107">
                <a:extLst>
                  <a:ext uri="{FF2B5EF4-FFF2-40B4-BE49-F238E27FC236}">
                    <a16:creationId xmlns:a16="http://schemas.microsoft.com/office/drawing/2014/main" id="{DB07B71A-8BD5-F603-B5BE-7F285372B37E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27016222-43CC-673D-DB13-2FFA99C802D2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dirty="0">
                    <a:solidFill>
                      <a:srgbClr val="3770A0"/>
                    </a:solidFill>
                  </a:rPr>
                  <a:t>PY</a:t>
                </a:r>
                <a:endParaRPr lang="en-US" sz="1200" b="1" dirty="0">
                  <a:solidFill>
                    <a:srgbClr val="3770A0"/>
                  </a:solidFill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F8F2B7EE-28EC-987C-3C89-3DC0BA97301C}"/>
                </a:ext>
              </a:extLst>
            </p:cNvPr>
            <p:cNvGrpSpPr/>
            <p:nvPr/>
          </p:nvGrpSpPr>
          <p:grpSpPr>
            <a:xfrm>
              <a:off x="5616959" y="4828092"/>
              <a:ext cx="434810" cy="480068"/>
              <a:chOff x="6949149" y="1484813"/>
              <a:chExt cx="1425052" cy="1573383"/>
            </a:xfrm>
          </p:grpSpPr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5BC9EF39-C057-3D18-12E2-576973B07177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Isosceles Triangle 104">
                <a:extLst>
                  <a:ext uri="{FF2B5EF4-FFF2-40B4-BE49-F238E27FC236}">
                    <a16:creationId xmlns:a16="http://schemas.microsoft.com/office/drawing/2014/main" id="{7902A9F9-0F1F-2C61-3E25-D7B2764D0A70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5648D568-8711-C259-337F-1F7256635EDF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dirty="0">
                    <a:solidFill>
                      <a:srgbClr val="3770A0"/>
                    </a:solidFill>
                  </a:rPr>
                  <a:t>PY</a:t>
                </a:r>
                <a:endParaRPr lang="en-US" sz="1200" b="1" dirty="0">
                  <a:solidFill>
                    <a:srgbClr val="3770A0"/>
                  </a:solidFill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584BA665-FBCC-973D-F35C-83326B78E093}"/>
                </a:ext>
              </a:extLst>
            </p:cNvPr>
            <p:cNvGrpSpPr/>
            <p:nvPr/>
          </p:nvGrpSpPr>
          <p:grpSpPr>
            <a:xfrm>
              <a:off x="5803803" y="4861429"/>
              <a:ext cx="434810" cy="480068"/>
              <a:chOff x="6949149" y="1484813"/>
              <a:chExt cx="1425052" cy="1573383"/>
            </a:xfrm>
          </p:grpSpPr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1DAFBEED-8FF0-7B96-58EE-92187C49B1B1}"/>
                  </a:ext>
                </a:extLst>
              </p:cNvPr>
              <p:cNvSpPr/>
              <p:nvPr/>
            </p:nvSpPr>
            <p:spPr>
              <a:xfrm rot="2700000">
                <a:off x="6874983" y="1558979"/>
                <a:ext cx="1573383" cy="1425052"/>
              </a:xfrm>
              <a:custGeom>
                <a:avLst/>
                <a:gdLst>
                  <a:gd name="csX0" fmla="*/ 486267 w 1573383"/>
                  <a:gd name="csY0" fmla="*/ 1 h 1425052"/>
                  <a:gd name="csX1" fmla="*/ 795576 w 1573383"/>
                  <a:gd name="csY1" fmla="*/ 0 h 1425052"/>
                  <a:gd name="csX2" fmla="*/ 1568914 w 1573383"/>
                  <a:gd name="csY2" fmla="*/ 773340 h 1425052"/>
                  <a:gd name="csX3" fmla="*/ 1568914 w 1573383"/>
                  <a:gd name="csY3" fmla="*/ 794919 h 1425052"/>
                  <a:gd name="csX4" fmla="*/ 943252 w 1573383"/>
                  <a:gd name="csY4" fmla="*/ 1420584 h 1425052"/>
                  <a:gd name="csX5" fmla="*/ 921671 w 1573383"/>
                  <a:gd name="csY5" fmla="*/ 1420583 h 1425052"/>
                  <a:gd name="csX6" fmla="*/ 4469 w 1573383"/>
                  <a:gd name="csY6" fmla="*/ 503379 h 1425052"/>
                  <a:gd name="csX7" fmla="*/ 4468 w 1573383"/>
                  <a:gd name="csY7" fmla="*/ 481800 h 1425052"/>
                  <a:gd name="csX8" fmla="*/ 486267 w 1573383"/>
                  <a:gd name="csY8" fmla="*/ 1 h 1425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73383" h="1425052">
                    <a:moveTo>
                      <a:pt x="486267" y="1"/>
                    </a:moveTo>
                    <a:lnTo>
                      <a:pt x="795576" y="0"/>
                    </a:lnTo>
                    <a:lnTo>
                      <a:pt x="1568914" y="773340"/>
                    </a:lnTo>
                    <a:cubicBezTo>
                      <a:pt x="1574874" y="779298"/>
                      <a:pt x="1574873" y="788960"/>
                      <a:pt x="1568914" y="794919"/>
                    </a:cubicBezTo>
                    <a:lnTo>
                      <a:pt x="943252" y="1420584"/>
                    </a:lnTo>
                    <a:cubicBezTo>
                      <a:pt x="937293" y="1426542"/>
                      <a:pt x="927631" y="1426542"/>
                      <a:pt x="921671" y="1420583"/>
                    </a:cubicBezTo>
                    <a:lnTo>
                      <a:pt x="4469" y="503379"/>
                    </a:lnTo>
                    <a:cubicBezTo>
                      <a:pt x="-1490" y="497420"/>
                      <a:pt x="-1490" y="487758"/>
                      <a:pt x="4468" y="481800"/>
                    </a:cubicBezTo>
                    <a:lnTo>
                      <a:pt x="486267" y="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Isosceles Triangle 101">
                <a:extLst>
                  <a:ext uri="{FF2B5EF4-FFF2-40B4-BE49-F238E27FC236}">
                    <a16:creationId xmlns:a16="http://schemas.microsoft.com/office/drawing/2014/main" id="{81B6433B-B0FC-14D7-766D-760B2B7275DD}"/>
                  </a:ext>
                </a:extLst>
              </p:cNvPr>
              <p:cNvSpPr/>
              <p:nvPr/>
            </p:nvSpPr>
            <p:spPr>
              <a:xfrm rot="2700000" flipH="1" flipV="1">
                <a:off x="7850135" y="1642196"/>
                <a:ext cx="316553" cy="15836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CDB13F09-BBDE-2867-33C3-9B1DF14FB6B9}"/>
                  </a:ext>
                </a:extLst>
              </p:cNvPr>
              <p:cNvSpPr/>
              <p:nvPr/>
            </p:nvSpPr>
            <p:spPr>
              <a:xfrm>
                <a:off x="7188993" y="2029339"/>
                <a:ext cx="1040605" cy="508193"/>
              </a:xfrm>
              <a:prstGeom prst="roundRect">
                <a:avLst/>
              </a:prstGeom>
              <a:solidFill>
                <a:srgbClr val="FFD9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s-ES" sz="1200" b="1" dirty="0">
                    <a:solidFill>
                      <a:srgbClr val="3770A0"/>
                    </a:solidFill>
                  </a:rPr>
                  <a:t>PY</a:t>
                </a:r>
                <a:endParaRPr lang="en-US" sz="1200" b="1" dirty="0">
                  <a:solidFill>
                    <a:srgbClr val="3770A0"/>
                  </a:solidFill>
                </a:endParaRPr>
              </a:p>
            </p:txBody>
          </p:sp>
        </p:grpSp>
        <p:sp>
          <p:nvSpPr>
            <p:cNvPr id="100" name="Parallelogram 99">
              <a:extLst>
                <a:ext uri="{FF2B5EF4-FFF2-40B4-BE49-F238E27FC236}">
                  <a16:creationId xmlns:a16="http://schemas.microsoft.com/office/drawing/2014/main" id="{FE4ADEC7-AD62-AE59-BE83-B5309AAA1B62}"/>
                </a:ext>
              </a:extLst>
            </p:cNvPr>
            <p:cNvSpPr/>
            <p:nvPr/>
          </p:nvSpPr>
          <p:spPr>
            <a:xfrm>
              <a:off x="5493192" y="5166876"/>
              <a:ext cx="739494" cy="345197"/>
            </a:xfrm>
            <a:prstGeom prst="parallelogram">
              <a:avLst>
                <a:gd name="adj" fmla="val 29348"/>
              </a:avLst>
            </a:prstGeom>
            <a:solidFill>
              <a:srgbClr val="F6C8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Parallelogram 48">
            <a:extLst>
              <a:ext uri="{FF2B5EF4-FFF2-40B4-BE49-F238E27FC236}">
                <a16:creationId xmlns:a16="http://schemas.microsoft.com/office/drawing/2014/main" id="{DD61DA58-833B-C668-BC80-A2A8B6D5B074}"/>
              </a:ext>
            </a:extLst>
          </p:cNvPr>
          <p:cNvSpPr/>
          <p:nvPr/>
        </p:nvSpPr>
        <p:spPr>
          <a:xfrm>
            <a:off x="5276189" y="5247819"/>
            <a:ext cx="1501768" cy="701028"/>
          </a:xfrm>
          <a:prstGeom prst="parallelogram">
            <a:avLst>
              <a:gd name="adj" fmla="val 29348"/>
            </a:avLst>
          </a:prstGeom>
          <a:solidFill>
            <a:srgbClr val="E19F0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39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4175</TotalTime>
  <Words>6054</Words>
  <Application>Microsoft Office PowerPoint</Application>
  <PresentationFormat>Widescreen</PresentationFormat>
  <Paragraphs>1611</Paragraphs>
  <Slides>88</Slides>
  <Notes>51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6" baseType="lpstr">
      <vt:lpstr>Aptos</vt:lpstr>
      <vt:lpstr>Aptos Display</vt:lpstr>
      <vt:lpstr>Arial</vt:lpstr>
      <vt:lpstr>Cambria Math</vt:lpstr>
      <vt:lpstr>Consolas</vt:lpstr>
      <vt:lpstr>Courier New</vt:lpstr>
      <vt:lpstr>Wingdings</vt:lpstr>
      <vt:lpstr>Office Theme</vt:lpstr>
      <vt:lpstr>Python e IA para la Investigación en Ciencias Biológicas</vt:lpstr>
      <vt:lpstr>Resumen clase anterior</vt:lpstr>
      <vt:lpstr>¿Que veremos hoy?</vt:lpstr>
      <vt:lpstr>Aclaración</vt:lpstr>
      <vt:lpstr>Aclaración</vt:lpstr>
      <vt:lpstr>Parte 0  Ambiente clase 3</vt:lpstr>
      <vt:lpstr>Creemos y carguemos el entorno clase_3</vt:lpstr>
      <vt:lpstr>Creemos y carguemos el entorno clase_3</vt:lpstr>
      <vt:lpstr>Necesitamos "kernels" para spyder</vt:lpstr>
      <vt:lpstr>Deberían ver In[1]: en la consola</vt:lpstr>
      <vt:lpstr>Parte I   Algoritmos de "adivinar" y comprobar </vt:lpstr>
      <vt:lpstr>Recapitulación de bucles: cálculo de x^2 </vt:lpstr>
      <vt:lpstr>¿Que pasa si x &lt; 0? (especificaciones)</vt:lpstr>
      <vt:lpstr>Ejercicio 1 (para hacer en casa)</vt:lpstr>
      <vt:lpstr>Ahora probemos al revés: cálculo de √(2&amp;x)</vt:lpstr>
      <vt:lpstr>Ahora probemos al revés: cálculo de √(2&amp;x)</vt:lpstr>
      <vt:lpstr>Método de generar valores (guesses) por enumeración exhaustiva</vt:lpstr>
      <vt:lpstr>Representación visual</vt:lpstr>
      <vt:lpstr>Código: enumeración exhaustiva para √(2&amp;x) </vt:lpstr>
      <vt:lpstr>while loops: ¿Que puede salir mal?</vt:lpstr>
      <vt:lpstr>while loops: hay que planear una función de decremento</vt:lpstr>
      <vt:lpstr>Función de decremento</vt:lpstr>
      <vt:lpstr>Ejercicio 2 (para hacer en casa)</vt:lpstr>
      <vt:lpstr>Ejercicio 3</vt:lpstr>
      <vt:lpstr>Ejercicio 3</vt:lpstr>
      <vt:lpstr>Enumeración exhaustiva para √(2&amp;x)  no logra encontrar raíces imperfectas</vt:lpstr>
      <vt:lpstr>Representación visual (enumeración exhaustiva por aproximación)</vt:lpstr>
      <vt:lpstr>Necesitamos aproximarnos de a poco: algoritmos aproximativos</vt:lpstr>
      <vt:lpstr>¿Que puede salir mal?</vt:lpstr>
      <vt:lpstr>Versión mejorada</vt:lpstr>
      <vt:lpstr>Ejercicio 4</vt:lpstr>
      <vt:lpstr>Ejercicio 4</vt:lpstr>
      <vt:lpstr>¡Enumeración exhaustiva tarda mucho! (es ineficiente)</vt:lpstr>
      <vt:lpstr>Búsqueda por bisección (más eficiente)</vt:lpstr>
      <vt:lpstr>Búsqueda por bisección para √(2&amp;x)  </vt:lpstr>
      <vt:lpstr>Ejercicio 5</vt:lpstr>
      <vt:lpstr>Ejercicio 5</vt:lpstr>
      <vt:lpstr>Tiempo de ejecución (complejidad) </vt:lpstr>
      <vt:lpstr>break  print('volvemos en 10 min')</vt:lpstr>
      <vt:lpstr>Parte II  Una aclaración sobre float</vt:lpstr>
      <vt:lpstr>Recapitulación sobre float</vt:lpstr>
      <vt:lpstr>¿Por que se llaman float y no real?</vt:lpstr>
      <vt:lpstr>Hay que entender como están representados en la computadora</vt:lpstr>
      <vt:lpstr>En realidad, se usa el estándar IEEE 754 (floating point numbers)</vt:lpstr>
      <vt:lpstr>¿Y para 0.1?</vt:lpstr>
      <vt:lpstr>Moraleja: como comparar dos float</vt:lpstr>
      <vt:lpstr>Código: como comparar dos float</vt:lpstr>
      <vt:lpstr>Parte III   Funciones, alcance y abstracción</vt:lpstr>
      <vt:lpstr>Reutilización de código ineficiente</vt:lpstr>
      <vt:lpstr>Reutilización de código EFICIENTE: funciones</vt:lpstr>
      <vt:lpstr>Ejemplo c9: calculo de valor máximo</vt:lpstr>
      <vt:lpstr>Argumentos clave, posicionales y por defecto</vt:lpstr>
      <vt:lpstr>¿Que pasa acá (c10)? ¿x=y e y=x?</vt:lpstr>
      <vt:lpstr>Alcance (scoping) de las funciones</vt:lpstr>
      <vt:lpstr>Alcance (scoping) de las funciones</vt:lpstr>
      <vt:lpstr>Alcance (scoping) de las funciones</vt:lpstr>
      <vt:lpstr>Alcance (scoping) de las funciones</vt:lpstr>
      <vt:lpstr>Alcance (scoping) de las funciones</vt:lpstr>
      <vt:lpstr>Alcance (scoping) de las funciones</vt:lpstr>
      <vt:lpstr>Alcance (scoping) de las funciones</vt:lpstr>
      <vt:lpstr>Alcance (scoping) de las funciones</vt:lpstr>
      <vt:lpstr>Alcance (scoping) de las funciones</vt:lpstr>
      <vt:lpstr>Alcance (scoping) de las funciones</vt:lpstr>
      <vt:lpstr>Alcance (scoping) de las funciones</vt:lpstr>
      <vt:lpstr>Alcance (scoping) de las funciones</vt:lpstr>
      <vt:lpstr>Alcance (scoping) de las funciones</vt:lpstr>
      <vt:lpstr>Alcance (scoping) de las funciones</vt:lpstr>
      <vt:lpstr>MORALEJA</vt:lpstr>
      <vt:lpstr>Muy buena herramienta para entender alcance</vt:lpstr>
      <vt:lpstr>¿Que pasa si omitimos return?</vt:lpstr>
      <vt:lpstr>Las funciones pueden ser argumentos (funciones que llaman funciones)</vt:lpstr>
      <vt:lpstr>Ejemplos de alcance ¿Cual es el OUTPUT de cada programa?</vt:lpstr>
      <vt:lpstr>Ejemplo c12: código de bisección para √(2&amp;x) convertido en función</vt:lpstr>
      <vt:lpstr>Ejercicio 6</vt:lpstr>
      <vt:lpstr>Ejercicio 6</vt:lpstr>
      <vt:lpstr>Abstracción y descomposición</vt:lpstr>
      <vt:lpstr>Abstracción y descomposición</vt:lpstr>
      <vt:lpstr>Descomposición: separar el código en MÓDULOS</vt:lpstr>
      <vt:lpstr>Abstracción: suprimimos detalles</vt:lpstr>
      <vt:lpstr>Con funciones lo logramos usando especificaciones (docstring)</vt:lpstr>
      <vt:lpstr>Con funciones lo logramos usando especificaciones (docstring)</vt:lpstr>
      <vt:lpstr>Ejercicio 7</vt:lpstr>
      <vt:lpstr>Ejercicio 8</vt:lpstr>
      <vt:lpstr>continue  print('Volvemos el lunes 2/11!')</vt:lpstr>
      <vt:lpstr>Mutabilidad</vt:lpstr>
      <vt:lpstr>Hay que entender como están representados en la computadora</vt:lpstr>
      <vt:lpstr>Hay que entender como están representados en la computadora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elvio rodriguez</dc:creator>
  <cp:lastModifiedBy>elvio rodriguez</cp:lastModifiedBy>
  <cp:revision>6</cp:revision>
  <dcterms:created xsi:type="dcterms:W3CDTF">2026-07-28T00:00:15Z</dcterms:created>
  <dcterms:modified xsi:type="dcterms:W3CDTF">2026-10-25T14:08:02Z</dcterms:modified>
</cp:coreProperties>
</file>